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95B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0226" y="1997374"/>
            <a:ext cx="2978150" cy="17875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4474" y="628649"/>
            <a:ext cx="812800" cy="7715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500" y="5232399"/>
            <a:ext cx="571500" cy="57467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76399" y="923924"/>
            <a:ext cx="8839200" cy="5010150"/>
          </a:xfrm>
          <a:custGeom>
            <a:avLst/>
            <a:gdLst/>
            <a:ahLst/>
            <a:cxnLst/>
            <a:rect l="l" t="t" r="r" b="b"/>
            <a:pathLst>
              <a:path w="8839200" h="5010150">
                <a:moveTo>
                  <a:pt x="8496299" y="5010149"/>
                </a:moveTo>
                <a:lnTo>
                  <a:pt x="342899" y="5010149"/>
                </a:lnTo>
                <a:lnTo>
                  <a:pt x="334482" y="5010046"/>
                </a:lnTo>
                <a:lnTo>
                  <a:pt x="292586" y="5006437"/>
                </a:lnTo>
                <a:lnTo>
                  <a:pt x="251446" y="4997729"/>
                </a:lnTo>
                <a:lnTo>
                  <a:pt x="211677" y="4984047"/>
                </a:lnTo>
                <a:lnTo>
                  <a:pt x="173882" y="4965601"/>
                </a:lnTo>
                <a:lnTo>
                  <a:pt x="138634" y="4942669"/>
                </a:lnTo>
                <a:lnTo>
                  <a:pt x="106458" y="4915595"/>
                </a:lnTo>
                <a:lnTo>
                  <a:pt x="77834" y="4884783"/>
                </a:lnTo>
                <a:lnTo>
                  <a:pt x="53198" y="4850698"/>
                </a:lnTo>
                <a:lnTo>
                  <a:pt x="32921" y="4813857"/>
                </a:lnTo>
                <a:lnTo>
                  <a:pt x="17307" y="4774813"/>
                </a:lnTo>
                <a:lnTo>
                  <a:pt x="6588" y="4734145"/>
                </a:lnTo>
                <a:lnTo>
                  <a:pt x="928" y="4692472"/>
                </a:lnTo>
                <a:lnTo>
                  <a:pt x="0" y="4667249"/>
                </a:lnTo>
                <a:lnTo>
                  <a:pt x="0" y="342899"/>
                </a:lnTo>
                <a:lnTo>
                  <a:pt x="2578" y="300922"/>
                </a:lnTo>
                <a:lnTo>
                  <a:pt x="10275" y="259581"/>
                </a:lnTo>
                <a:lnTo>
                  <a:pt x="22975" y="219494"/>
                </a:lnTo>
                <a:lnTo>
                  <a:pt x="40489" y="181258"/>
                </a:lnTo>
                <a:lnTo>
                  <a:pt x="62551" y="145453"/>
                </a:lnTo>
                <a:lnTo>
                  <a:pt x="88827" y="112622"/>
                </a:lnTo>
                <a:lnTo>
                  <a:pt x="118925" y="83254"/>
                </a:lnTo>
                <a:lnTo>
                  <a:pt x="152394" y="57788"/>
                </a:lnTo>
                <a:lnTo>
                  <a:pt x="188730" y="36612"/>
                </a:lnTo>
                <a:lnTo>
                  <a:pt x="227380" y="20044"/>
                </a:lnTo>
                <a:lnTo>
                  <a:pt x="267767" y="8332"/>
                </a:lnTo>
                <a:lnTo>
                  <a:pt x="309289" y="1651"/>
                </a:lnTo>
                <a:lnTo>
                  <a:pt x="342899" y="0"/>
                </a:lnTo>
                <a:lnTo>
                  <a:pt x="8496299" y="0"/>
                </a:lnTo>
                <a:lnTo>
                  <a:pt x="8538276" y="2578"/>
                </a:lnTo>
                <a:lnTo>
                  <a:pt x="8579617" y="10276"/>
                </a:lnTo>
                <a:lnTo>
                  <a:pt x="8619705" y="22975"/>
                </a:lnTo>
                <a:lnTo>
                  <a:pt x="8657941" y="40489"/>
                </a:lnTo>
                <a:lnTo>
                  <a:pt x="8693745" y="62551"/>
                </a:lnTo>
                <a:lnTo>
                  <a:pt x="8726577" y="88827"/>
                </a:lnTo>
                <a:lnTo>
                  <a:pt x="8755944" y="118925"/>
                </a:lnTo>
                <a:lnTo>
                  <a:pt x="8781408" y="152394"/>
                </a:lnTo>
                <a:lnTo>
                  <a:pt x="8802585" y="188730"/>
                </a:lnTo>
                <a:lnTo>
                  <a:pt x="8819153" y="227380"/>
                </a:lnTo>
                <a:lnTo>
                  <a:pt x="8830866" y="267767"/>
                </a:lnTo>
                <a:lnTo>
                  <a:pt x="8837548" y="309289"/>
                </a:lnTo>
                <a:lnTo>
                  <a:pt x="8839199" y="342899"/>
                </a:lnTo>
                <a:lnTo>
                  <a:pt x="8839199" y="4667249"/>
                </a:lnTo>
                <a:lnTo>
                  <a:pt x="8836620" y="4709226"/>
                </a:lnTo>
                <a:lnTo>
                  <a:pt x="8828923" y="4750567"/>
                </a:lnTo>
                <a:lnTo>
                  <a:pt x="8816222" y="4790654"/>
                </a:lnTo>
                <a:lnTo>
                  <a:pt x="8798708" y="4828891"/>
                </a:lnTo>
                <a:lnTo>
                  <a:pt x="8776646" y="4864696"/>
                </a:lnTo>
                <a:lnTo>
                  <a:pt x="8750371" y="4897527"/>
                </a:lnTo>
                <a:lnTo>
                  <a:pt x="8720275" y="4926895"/>
                </a:lnTo>
                <a:lnTo>
                  <a:pt x="8686802" y="4952360"/>
                </a:lnTo>
                <a:lnTo>
                  <a:pt x="8650468" y="4973537"/>
                </a:lnTo>
                <a:lnTo>
                  <a:pt x="8611819" y="4990105"/>
                </a:lnTo>
                <a:lnTo>
                  <a:pt x="8571431" y="5001816"/>
                </a:lnTo>
                <a:lnTo>
                  <a:pt x="8529910" y="5008497"/>
                </a:lnTo>
                <a:lnTo>
                  <a:pt x="8496299" y="5010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76399" y="923924"/>
            <a:ext cx="8839200" cy="5010150"/>
          </a:xfrm>
          <a:custGeom>
            <a:avLst/>
            <a:gdLst/>
            <a:ahLst/>
            <a:cxnLst/>
            <a:rect l="l" t="t" r="r" b="b"/>
            <a:pathLst>
              <a:path w="8839200" h="5010150">
                <a:moveTo>
                  <a:pt x="0" y="4667249"/>
                </a:moveTo>
                <a:lnTo>
                  <a:pt x="0" y="342899"/>
                </a:lnTo>
                <a:lnTo>
                  <a:pt x="103" y="334482"/>
                </a:lnTo>
                <a:lnTo>
                  <a:pt x="3711" y="292585"/>
                </a:lnTo>
                <a:lnTo>
                  <a:pt x="12420" y="251446"/>
                </a:lnTo>
                <a:lnTo>
                  <a:pt x="26101" y="211677"/>
                </a:lnTo>
                <a:lnTo>
                  <a:pt x="44548" y="173882"/>
                </a:lnTo>
                <a:lnTo>
                  <a:pt x="67480" y="138634"/>
                </a:lnTo>
                <a:lnTo>
                  <a:pt x="94553" y="106458"/>
                </a:lnTo>
                <a:lnTo>
                  <a:pt x="125366" y="77834"/>
                </a:lnTo>
                <a:lnTo>
                  <a:pt x="159451" y="53198"/>
                </a:lnTo>
                <a:lnTo>
                  <a:pt x="196291" y="32921"/>
                </a:lnTo>
                <a:lnTo>
                  <a:pt x="235336" y="17307"/>
                </a:lnTo>
                <a:lnTo>
                  <a:pt x="276003" y="6588"/>
                </a:lnTo>
                <a:lnTo>
                  <a:pt x="317677" y="928"/>
                </a:lnTo>
                <a:lnTo>
                  <a:pt x="342899" y="0"/>
                </a:lnTo>
                <a:lnTo>
                  <a:pt x="8496299" y="0"/>
                </a:lnTo>
                <a:lnTo>
                  <a:pt x="8538276" y="2578"/>
                </a:lnTo>
                <a:lnTo>
                  <a:pt x="8579617" y="10276"/>
                </a:lnTo>
                <a:lnTo>
                  <a:pt x="8619705" y="22975"/>
                </a:lnTo>
                <a:lnTo>
                  <a:pt x="8657941" y="40489"/>
                </a:lnTo>
                <a:lnTo>
                  <a:pt x="8693745" y="62551"/>
                </a:lnTo>
                <a:lnTo>
                  <a:pt x="8726577" y="88827"/>
                </a:lnTo>
                <a:lnTo>
                  <a:pt x="8755944" y="118925"/>
                </a:lnTo>
                <a:lnTo>
                  <a:pt x="8781408" y="152394"/>
                </a:lnTo>
                <a:lnTo>
                  <a:pt x="8802585" y="188730"/>
                </a:lnTo>
                <a:lnTo>
                  <a:pt x="8819153" y="227380"/>
                </a:lnTo>
                <a:lnTo>
                  <a:pt x="8830866" y="267767"/>
                </a:lnTo>
                <a:lnTo>
                  <a:pt x="8837548" y="309289"/>
                </a:lnTo>
                <a:lnTo>
                  <a:pt x="8839199" y="342899"/>
                </a:lnTo>
                <a:lnTo>
                  <a:pt x="8839199" y="4667249"/>
                </a:lnTo>
                <a:lnTo>
                  <a:pt x="8836620" y="4709226"/>
                </a:lnTo>
                <a:lnTo>
                  <a:pt x="8828923" y="4750567"/>
                </a:lnTo>
                <a:lnTo>
                  <a:pt x="8816222" y="4790654"/>
                </a:lnTo>
                <a:lnTo>
                  <a:pt x="8798708" y="4828891"/>
                </a:lnTo>
                <a:lnTo>
                  <a:pt x="8776646" y="4864696"/>
                </a:lnTo>
                <a:lnTo>
                  <a:pt x="8750371" y="4897527"/>
                </a:lnTo>
                <a:lnTo>
                  <a:pt x="8720275" y="4926895"/>
                </a:lnTo>
                <a:lnTo>
                  <a:pt x="8686802" y="4952360"/>
                </a:lnTo>
                <a:lnTo>
                  <a:pt x="8650468" y="4973537"/>
                </a:lnTo>
                <a:lnTo>
                  <a:pt x="8611819" y="4990105"/>
                </a:lnTo>
                <a:lnTo>
                  <a:pt x="8571431" y="5001816"/>
                </a:lnTo>
                <a:lnTo>
                  <a:pt x="8529910" y="5008497"/>
                </a:lnTo>
                <a:lnTo>
                  <a:pt x="8496299" y="5010149"/>
                </a:lnTo>
                <a:lnTo>
                  <a:pt x="342899" y="5010149"/>
                </a:lnTo>
                <a:lnTo>
                  <a:pt x="300922" y="5007570"/>
                </a:lnTo>
                <a:lnTo>
                  <a:pt x="259582" y="4999873"/>
                </a:lnTo>
                <a:lnTo>
                  <a:pt x="219494" y="4987173"/>
                </a:lnTo>
                <a:lnTo>
                  <a:pt x="181258" y="4969660"/>
                </a:lnTo>
                <a:lnTo>
                  <a:pt x="145453" y="4947597"/>
                </a:lnTo>
                <a:lnTo>
                  <a:pt x="112622" y="4921322"/>
                </a:lnTo>
                <a:lnTo>
                  <a:pt x="83254" y="4891225"/>
                </a:lnTo>
                <a:lnTo>
                  <a:pt x="57788" y="4857754"/>
                </a:lnTo>
                <a:lnTo>
                  <a:pt x="36611" y="4821418"/>
                </a:lnTo>
                <a:lnTo>
                  <a:pt x="20044" y="4782768"/>
                </a:lnTo>
                <a:lnTo>
                  <a:pt x="8332" y="4742381"/>
                </a:lnTo>
                <a:lnTo>
                  <a:pt x="1651" y="4700859"/>
                </a:lnTo>
                <a:lnTo>
                  <a:pt x="0" y="4667249"/>
                </a:lnTo>
                <a:close/>
              </a:path>
            </a:pathLst>
          </a:custGeom>
          <a:ln w="76199">
            <a:solidFill>
              <a:srgbClr val="29AAE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285999" y="2076449"/>
            <a:ext cx="7620000" cy="1133475"/>
          </a:xfrm>
          <a:custGeom>
            <a:avLst/>
            <a:gdLst/>
            <a:ahLst/>
            <a:cxnLst/>
            <a:rect l="l" t="t" r="r" b="b"/>
            <a:pathLst>
              <a:path w="7620000" h="1133475">
                <a:moveTo>
                  <a:pt x="7429499" y="1133474"/>
                </a:moveTo>
                <a:lnTo>
                  <a:pt x="190499" y="1133474"/>
                </a:lnTo>
                <a:lnTo>
                  <a:pt x="171733" y="1132568"/>
                </a:lnTo>
                <a:lnTo>
                  <a:pt x="117598" y="1118973"/>
                </a:lnTo>
                <a:lnTo>
                  <a:pt x="69706" y="1090307"/>
                </a:lnTo>
                <a:lnTo>
                  <a:pt x="32074" y="1048830"/>
                </a:lnTo>
                <a:lnTo>
                  <a:pt x="8156" y="998191"/>
                </a:lnTo>
                <a:lnTo>
                  <a:pt x="0" y="942974"/>
                </a:lnTo>
                <a:lnTo>
                  <a:pt x="0" y="190499"/>
                </a:lnTo>
                <a:lnTo>
                  <a:pt x="8156" y="135283"/>
                </a:lnTo>
                <a:lnTo>
                  <a:pt x="32074" y="84643"/>
                </a:lnTo>
                <a:lnTo>
                  <a:pt x="69706" y="43167"/>
                </a:lnTo>
                <a:lnTo>
                  <a:pt x="117598" y="14500"/>
                </a:lnTo>
                <a:lnTo>
                  <a:pt x="171733" y="906"/>
                </a:lnTo>
                <a:lnTo>
                  <a:pt x="190499" y="0"/>
                </a:lnTo>
                <a:lnTo>
                  <a:pt x="7429499" y="0"/>
                </a:lnTo>
                <a:lnTo>
                  <a:pt x="7484714" y="8156"/>
                </a:lnTo>
                <a:lnTo>
                  <a:pt x="7535353" y="32075"/>
                </a:lnTo>
                <a:lnTo>
                  <a:pt x="7576830" y="69706"/>
                </a:lnTo>
                <a:lnTo>
                  <a:pt x="7605496" y="117598"/>
                </a:lnTo>
                <a:lnTo>
                  <a:pt x="7619092" y="171733"/>
                </a:lnTo>
                <a:lnTo>
                  <a:pt x="7619999" y="190499"/>
                </a:lnTo>
                <a:lnTo>
                  <a:pt x="7619999" y="942974"/>
                </a:lnTo>
                <a:lnTo>
                  <a:pt x="7611841" y="998191"/>
                </a:lnTo>
                <a:lnTo>
                  <a:pt x="7587922" y="1048830"/>
                </a:lnTo>
                <a:lnTo>
                  <a:pt x="7550291" y="1090307"/>
                </a:lnTo>
                <a:lnTo>
                  <a:pt x="7502399" y="1118973"/>
                </a:lnTo>
                <a:lnTo>
                  <a:pt x="7448264" y="1132568"/>
                </a:lnTo>
                <a:lnTo>
                  <a:pt x="7429499" y="1133474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285987" y="2076449"/>
            <a:ext cx="7620000" cy="1133475"/>
          </a:xfrm>
          <a:custGeom>
            <a:avLst/>
            <a:gdLst/>
            <a:ahLst/>
            <a:cxnLst/>
            <a:rect l="l" t="t" r="r" b="b"/>
            <a:pathLst>
              <a:path w="7620000" h="1133475">
                <a:moveTo>
                  <a:pt x="28575" y="883145"/>
                </a:moveTo>
                <a:lnTo>
                  <a:pt x="0" y="883145"/>
                </a:lnTo>
                <a:lnTo>
                  <a:pt x="0" y="940295"/>
                </a:lnTo>
                <a:lnTo>
                  <a:pt x="28575" y="940295"/>
                </a:lnTo>
                <a:lnTo>
                  <a:pt x="28575" y="883145"/>
                </a:lnTo>
                <a:close/>
              </a:path>
              <a:path w="7620000" h="1133475">
                <a:moveTo>
                  <a:pt x="28575" y="797610"/>
                </a:moveTo>
                <a:lnTo>
                  <a:pt x="0" y="797610"/>
                </a:lnTo>
                <a:lnTo>
                  <a:pt x="0" y="854760"/>
                </a:lnTo>
                <a:lnTo>
                  <a:pt x="28575" y="854760"/>
                </a:lnTo>
                <a:lnTo>
                  <a:pt x="28575" y="797610"/>
                </a:lnTo>
                <a:close/>
              </a:path>
              <a:path w="7620000" h="1133475">
                <a:moveTo>
                  <a:pt x="28575" y="712076"/>
                </a:moveTo>
                <a:lnTo>
                  <a:pt x="0" y="712076"/>
                </a:lnTo>
                <a:lnTo>
                  <a:pt x="0" y="769226"/>
                </a:lnTo>
                <a:lnTo>
                  <a:pt x="28575" y="769226"/>
                </a:lnTo>
                <a:lnTo>
                  <a:pt x="28575" y="712076"/>
                </a:lnTo>
                <a:close/>
              </a:path>
              <a:path w="7620000" h="1133475">
                <a:moveTo>
                  <a:pt x="28575" y="626541"/>
                </a:moveTo>
                <a:lnTo>
                  <a:pt x="0" y="626541"/>
                </a:lnTo>
                <a:lnTo>
                  <a:pt x="0" y="683691"/>
                </a:lnTo>
                <a:lnTo>
                  <a:pt x="28575" y="683691"/>
                </a:lnTo>
                <a:lnTo>
                  <a:pt x="28575" y="626541"/>
                </a:lnTo>
                <a:close/>
              </a:path>
              <a:path w="7620000" h="1133475">
                <a:moveTo>
                  <a:pt x="28575" y="541007"/>
                </a:moveTo>
                <a:lnTo>
                  <a:pt x="0" y="541007"/>
                </a:lnTo>
                <a:lnTo>
                  <a:pt x="0" y="598157"/>
                </a:lnTo>
                <a:lnTo>
                  <a:pt x="28575" y="598157"/>
                </a:lnTo>
                <a:lnTo>
                  <a:pt x="28575" y="541007"/>
                </a:lnTo>
                <a:close/>
              </a:path>
              <a:path w="7620000" h="1133475">
                <a:moveTo>
                  <a:pt x="28575" y="455472"/>
                </a:moveTo>
                <a:lnTo>
                  <a:pt x="0" y="455472"/>
                </a:lnTo>
                <a:lnTo>
                  <a:pt x="0" y="512622"/>
                </a:lnTo>
                <a:lnTo>
                  <a:pt x="28575" y="512622"/>
                </a:lnTo>
                <a:lnTo>
                  <a:pt x="28575" y="455472"/>
                </a:lnTo>
                <a:close/>
              </a:path>
              <a:path w="7620000" h="1133475">
                <a:moveTo>
                  <a:pt x="28575" y="369938"/>
                </a:moveTo>
                <a:lnTo>
                  <a:pt x="0" y="369938"/>
                </a:lnTo>
                <a:lnTo>
                  <a:pt x="0" y="427088"/>
                </a:lnTo>
                <a:lnTo>
                  <a:pt x="28575" y="427088"/>
                </a:lnTo>
                <a:lnTo>
                  <a:pt x="28575" y="369938"/>
                </a:lnTo>
                <a:close/>
              </a:path>
              <a:path w="7620000" h="1133475">
                <a:moveTo>
                  <a:pt x="28575" y="284403"/>
                </a:moveTo>
                <a:lnTo>
                  <a:pt x="0" y="284403"/>
                </a:lnTo>
                <a:lnTo>
                  <a:pt x="0" y="341553"/>
                </a:lnTo>
                <a:lnTo>
                  <a:pt x="28575" y="341553"/>
                </a:lnTo>
                <a:lnTo>
                  <a:pt x="28575" y="284403"/>
                </a:lnTo>
                <a:close/>
              </a:path>
              <a:path w="7620000" h="1133475">
                <a:moveTo>
                  <a:pt x="28575" y="198869"/>
                </a:moveTo>
                <a:lnTo>
                  <a:pt x="0" y="198869"/>
                </a:lnTo>
                <a:lnTo>
                  <a:pt x="0" y="256019"/>
                </a:lnTo>
                <a:lnTo>
                  <a:pt x="28575" y="256019"/>
                </a:lnTo>
                <a:lnTo>
                  <a:pt x="28575" y="198869"/>
                </a:lnTo>
                <a:close/>
              </a:path>
              <a:path w="7620000" h="1133475">
                <a:moveTo>
                  <a:pt x="43332" y="123405"/>
                </a:moveTo>
                <a:lnTo>
                  <a:pt x="17360" y="111556"/>
                </a:lnTo>
                <a:lnTo>
                  <a:pt x="14503" y="117602"/>
                </a:lnTo>
                <a:lnTo>
                  <a:pt x="8166" y="135293"/>
                </a:lnTo>
                <a:lnTo>
                  <a:pt x="3632" y="153339"/>
                </a:lnTo>
                <a:lnTo>
                  <a:pt x="1130" y="170243"/>
                </a:lnTo>
                <a:lnTo>
                  <a:pt x="29540" y="173291"/>
                </a:lnTo>
                <a:lnTo>
                  <a:pt x="31661" y="158915"/>
                </a:lnTo>
                <a:lnTo>
                  <a:pt x="35509" y="143573"/>
                </a:lnTo>
                <a:lnTo>
                  <a:pt x="40906" y="128536"/>
                </a:lnTo>
                <a:lnTo>
                  <a:pt x="43332" y="123405"/>
                </a:lnTo>
                <a:close/>
              </a:path>
              <a:path w="7620000" h="1133475">
                <a:moveTo>
                  <a:pt x="45478" y="1014641"/>
                </a:moveTo>
                <a:lnTo>
                  <a:pt x="40906" y="1004951"/>
                </a:lnTo>
                <a:lnTo>
                  <a:pt x="35509" y="989914"/>
                </a:lnTo>
                <a:lnTo>
                  <a:pt x="31661" y="974572"/>
                </a:lnTo>
                <a:lnTo>
                  <a:pt x="30276" y="965174"/>
                </a:lnTo>
                <a:lnTo>
                  <a:pt x="1993" y="969086"/>
                </a:lnTo>
                <a:lnTo>
                  <a:pt x="3632" y="980147"/>
                </a:lnTo>
                <a:lnTo>
                  <a:pt x="8166" y="998194"/>
                </a:lnTo>
                <a:lnTo>
                  <a:pt x="14503" y="1015885"/>
                </a:lnTo>
                <a:lnTo>
                  <a:pt x="19888" y="1027290"/>
                </a:lnTo>
                <a:lnTo>
                  <a:pt x="45478" y="1014641"/>
                </a:lnTo>
                <a:close/>
              </a:path>
              <a:path w="7620000" h="1133475">
                <a:moveTo>
                  <a:pt x="90741" y="63106"/>
                </a:moveTo>
                <a:lnTo>
                  <a:pt x="73139" y="40627"/>
                </a:lnTo>
                <a:lnTo>
                  <a:pt x="69710" y="43180"/>
                </a:lnTo>
                <a:lnTo>
                  <a:pt x="55803" y="55803"/>
                </a:lnTo>
                <a:lnTo>
                  <a:pt x="43167" y="69710"/>
                </a:lnTo>
                <a:lnTo>
                  <a:pt x="32080" y="84645"/>
                </a:lnTo>
                <a:lnTo>
                  <a:pt x="31661" y="85344"/>
                </a:lnTo>
                <a:lnTo>
                  <a:pt x="55486" y="101117"/>
                </a:lnTo>
                <a:lnTo>
                  <a:pt x="55841" y="100533"/>
                </a:lnTo>
                <a:lnTo>
                  <a:pt x="65278" y="87833"/>
                </a:lnTo>
                <a:lnTo>
                  <a:pt x="76009" y="76009"/>
                </a:lnTo>
                <a:lnTo>
                  <a:pt x="87833" y="65278"/>
                </a:lnTo>
                <a:lnTo>
                  <a:pt x="90741" y="63106"/>
                </a:lnTo>
                <a:close/>
              </a:path>
              <a:path w="7620000" h="1133475">
                <a:moveTo>
                  <a:pt x="94894" y="1073454"/>
                </a:moveTo>
                <a:lnTo>
                  <a:pt x="87833" y="1068209"/>
                </a:lnTo>
                <a:lnTo>
                  <a:pt x="76009" y="1057478"/>
                </a:lnTo>
                <a:lnTo>
                  <a:pt x="65278" y="1045654"/>
                </a:lnTo>
                <a:lnTo>
                  <a:pt x="58508" y="1036535"/>
                </a:lnTo>
                <a:lnTo>
                  <a:pt x="35217" y="1053058"/>
                </a:lnTo>
                <a:lnTo>
                  <a:pt x="43167" y="1063777"/>
                </a:lnTo>
                <a:lnTo>
                  <a:pt x="55803" y="1077683"/>
                </a:lnTo>
                <a:lnTo>
                  <a:pt x="69710" y="1090307"/>
                </a:lnTo>
                <a:lnTo>
                  <a:pt x="78016" y="1096479"/>
                </a:lnTo>
                <a:lnTo>
                  <a:pt x="94894" y="1073454"/>
                </a:lnTo>
                <a:close/>
              </a:path>
              <a:path w="7620000" h="1133475">
                <a:moveTo>
                  <a:pt x="160782" y="31381"/>
                </a:moveTo>
                <a:lnTo>
                  <a:pt x="155536" y="3302"/>
                </a:lnTo>
                <a:lnTo>
                  <a:pt x="153339" y="3632"/>
                </a:lnTo>
                <a:lnTo>
                  <a:pt x="135293" y="8166"/>
                </a:lnTo>
                <a:lnTo>
                  <a:pt x="117602" y="14503"/>
                </a:lnTo>
                <a:lnTo>
                  <a:pt x="100609" y="22529"/>
                </a:lnTo>
                <a:lnTo>
                  <a:pt x="98247" y="23939"/>
                </a:lnTo>
                <a:lnTo>
                  <a:pt x="112077" y="48933"/>
                </a:lnTo>
                <a:lnTo>
                  <a:pt x="114096" y="47726"/>
                </a:lnTo>
                <a:lnTo>
                  <a:pt x="128536" y="40906"/>
                </a:lnTo>
                <a:lnTo>
                  <a:pt x="143573" y="35509"/>
                </a:lnTo>
                <a:lnTo>
                  <a:pt x="158915" y="31661"/>
                </a:lnTo>
                <a:lnTo>
                  <a:pt x="160782" y="31381"/>
                </a:lnTo>
                <a:close/>
              </a:path>
              <a:path w="7620000" h="1133475">
                <a:moveTo>
                  <a:pt x="165836" y="1102842"/>
                </a:moveTo>
                <a:lnTo>
                  <a:pt x="158915" y="1101826"/>
                </a:lnTo>
                <a:lnTo>
                  <a:pt x="143573" y="1097978"/>
                </a:lnTo>
                <a:lnTo>
                  <a:pt x="128536" y="1092581"/>
                </a:lnTo>
                <a:lnTo>
                  <a:pt x="116573" y="1086929"/>
                </a:lnTo>
                <a:lnTo>
                  <a:pt x="103530" y="1112329"/>
                </a:lnTo>
                <a:lnTo>
                  <a:pt x="117602" y="1118984"/>
                </a:lnTo>
                <a:lnTo>
                  <a:pt x="135293" y="1125321"/>
                </a:lnTo>
                <a:lnTo>
                  <a:pt x="153339" y="1129855"/>
                </a:lnTo>
                <a:lnTo>
                  <a:pt x="161480" y="1131062"/>
                </a:lnTo>
                <a:lnTo>
                  <a:pt x="165836" y="1102842"/>
                </a:lnTo>
                <a:close/>
              </a:path>
              <a:path w="7620000" h="1133475">
                <a:moveTo>
                  <a:pt x="247523" y="1104900"/>
                </a:moveTo>
                <a:lnTo>
                  <a:pt x="190373" y="1104900"/>
                </a:lnTo>
                <a:lnTo>
                  <a:pt x="190373" y="1133475"/>
                </a:lnTo>
                <a:lnTo>
                  <a:pt x="247523" y="1133475"/>
                </a:lnTo>
                <a:lnTo>
                  <a:pt x="247523" y="1104900"/>
                </a:lnTo>
                <a:close/>
              </a:path>
              <a:path w="7620000" h="1133475">
                <a:moveTo>
                  <a:pt x="247650" y="0"/>
                </a:moveTo>
                <a:lnTo>
                  <a:pt x="190500" y="0"/>
                </a:lnTo>
                <a:lnTo>
                  <a:pt x="184696" y="292"/>
                </a:lnTo>
                <a:lnTo>
                  <a:pt x="185559" y="28816"/>
                </a:lnTo>
                <a:lnTo>
                  <a:pt x="190500" y="28575"/>
                </a:lnTo>
                <a:lnTo>
                  <a:pt x="247650" y="28575"/>
                </a:lnTo>
                <a:lnTo>
                  <a:pt x="247650" y="0"/>
                </a:lnTo>
                <a:close/>
              </a:path>
              <a:path w="7620000" h="1133475">
                <a:moveTo>
                  <a:pt x="333057" y="1104900"/>
                </a:moveTo>
                <a:lnTo>
                  <a:pt x="275907" y="1104900"/>
                </a:lnTo>
                <a:lnTo>
                  <a:pt x="275907" y="1133475"/>
                </a:lnTo>
                <a:lnTo>
                  <a:pt x="333057" y="1133475"/>
                </a:lnTo>
                <a:lnTo>
                  <a:pt x="333057" y="1104900"/>
                </a:lnTo>
                <a:close/>
              </a:path>
              <a:path w="7620000" h="1133475">
                <a:moveTo>
                  <a:pt x="333184" y="0"/>
                </a:moveTo>
                <a:lnTo>
                  <a:pt x="276034" y="0"/>
                </a:lnTo>
                <a:lnTo>
                  <a:pt x="276034" y="28575"/>
                </a:lnTo>
                <a:lnTo>
                  <a:pt x="333184" y="28575"/>
                </a:lnTo>
                <a:lnTo>
                  <a:pt x="333184" y="0"/>
                </a:lnTo>
                <a:close/>
              </a:path>
              <a:path w="7620000" h="1133475">
                <a:moveTo>
                  <a:pt x="418592" y="1104900"/>
                </a:moveTo>
                <a:lnTo>
                  <a:pt x="361442" y="1104900"/>
                </a:lnTo>
                <a:lnTo>
                  <a:pt x="361442" y="1133475"/>
                </a:lnTo>
                <a:lnTo>
                  <a:pt x="418592" y="1133475"/>
                </a:lnTo>
                <a:lnTo>
                  <a:pt x="418592" y="1104900"/>
                </a:lnTo>
                <a:close/>
              </a:path>
              <a:path w="7620000" h="1133475">
                <a:moveTo>
                  <a:pt x="418719" y="0"/>
                </a:moveTo>
                <a:lnTo>
                  <a:pt x="361569" y="0"/>
                </a:lnTo>
                <a:lnTo>
                  <a:pt x="361569" y="28575"/>
                </a:lnTo>
                <a:lnTo>
                  <a:pt x="418719" y="28575"/>
                </a:lnTo>
                <a:lnTo>
                  <a:pt x="418719" y="0"/>
                </a:lnTo>
                <a:close/>
              </a:path>
              <a:path w="7620000" h="1133475">
                <a:moveTo>
                  <a:pt x="504126" y="1104900"/>
                </a:moveTo>
                <a:lnTo>
                  <a:pt x="446976" y="1104900"/>
                </a:lnTo>
                <a:lnTo>
                  <a:pt x="446976" y="1133475"/>
                </a:lnTo>
                <a:lnTo>
                  <a:pt x="504126" y="1133475"/>
                </a:lnTo>
                <a:lnTo>
                  <a:pt x="504126" y="1104900"/>
                </a:lnTo>
                <a:close/>
              </a:path>
              <a:path w="7620000" h="1133475">
                <a:moveTo>
                  <a:pt x="504253" y="0"/>
                </a:moveTo>
                <a:lnTo>
                  <a:pt x="447103" y="0"/>
                </a:lnTo>
                <a:lnTo>
                  <a:pt x="447103" y="28575"/>
                </a:lnTo>
                <a:lnTo>
                  <a:pt x="504253" y="28575"/>
                </a:lnTo>
                <a:lnTo>
                  <a:pt x="504253" y="0"/>
                </a:lnTo>
                <a:close/>
              </a:path>
              <a:path w="7620000" h="1133475">
                <a:moveTo>
                  <a:pt x="589661" y="1104900"/>
                </a:moveTo>
                <a:lnTo>
                  <a:pt x="532511" y="1104900"/>
                </a:lnTo>
                <a:lnTo>
                  <a:pt x="532511" y="1133475"/>
                </a:lnTo>
                <a:lnTo>
                  <a:pt x="589661" y="1133475"/>
                </a:lnTo>
                <a:lnTo>
                  <a:pt x="589661" y="1104900"/>
                </a:lnTo>
                <a:close/>
              </a:path>
              <a:path w="7620000" h="1133475">
                <a:moveTo>
                  <a:pt x="589788" y="0"/>
                </a:moveTo>
                <a:lnTo>
                  <a:pt x="532638" y="0"/>
                </a:lnTo>
                <a:lnTo>
                  <a:pt x="532638" y="28575"/>
                </a:lnTo>
                <a:lnTo>
                  <a:pt x="589788" y="28575"/>
                </a:lnTo>
                <a:lnTo>
                  <a:pt x="589788" y="0"/>
                </a:lnTo>
                <a:close/>
              </a:path>
              <a:path w="7620000" h="1133475">
                <a:moveTo>
                  <a:pt x="675195" y="1104900"/>
                </a:moveTo>
                <a:lnTo>
                  <a:pt x="618045" y="1104900"/>
                </a:lnTo>
                <a:lnTo>
                  <a:pt x="618045" y="1133475"/>
                </a:lnTo>
                <a:lnTo>
                  <a:pt x="675195" y="1133475"/>
                </a:lnTo>
                <a:lnTo>
                  <a:pt x="675195" y="1104900"/>
                </a:lnTo>
                <a:close/>
              </a:path>
              <a:path w="7620000" h="1133475">
                <a:moveTo>
                  <a:pt x="675322" y="0"/>
                </a:moveTo>
                <a:lnTo>
                  <a:pt x="618172" y="0"/>
                </a:lnTo>
                <a:lnTo>
                  <a:pt x="618172" y="28575"/>
                </a:lnTo>
                <a:lnTo>
                  <a:pt x="675322" y="28575"/>
                </a:lnTo>
                <a:lnTo>
                  <a:pt x="675322" y="0"/>
                </a:lnTo>
                <a:close/>
              </a:path>
              <a:path w="7620000" h="1133475">
                <a:moveTo>
                  <a:pt x="760730" y="1104900"/>
                </a:moveTo>
                <a:lnTo>
                  <a:pt x="703580" y="1104900"/>
                </a:lnTo>
                <a:lnTo>
                  <a:pt x="703580" y="1133475"/>
                </a:lnTo>
                <a:lnTo>
                  <a:pt x="760730" y="1133475"/>
                </a:lnTo>
                <a:lnTo>
                  <a:pt x="760730" y="1104900"/>
                </a:lnTo>
                <a:close/>
              </a:path>
              <a:path w="7620000" h="1133475">
                <a:moveTo>
                  <a:pt x="760857" y="0"/>
                </a:moveTo>
                <a:lnTo>
                  <a:pt x="703707" y="0"/>
                </a:lnTo>
                <a:lnTo>
                  <a:pt x="703707" y="28575"/>
                </a:lnTo>
                <a:lnTo>
                  <a:pt x="760857" y="28575"/>
                </a:lnTo>
                <a:lnTo>
                  <a:pt x="760857" y="0"/>
                </a:lnTo>
                <a:close/>
              </a:path>
              <a:path w="7620000" h="1133475">
                <a:moveTo>
                  <a:pt x="846264" y="1104900"/>
                </a:moveTo>
                <a:lnTo>
                  <a:pt x="789114" y="1104900"/>
                </a:lnTo>
                <a:lnTo>
                  <a:pt x="789114" y="1133475"/>
                </a:lnTo>
                <a:lnTo>
                  <a:pt x="846264" y="1133475"/>
                </a:lnTo>
                <a:lnTo>
                  <a:pt x="846264" y="1104900"/>
                </a:lnTo>
                <a:close/>
              </a:path>
              <a:path w="7620000" h="1133475">
                <a:moveTo>
                  <a:pt x="846391" y="0"/>
                </a:moveTo>
                <a:lnTo>
                  <a:pt x="789241" y="0"/>
                </a:lnTo>
                <a:lnTo>
                  <a:pt x="789241" y="28575"/>
                </a:lnTo>
                <a:lnTo>
                  <a:pt x="846391" y="28575"/>
                </a:lnTo>
                <a:lnTo>
                  <a:pt x="846391" y="0"/>
                </a:lnTo>
                <a:close/>
              </a:path>
              <a:path w="7620000" h="1133475">
                <a:moveTo>
                  <a:pt x="931799" y="1104900"/>
                </a:moveTo>
                <a:lnTo>
                  <a:pt x="874649" y="1104900"/>
                </a:lnTo>
                <a:lnTo>
                  <a:pt x="874649" y="1133475"/>
                </a:lnTo>
                <a:lnTo>
                  <a:pt x="931799" y="1133475"/>
                </a:lnTo>
                <a:lnTo>
                  <a:pt x="931799" y="1104900"/>
                </a:lnTo>
                <a:close/>
              </a:path>
              <a:path w="7620000" h="1133475">
                <a:moveTo>
                  <a:pt x="931926" y="0"/>
                </a:moveTo>
                <a:lnTo>
                  <a:pt x="874776" y="0"/>
                </a:lnTo>
                <a:lnTo>
                  <a:pt x="874776" y="28575"/>
                </a:lnTo>
                <a:lnTo>
                  <a:pt x="931926" y="28575"/>
                </a:lnTo>
                <a:lnTo>
                  <a:pt x="931926" y="0"/>
                </a:lnTo>
                <a:close/>
              </a:path>
              <a:path w="7620000" h="1133475">
                <a:moveTo>
                  <a:pt x="1017333" y="1104900"/>
                </a:moveTo>
                <a:lnTo>
                  <a:pt x="960183" y="1104900"/>
                </a:lnTo>
                <a:lnTo>
                  <a:pt x="960183" y="1133475"/>
                </a:lnTo>
                <a:lnTo>
                  <a:pt x="1017333" y="1133475"/>
                </a:lnTo>
                <a:lnTo>
                  <a:pt x="1017333" y="1104900"/>
                </a:lnTo>
                <a:close/>
              </a:path>
              <a:path w="7620000" h="1133475">
                <a:moveTo>
                  <a:pt x="1017460" y="0"/>
                </a:moveTo>
                <a:lnTo>
                  <a:pt x="960310" y="0"/>
                </a:lnTo>
                <a:lnTo>
                  <a:pt x="960310" y="28575"/>
                </a:lnTo>
                <a:lnTo>
                  <a:pt x="1017460" y="28575"/>
                </a:lnTo>
                <a:lnTo>
                  <a:pt x="1017460" y="0"/>
                </a:lnTo>
                <a:close/>
              </a:path>
              <a:path w="7620000" h="1133475">
                <a:moveTo>
                  <a:pt x="1102868" y="1104900"/>
                </a:moveTo>
                <a:lnTo>
                  <a:pt x="1045718" y="1104900"/>
                </a:lnTo>
                <a:lnTo>
                  <a:pt x="1045718" y="1133475"/>
                </a:lnTo>
                <a:lnTo>
                  <a:pt x="1102868" y="1133475"/>
                </a:lnTo>
                <a:lnTo>
                  <a:pt x="1102868" y="1104900"/>
                </a:lnTo>
                <a:close/>
              </a:path>
              <a:path w="7620000" h="1133475">
                <a:moveTo>
                  <a:pt x="1102995" y="0"/>
                </a:moveTo>
                <a:lnTo>
                  <a:pt x="1045845" y="0"/>
                </a:lnTo>
                <a:lnTo>
                  <a:pt x="1045845" y="28575"/>
                </a:lnTo>
                <a:lnTo>
                  <a:pt x="1102995" y="28575"/>
                </a:lnTo>
                <a:lnTo>
                  <a:pt x="1102995" y="0"/>
                </a:lnTo>
                <a:close/>
              </a:path>
              <a:path w="7620000" h="1133475">
                <a:moveTo>
                  <a:pt x="1188402" y="1104900"/>
                </a:moveTo>
                <a:lnTo>
                  <a:pt x="1131252" y="1104900"/>
                </a:lnTo>
                <a:lnTo>
                  <a:pt x="1131252" y="1133475"/>
                </a:lnTo>
                <a:lnTo>
                  <a:pt x="1188402" y="1133475"/>
                </a:lnTo>
                <a:lnTo>
                  <a:pt x="1188402" y="1104900"/>
                </a:lnTo>
                <a:close/>
              </a:path>
              <a:path w="7620000" h="1133475">
                <a:moveTo>
                  <a:pt x="1188529" y="0"/>
                </a:moveTo>
                <a:lnTo>
                  <a:pt x="1131379" y="0"/>
                </a:lnTo>
                <a:lnTo>
                  <a:pt x="1131379" y="28575"/>
                </a:lnTo>
                <a:lnTo>
                  <a:pt x="1188529" y="28575"/>
                </a:lnTo>
                <a:lnTo>
                  <a:pt x="1188529" y="0"/>
                </a:lnTo>
                <a:close/>
              </a:path>
              <a:path w="7620000" h="1133475">
                <a:moveTo>
                  <a:pt x="1273937" y="1104900"/>
                </a:moveTo>
                <a:lnTo>
                  <a:pt x="1216787" y="1104900"/>
                </a:lnTo>
                <a:lnTo>
                  <a:pt x="1216787" y="1133475"/>
                </a:lnTo>
                <a:lnTo>
                  <a:pt x="1273937" y="1133475"/>
                </a:lnTo>
                <a:lnTo>
                  <a:pt x="1273937" y="1104900"/>
                </a:lnTo>
                <a:close/>
              </a:path>
              <a:path w="7620000" h="1133475">
                <a:moveTo>
                  <a:pt x="1274064" y="0"/>
                </a:moveTo>
                <a:lnTo>
                  <a:pt x="1216914" y="0"/>
                </a:lnTo>
                <a:lnTo>
                  <a:pt x="1216914" y="28575"/>
                </a:lnTo>
                <a:lnTo>
                  <a:pt x="1274064" y="28575"/>
                </a:lnTo>
                <a:lnTo>
                  <a:pt x="1274064" y="0"/>
                </a:lnTo>
                <a:close/>
              </a:path>
              <a:path w="7620000" h="1133475">
                <a:moveTo>
                  <a:pt x="1359471" y="1104900"/>
                </a:moveTo>
                <a:lnTo>
                  <a:pt x="1302321" y="1104900"/>
                </a:lnTo>
                <a:lnTo>
                  <a:pt x="1302321" y="1133475"/>
                </a:lnTo>
                <a:lnTo>
                  <a:pt x="1359471" y="1133475"/>
                </a:lnTo>
                <a:lnTo>
                  <a:pt x="1359471" y="1104900"/>
                </a:lnTo>
                <a:close/>
              </a:path>
              <a:path w="7620000" h="1133475">
                <a:moveTo>
                  <a:pt x="1359598" y="0"/>
                </a:moveTo>
                <a:lnTo>
                  <a:pt x="1302448" y="0"/>
                </a:lnTo>
                <a:lnTo>
                  <a:pt x="1302448" y="28575"/>
                </a:lnTo>
                <a:lnTo>
                  <a:pt x="1359598" y="28575"/>
                </a:lnTo>
                <a:lnTo>
                  <a:pt x="1359598" y="0"/>
                </a:lnTo>
                <a:close/>
              </a:path>
              <a:path w="7620000" h="1133475">
                <a:moveTo>
                  <a:pt x="1445006" y="1104900"/>
                </a:moveTo>
                <a:lnTo>
                  <a:pt x="1387856" y="1104900"/>
                </a:lnTo>
                <a:lnTo>
                  <a:pt x="1387856" y="1133475"/>
                </a:lnTo>
                <a:lnTo>
                  <a:pt x="1445006" y="1133475"/>
                </a:lnTo>
                <a:lnTo>
                  <a:pt x="1445006" y="1104900"/>
                </a:lnTo>
                <a:close/>
              </a:path>
              <a:path w="7620000" h="1133475">
                <a:moveTo>
                  <a:pt x="1445133" y="0"/>
                </a:moveTo>
                <a:lnTo>
                  <a:pt x="1387983" y="0"/>
                </a:lnTo>
                <a:lnTo>
                  <a:pt x="1387983" y="28575"/>
                </a:lnTo>
                <a:lnTo>
                  <a:pt x="1445133" y="28575"/>
                </a:lnTo>
                <a:lnTo>
                  <a:pt x="1445133" y="0"/>
                </a:lnTo>
                <a:close/>
              </a:path>
              <a:path w="7620000" h="1133475">
                <a:moveTo>
                  <a:pt x="1530540" y="1104900"/>
                </a:moveTo>
                <a:lnTo>
                  <a:pt x="1473390" y="1104900"/>
                </a:lnTo>
                <a:lnTo>
                  <a:pt x="1473390" y="1133475"/>
                </a:lnTo>
                <a:lnTo>
                  <a:pt x="1530540" y="1133475"/>
                </a:lnTo>
                <a:lnTo>
                  <a:pt x="1530540" y="1104900"/>
                </a:lnTo>
                <a:close/>
              </a:path>
              <a:path w="7620000" h="1133475">
                <a:moveTo>
                  <a:pt x="1530667" y="0"/>
                </a:moveTo>
                <a:lnTo>
                  <a:pt x="1473517" y="0"/>
                </a:lnTo>
                <a:lnTo>
                  <a:pt x="1473517" y="28575"/>
                </a:lnTo>
                <a:lnTo>
                  <a:pt x="1530667" y="28575"/>
                </a:lnTo>
                <a:lnTo>
                  <a:pt x="1530667" y="0"/>
                </a:lnTo>
                <a:close/>
              </a:path>
              <a:path w="7620000" h="1133475">
                <a:moveTo>
                  <a:pt x="1616075" y="1104900"/>
                </a:moveTo>
                <a:lnTo>
                  <a:pt x="1558925" y="1104900"/>
                </a:lnTo>
                <a:lnTo>
                  <a:pt x="1558925" y="1133475"/>
                </a:lnTo>
                <a:lnTo>
                  <a:pt x="1616075" y="1133475"/>
                </a:lnTo>
                <a:lnTo>
                  <a:pt x="1616075" y="1104900"/>
                </a:lnTo>
                <a:close/>
              </a:path>
              <a:path w="7620000" h="1133475">
                <a:moveTo>
                  <a:pt x="1616202" y="0"/>
                </a:moveTo>
                <a:lnTo>
                  <a:pt x="1559052" y="0"/>
                </a:lnTo>
                <a:lnTo>
                  <a:pt x="1559052" y="28575"/>
                </a:lnTo>
                <a:lnTo>
                  <a:pt x="1616202" y="28575"/>
                </a:lnTo>
                <a:lnTo>
                  <a:pt x="1616202" y="0"/>
                </a:lnTo>
                <a:close/>
              </a:path>
              <a:path w="7620000" h="1133475">
                <a:moveTo>
                  <a:pt x="1701609" y="1104900"/>
                </a:moveTo>
                <a:lnTo>
                  <a:pt x="1644459" y="1104900"/>
                </a:lnTo>
                <a:lnTo>
                  <a:pt x="1644459" y="1133475"/>
                </a:lnTo>
                <a:lnTo>
                  <a:pt x="1701609" y="1133475"/>
                </a:lnTo>
                <a:lnTo>
                  <a:pt x="1701609" y="1104900"/>
                </a:lnTo>
                <a:close/>
              </a:path>
              <a:path w="7620000" h="1133475">
                <a:moveTo>
                  <a:pt x="1701736" y="0"/>
                </a:moveTo>
                <a:lnTo>
                  <a:pt x="1644586" y="0"/>
                </a:lnTo>
                <a:lnTo>
                  <a:pt x="1644586" y="28575"/>
                </a:lnTo>
                <a:lnTo>
                  <a:pt x="1701736" y="28575"/>
                </a:lnTo>
                <a:lnTo>
                  <a:pt x="1701736" y="0"/>
                </a:lnTo>
                <a:close/>
              </a:path>
              <a:path w="7620000" h="1133475">
                <a:moveTo>
                  <a:pt x="1787144" y="1104900"/>
                </a:moveTo>
                <a:lnTo>
                  <a:pt x="1729994" y="1104900"/>
                </a:lnTo>
                <a:lnTo>
                  <a:pt x="1729994" y="1133475"/>
                </a:lnTo>
                <a:lnTo>
                  <a:pt x="1787144" y="1133475"/>
                </a:lnTo>
                <a:lnTo>
                  <a:pt x="1787144" y="1104900"/>
                </a:lnTo>
                <a:close/>
              </a:path>
              <a:path w="7620000" h="1133475">
                <a:moveTo>
                  <a:pt x="1787271" y="0"/>
                </a:moveTo>
                <a:lnTo>
                  <a:pt x="1730121" y="0"/>
                </a:lnTo>
                <a:lnTo>
                  <a:pt x="1730121" y="28575"/>
                </a:lnTo>
                <a:lnTo>
                  <a:pt x="1787271" y="28575"/>
                </a:lnTo>
                <a:lnTo>
                  <a:pt x="1787271" y="0"/>
                </a:lnTo>
                <a:close/>
              </a:path>
              <a:path w="7620000" h="1133475">
                <a:moveTo>
                  <a:pt x="1872678" y="1104900"/>
                </a:moveTo>
                <a:lnTo>
                  <a:pt x="1815528" y="1104900"/>
                </a:lnTo>
                <a:lnTo>
                  <a:pt x="1815528" y="1133475"/>
                </a:lnTo>
                <a:lnTo>
                  <a:pt x="1872678" y="1133475"/>
                </a:lnTo>
                <a:lnTo>
                  <a:pt x="1872678" y="1104900"/>
                </a:lnTo>
                <a:close/>
              </a:path>
              <a:path w="7620000" h="1133475">
                <a:moveTo>
                  <a:pt x="1872805" y="0"/>
                </a:moveTo>
                <a:lnTo>
                  <a:pt x="1815655" y="0"/>
                </a:lnTo>
                <a:lnTo>
                  <a:pt x="1815655" y="28575"/>
                </a:lnTo>
                <a:lnTo>
                  <a:pt x="1872805" y="28575"/>
                </a:lnTo>
                <a:lnTo>
                  <a:pt x="1872805" y="0"/>
                </a:lnTo>
                <a:close/>
              </a:path>
              <a:path w="7620000" h="1133475">
                <a:moveTo>
                  <a:pt x="1958213" y="1104900"/>
                </a:moveTo>
                <a:lnTo>
                  <a:pt x="1901063" y="1104900"/>
                </a:lnTo>
                <a:lnTo>
                  <a:pt x="1901063" y="1133475"/>
                </a:lnTo>
                <a:lnTo>
                  <a:pt x="1958213" y="1133475"/>
                </a:lnTo>
                <a:lnTo>
                  <a:pt x="1958213" y="1104900"/>
                </a:lnTo>
                <a:close/>
              </a:path>
              <a:path w="7620000" h="1133475">
                <a:moveTo>
                  <a:pt x="1958340" y="0"/>
                </a:moveTo>
                <a:lnTo>
                  <a:pt x="1901190" y="0"/>
                </a:lnTo>
                <a:lnTo>
                  <a:pt x="1901190" y="28575"/>
                </a:lnTo>
                <a:lnTo>
                  <a:pt x="1958340" y="28575"/>
                </a:lnTo>
                <a:lnTo>
                  <a:pt x="1958340" y="0"/>
                </a:lnTo>
                <a:close/>
              </a:path>
              <a:path w="7620000" h="1133475">
                <a:moveTo>
                  <a:pt x="2043747" y="1104900"/>
                </a:moveTo>
                <a:lnTo>
                  <a:pt x="1986597" y="1104900"/>
                </a:lnTo>
                <a:lnTo>
                  <a:pt x="1986597" y="1133475"/>
                </a:lnTo>
                <a:lnTo>
                  <a:pt x="2043747" y="1133475"/>
                </a:lnTo>
                <a:lnTo>
                  <a:pt x="2043747" y="1104900"/>
                </a:lnTo>
                <a:close/>
              </a:path>
              <a:path w="7620000" h="1133475">
                <a:moveTo>
                  <a:pt x="2043874" y="0"/>
                </a:moveTo>
                <a:lnTo>
                  <a:pt x="1986724" y="0"/>
                </a:lnTo>
                <a:lnTo>
                  <a:pt x="1986724" y="28575"/>
                </a:lnTo>
                <a:lnTo>
                  <a:pt x="2043874" y="28575"/>
                </a:lnTo>
                <a:lnTo>
                  <a:pt x="2043874" y="0"/>
                </a:lnTo>
                <a:close/>
              </a:path>
              <a:path w="7620000" h="1133475">
                <a:moveTo>
                  <a:pt x="2129282" y="1104900"/>
                </a:moveTo>
                <a:lnTo>
                  <a:pt x="2072132" y="1104900"/>
                </a:lnTo>
                <a:lnTo>
                  <a:pt x="2072132" y="1133475"/>
                </a:lnTo>
                <a:lnTo>
                  <a:pt x="2129282" y="1133475"/>
                </a:lnTo>
                <a:lnTo>
                  <a:pt x="2129282" y="1104900"/>
                </a:lnTo>
                <a:close/>
              </a:path>
              <a:path w="7620000" h="1133475">
                <a:moveTo>
                  <a:pt x="2129409" y="0"/>
                </a:moveTo>
                <a:lnTo>
                  <a:pt x="2072259" y="0"/>
                </a:lnTo>
                <a:lnTo>
                  <a:pt x="2072259" y="28575"/>
                </a:lnTo>
                <a:lnTo>
                  <a:pt x="2129409" y="28575"/>
                </a:lnTo>
                <a:lnTo>
                  <a:pt x="2129409" y="0"/>
                </a:lnTo>
                <a:close/>
              </a:path>
              <a:path w="7620000" h="1133475">
                <a:moveTo>
                  <a:pt x="2214816" y="1104900"/>
                </a:moveTo>
                <a:lnTo>
                  <a:pt x="2157666" y="1104900"/>
                </a:lnTo>
                <a:lnTo>
                  <a:pt x="2157666" y="1133475"/>
                </a:lnTo>
                <a:lnTo>
                  <a:pt x="2214816" y="1133475"/>
                </a:lnTo>
                <a:lnTo>
                  <a:pt x="2214816" y="1104900"/>
                </a:lnTo>
                <a:close/>
              </a:path>
              <a:path w="7620000" h="1133475">
                <a:moveTo>
                  <a:pt x="2214943" y="0"/>
                </a:moveTo>
                <a:lnTo>
                  <a:pt x="2157793" y="0"/>
                </a:lnTo>
                <a:lnTo>
                  <a:pt x="2157793" y="28575"/>
                </a:lnTo>
                <a:lnTo>
                  <a:pt x="2214943" y="28575"/>
                </a:lnTo>
                <a:lnTo>
                  <a:pt x="2214943" y="0"/>
                </a:lnTo>
                <a:close/>
              </a:path>
              <a:path w="7620000" h="1133475">
                <a:moveTo>
                  <a:pt x="2300351" y="1104900"/>
                </a:moveTo>
                <a:lnTo>
                  <a:pt x="2243201" y="1104900"/>
                </a:lnTo>
                <a:lnTo>
                  <a:pt x="2243201" y="1133475"/>
                </a:lnTo>
                <a:lnTo>
                  <a:pt x="2300351" y="1133475"/>
                </a:lnTo>
                <a:lnTo>
                  <a:pt x="2300351" y="1104900"/>
                </a:lnTo>
                <a:close/>
              </a:path>
              <a:path w="7620000" h="1133475">
                <a:moveTo>
                  <a:pt x="2300478" y="0"/>
                </a:moveTo>
                <a:lnTo>
                  <a:pt x="2243328" y="0"/>
                </a:lnTo>
                <a:lnTo>
                  <a:pt x="2243328" y="28575"/>
                </a:lnTo>
                <a:lnTo>
                  <a:pt x="2300478" y="28575"/>
                </a:lnTo>
                <a:lnTo>
                  <a:pt x="2300478" y="0"/>
                </a:lnTo>
                <a:close/>
              </a:path>
              <a:path w="7620000" h="1133475">
                <a:moveTo>
                  <a:pt x="2385885" y="1104900"/>
                </a:moveTo>
                <a:lnTo>
                  <a:pt x="2328735" y="1104900"/>
                </a:lnTo>
                <a:lnTo>
                  <a:pt x="2328735" y="1133475"/>
                </a:lnTo>
                <a:lnTo>
                  <a:pt x="2385885" y="1133475"/>
                </a:lnTo>
                <a:lnTo>
                  <a:pt x="2385885" y="1104900"/>
                </a:lnTo>
                <a:close/>
              </a:path>
              <a:path w="7620000" h="1133475">
                <a:moveTo>
                  <a:pt x="2386012" y="0"/>
                </a:moveTo>
                <a:lnTo>
                  <a:pt x="2328862" y="0"/>
                </a:lnTo>
                <a:lnTo>
                  <a:pt x="2328862" y="28575"/>
                </a:lnTo>
                <a:lnTo>
                  <a:pt x="2386012" y="28575"/>
                </a:lnTo>
                <a:lnTo>
                  <a:pt x="2386012" y="0"/>
                </a:lnTo>
                <a:close/>
              </a:path>
              <a:path w="7620000" h="1133475">
                <a:moveTo>
                  <a:pt x="2471420" y="1104900"/>
                </a:moveTo>
                <a:lnTo>
                  <a:pt x="2414270" y="1104900"/>
                </a:lnTo>
                <a:lnTo>
                  <a:pt x="2414270" y="1133475"/>
                </a:lnTo>
                <a:lnTo>
                  <a:pt x="2471420" y="1133475"/>
                </a:lnTo>
                <a:lnTo>
                  <a:pt x="2471420" y="1104900"/>
                </a:lnTo>
                <a:close/>
              </a:path>
              <a:path w="7620000" h="1133475">
                <a:moveTo>
                  <a:pt x="2471547" y="0"/>
                </a:moveTo>
                <a:lnTo>
                  <a:pt x="2414397" y="0"/>
                </a:lnTo>
                <a:lnTo>
                  <a:pt x="2414397" y="28575"/>
                </a:lnTo>
                <a:lnTo>
                  <a:pt x="2471547" y="28575"/>
                </a:lnTo>
                <a:lnTo>
                  <a:pt x="2471547" y="0"/>
                </a:lnTo>
                <a:close/>
              </a:path>
              <a:path w="7620000" h="1133475">
                <a:moveTo>
                  <a:pt x="2556954" y="1104900"/>
                </a:moveTo>
                <a:lnTo>
                  <a:pt x="2499804" y="1104900"/>
                </a:lnTo>
                <a:lnTo>
                  <a:pt x="2499804" y="1133475"/>
                </a:lnTo>
                <a:lnTo>
                  <a:pt x="2556954" y="1133475"/>
                </a:lnTo>
                <a:lnTo>
                  <a:pt x="2556954" y="1104900"/>
                </a:lnTo>
                <a:close/>
              </a:path>
              <a:path w="7620000" h="1133475">
                <a:moveTo>
                  <a:pt x="2557081" y="0"/>
                </a:moveTo>
                <a:lnTo>
                  <a:pt x="2499931" y="0"/>
                </a:lnTo>
                <a:lnTo>
                  <a:pt x="2499931" y="28575"/>
                </a:lnTo>
                <a:lnTo>
                  <a:pt x="2557081" y="28575"/>
                </a:lnTo>
                <a:lnTo>
                  <a:pt x="2557081" y="0"/>
                </a:lnTo>
                <a:close/>
              </a:path>
              <a:path w="7620000" h="1133475">
                <a:moveTo>
                  <a:pt x="2642489" y="1104900"/>
                </a:moveTo>
                <a:lnTo>
                  <a:pt x="2585339" y="1104900"/>
                </a:lnTo>
                <a:lnTo>
                  <a:pt x="2585339" y="1133475"/>
                </a:lnTo>
                <a:lnTo>
                  <a:pt x="2642489" y="1133475"/>
                </a:lnTo>
                <a:lnTo>
                  <a:pt x="2642489" y="1104900"/>
                </a:lnTo>
                <a:close/>
              </a:path>
              <a:path w="7620000" h="1133475">
                <a:moveTo>
                  <a:pt x="2642616" y="0"/>
                </a:moveTo>
                <a:lnTo>
                  <a:pt x="2585466" y="0"/>
                </a:lnTo>
                <a:lnTo>
                  <a:pt x="2585466" y="28575"/>
                </a:lnTo>
                <a:lnTo>
                  <a:pt x="2642616" y="28575"/>
                </a:lnTo>
                <a:lnTo>
                  <a:pt x="2642616" y="0"/>
                </a:lnTo>
                <a:close/>
              </a:path>
              <a:path w="7620000" h="1133475">
                <a:moveTo>
                  <a:pt x="2728023" y="1104900"/>
                </a:moveTo>
                <a:lnTo>
                  <a:pt x="2670873" y="1104900"/>
                </a:lnTo>
                <a:lnTo>
                  <a:pt x="2670873" y="1133475"/>
                </a:lnTo>
                <a:lnTo>
                  <a:pt x="2728023" y="1133475"/>
                </a:lnTo>
                <a:lnTo>
                  <a:pt x="2728023" y="1104900"/>
                </a:lnTo>
                <a:close/>
              </a:path>
              <a:path w="7620000" h="1133475">
                <a:moveTo>
                  <a:pt x="2728150" y="0"/>
                </a:moveTo>
                <a:lnTo>
                  <a:pt x="2671000" y="0"/>
                </a:lnTo>
                <a:lnTo>
                  <a:pt x="2671000" y="28575"/>
                </a:lnTo>
                <a:lnTo>
                  <a:pt x="2728150" y="28575"/>
                </a:lnTo>
                <a:lnTo>
                  <a:pt x="2728150" y="0"/>
                </a:lnTo>
                <a:close/>
              </a:path>
              <a:path w="7620000" h="1133475">
                <a:moveTo>
                  <a:pt x="2813558" y="1104900"/>
                </a:moveTo>
                <a:lnTo>
                  <a:pt x="2756408" y="1104900"/>
                </a:lnTo>
                <a:lnTo>
                  <a:pt x="2756408" y="1133475"/>
                </a:lnTo>
                <a:lnTo>
                  <a:pt x="2813558" y="1133475"/>
                </a:lnTo>
                <a:lnTo>
                  <a:pt x="2813558" y="1104900"/>
                </a:lnTo>
                <a:close/>
              </a:path>
              <a:path w="7620000" h="1133475">
                <a:moveTo>
                  <a:pt x="2813685" y="0"/>
                </a:moveTo>
                <a:lnTo>
                  <a:pt x="2756535" y="0"/>
                </a:lnTo>
                <a:lnTo>
                  <a:pt x="2756535" y="28575"/>
                </a:lnTo>
                <a:lnTo>
                  <a:pt x="2813685" y="28575"/>
                </a:lnTo>
                <a:lnTo>
                  <a:pt x="2813685" y="0"/>
                </a:lnTo>
                <a:close/>
              </a:path>
              <a:path w="7620000" h="1133475">
                <a:moveTo>
                  <a:pt x="2899092" y="1104900"/>
                </a:moveTo>
                <a:lnTo>
                  <a:pt x="2841942" y="1104900"/>
                </a:lnTo>
                <a:lnTo>
                  <a:pt x="2841942" y="1133475"/>
                </a:lnTo>
                <a:lnTo>
                  <a:pt x="2899092" y="1133475"/>
                </a:lnTo>
                <a:lnTo>
                  <a:pt x="2899092" y="1104900"/>
                </a:lnTo>
                <a:close/>
              </a:path>
              <a:path w="7620000" h="1133475">
                <a:moveTo>
                  <a:pt x="2899219" y="0"/>
                </a:moveTo>
                <a:lnTo>
                  <a:pt x="2842069" y="0"/>
                </a:lnTo>
                <a:lnTo>
                  <a:pt x="2842069" y="28575"/>
                </a:lnTo>
                <a:lnTo>
                  <a:pt x="2899219" y="28575"/>
                </a:lnTo>
                <a:lnTo>
                  <a:pt x="2899219" y="0"/>
                </a:lnTo>
                <a:close/>
              </a:path>
              <a:path w="7620000" h="1133475">
                <a:moveTo>
                  <a:pt x="2984627" y="1104900"/>
                </a:moveTo>
                <a:lnTo>
                  <a:pt x="2927477" y="1104900"/>
                </a:lnTo>
                <a:lnTo>
                  <a:pt x="2927477" y="1133475"/>
                </a:lnTo>
                <a:lnTo>
                  <a:pt x="2984627" y="1133475"/>
                </a:lnTo>
                <a:lnTo>
                  <a:pt x="2984627" y="1104900"/>
                </a:lnTo>
                <a:close/>
              </a:path>
              <a:path w="7620000" h="1133475">
                <a:moveTo>
                  <a:pt x="2984754" y="0"/>
                </a:moveTo>
                <a:lnTo>
                  <a:pt x="2927604" y="0"/>
                </a:lnTo>
                <a:lnTo>
                  <a:pt x="2927604" y="28575"/>
                </a:lnTo>
                <a:lnTo>
                  <a:pt x="2984754" y="28575"/>
                </a:lnTo>
                <a:lnTo>
                  <a:pt x="2984754" y="0"/>
                </a:lnTo>
                <a:close/>
              </a:path>
              <a:path w="7620000" h="1133475">
                <a:moveTo>
                  <a:pt x="3070161" y="1104900"/>
                </a:moveTo>
                <a:lnTo>
                  <a:pt x="3013011" y="1104900"/>
                </a:lnTo>
                <a:lnTo>
                  <a:pt x="3013011" y="1133475"/>
                </a:lnTo>
                <a:lnTo>
                  <a:pt x="3070161" y="1133475"/>
                </a:lnTo>
                <a:lnTo>
                  <a:pt x="3070161" y="1104900"/>
                </a:lnTo>
                <a:close/>
              </a:path>
              <a:path w="7620000" h="1133475">
                <a:moveTo>
                  <a:pt x="3070288" y="0"/>
                </a:moveTo>
                <a:lnTo>
                  <a:pt x="3013138" y="0"/>
                </a:lnTo>
                <a:lnTo>
                  <a:pt x="3013138" y="28575"/>
                </a:lnTo>
                <a:lnTo>
                  <a:pt x="3070288" y="28575"/>
                </a:lnTo>
                <a:lnTo>
                  <a:pt x="3070288" y="0"/>
                </a:lnTo>
                <a:close/>
              </a:path>
              <a:path w="7620000" h="1133475">
                <a:moveTo>
                  <a:pt x="3155696" y="1104900"/>
                </a:moveTo>
                <a:lnTo>
                  <a:pt x="3098546" y="1104900"/>
                </a:lnTo>
                <a:lnTo>
                  <a:pt x="3098546" y="1133475"/>
                </a:lnTo>
                <a:lnTo>
                  <a:pt x="3155696" y="1133475"/>
                </a:lnTo>
                <a:lnTo>
                  <a:pt x="3155696" y="1104900"/>
                </a:lnTo>
                <a:close/>
              </a:path>
              <a:path w="7620000" h="1133475">
                <a:moveTo>
                  <a:pt x="3155823" y="0"/>
                </a:moveTo>
                <a:lnTo>
                  <a:pt x="3098673" y="0"/>
                </a:lnTo>
                <a:lnTo>
                  <a:pt x="3098673" y="28575"/>
                </a:lnTo>
                <a:lnTo>
                  <a:pt x="3155823" y="28575"/>
                </a:lnTo>
                <a:lnTo>
                  <a:pt x="3155823" y="0"/>
                </a:lnTo>
                <a:close/>
              </a:path>
              <a:path w="7620000" h="1133475">
                <a:moveTo>
                  <a:pt x="3241230" y="1104900"/>
                </a:moveTo>
                <a:lnTo>
                  <a:pt x="3184080" y="1104900"/>
                </a:lnTo>
                <a:lnTo>
                  <a:pt x="3184080" y="1133475"/>
                </a:lnTo>
                <a:lnTo>
                  <a:pt x="3241230" y="1133475"/>
                </a:lnTo>
                <a:lnTo>
                  <a:pt x="3241230" y="1104900"/>
                </a:lnTo>
                <a:close/>
              </a:path>
              <a:path w="7620000" h="1133475">
                <a:moveTo>
                  <a:pt x="3241357" y="0"/>
                </a:moveTo>
                <a:lnTo>
                  <a:pt x="3184207" y="0"/>
                </a:lnTo>
                <a:lnTo>
                  <a:pt x="3184207" y="28575"/>
                </a:lnTo>
                <a:lnTo>
                  <a:pt x="3241357" y="28575"/>
                </a:lnTo>
                <a:lnTo>
                  <a:pt x="3241357" y="0"/>
                </a:lnTo>
                <a:close/>
              </a:path>
              <a:path w="7620000" h="1133475">
                <a:moveTo>
                  <a:pt x="3326765" y="1104900"/>
                </a:moveTo>
                <a:lnTo>
                  <a:pt x="3269615" y="1104900"/>
                </a:lnTo>
                <a:lnTo>
                  <a:pt x="3269615" y="1133475"/>
                </a:lnTo>
                <a:lnTo>
                  <a:pt x="3326765" y="1133475"/>
                </a:lnTo>
                <a:lnTo>
                  <a:pt x="3326765" y="1104900"/>
                </a:lnTo>
                <a:close/>
              </a:path>
              <a:path w="7620000" h="1133475">
                <a:moveTo>
                  <a:pt x="3326892" y="0"/>
                </a:moveTo>
                <a:lnTo>
                  <a:pt x="3269742" y="0"/>
                </a:lnTo>
                <a:lnTo>
                  <a:pt x="3269742" y="28575"/>
                </a:lnTo>
                <a:lnTo>
                  <a:pt x="3326892" y="28575"/>
                </a:lnTo>
                <a:lnTo>
                  <a:pt x="3326892" y="0"/>
                </a:lnTo>
                <a:close/>
              </a:path>
              <a:path w="7620000" h="1133475">
                <a:moveTo>
                  <a:pt x="3412299" y="1104900"/>
                </a:moveTo>
                <a:lnTo>
                  <a:pt x="3355149" y="1104900"/>
                </a:lnTo>
                <a:lnTo>
                  <a:pt x="3355149" y="1133475"/>
                </a:lnTo>
                <a:lnTo>
                  <a:pt x="3412299" y="1133475"/>
                </a:lnTo>
                <a:lnTo>
                  <a:pt x="3412299" y="1104900"/>
                </a:lnTo>
                <a:close/>
              </a:path>
              <a:path w="7620000" h="1133475">
                <a:moveTo>
                  <a:pt x="3412426" y="0"/>
                </a:moveTo>
                <a:lnTo>
                  <a:pt x="3355276" y="0"/>
                </a:lnTo>
                <a:lnTo>
                  <a:pt x="3355276" y="28575"/>
                </a:lnTo>
                <a:lnTo>
                  <a:pt x="3412426" y="28575"/>
                </a:lnTo>
                <a:lnTo>
                  <a:pt x="3412426" y="0"/>
                </a:lnTo>
                <a:close/>
              </a:path>
              <a:path w="7620000" h="1133475">
                <a:moveTo>
                  <a:pt x="3497834" y="1104900"/>
                </a:moveTo>
                <a:lnTo>
                  <a:pt x="3440684" y="1104900"/>
                </a:lnTo>
                <a:lnTo>
                  <a:pt x="3440684" y="1133475"/>
                </a:lnTo>
                <a:lnTo>
                  <a:pt x="3497834" y="1133475"/>
                </a:lnTo>
                <a:lnTo>
                  <a:pt x="3497834" y="1104900"/>
                </a:lnTo>
                <a:close/>
              </a:path>
              <a:path w="7620000" h="1133475">
                <a:moveTo>
                  <a:pt x="3497961" y="0"/>
                </a:moveTo>
                <a:lnTo>
                  <a:pt x="3440811" y="0"/>
                </a:lnTo>
                <a:lnTo>
                  <a:pt x="3440811" y="28575"/>
                </a:lnTo>
                <a:lnTo>
                  <a:pt x="3497961" y="28575"/>
                </a:lnTo>
                <a:lnTo>
                  <a:pt x="3497961" y="0"/>
                </a:lnTo>
                <a:close/>
              </a:path>
              <a:path w="7620000" h="1133475">
                <a:moveTo>
                  <a:pt x="3583368" y="1104900"/>
                </a:moveTo>
                <a:lnTo>
                  <a:pt x="3526218" y="1104900"/>
                </a:lnTo>
                <a:lnTo>
                  <a:pt x="3526218" y="1133475"/>
                </a:lnTo>
                <a:lnTo>
                  <a:pt x="3583368" y="1133475"/>
                </a:lnTo>
                <a:lnTo>
                  <a:pt x="3583368" y="1104900"/>
                </a:lnTo>
                <a:close/>
              </a:path>
              <a:path w="7620000" h="1133475">
                <a:moveTo>
                  <a:pt x="3583495" y="0"/>
                </a:moveTo>
                <a:lnTo>
                  <a:pt x="3526345" y="0"/>
                </a:lnTo>
                <a:lnTo>
                  <a:pt x="3526345" y="28575"/>
                </a:lnTo>
                <a:lnTo>
                  <a:pt x="3583495" y="28575"/>
                </a:lnTo>
                <a:lnTo>
                  <a:pt x="3583495" y="0"/>
                </a:lnTo>
                <a:close/>
              </a:path>
              <a:path w="7620000" h="1133475">
                <a:moveTo>
                  <a:pt x="3668903" y="1104900"/>
                </a:moveTo>
                <a:lnTo>
                  <a:pt x="3611753" y="1104900"/>
                </a:lnTo>
                <a:lnTo>
                  <a:pt x="3611753" y="1133475"/>
                </a:lnTo>
                <a:lnTo>
                  <a:pt x="3668903" y="1133475"/>
                </a:lnTo>
                <a:lnTo>
                  <a:pt x="3668903" y="1104900"/>
                </a:lnTo>
                <a:close/>
              </a:path>
              <a:path w="7620000" h="1133475">
                <a:moveTo>
                  <a:pt x="3669030" y="0"/>
                </a:moveTo>
                <a:lnTo>
                  <a:pt x="3611880" y="0"/>
                </a:lnTo>
                <a:lnTo>
                  <a:pt x="3611880" y="28575"/>
                </a:lnTo>
                <a:lnTo>
                  <a:pt x="3669030" y="28575"/>
                </a:lnTo>
                <a:lnTo>
                  <a:pt x="3669030" y="0"/>
                </a:lnTo>
                <a:close/>
              </a:path>
              <a:path w="7620000" h="1133475">
                <a:moveTo>
                  <a:pt x="3754437" y="1104900"/>
                </a:moveTo>
                <a:lnTo>
                  <a:pt x="3697287" y="1104900"/>
                </a:lnTo>
                <a:lnTo>
                  <a:pt x="3697287" y="1133475"/>
                </a:lnTo>
                <a:lnTo>
                  <a:pt x="3754437" y="1133475"/>
                </a:lnTo>
                <a:lnTo>
                  <a:pt x="3754437" y="1104900"/>
                </a:lnTo>
                <a:close/>
              </a:path>
              <a:path w="7620000" h="1133475">
                <a:moveTo>
                  <a:pt x="3754564" y="0"/>
                </a:moveTo>
                <a:lnTo>
                  <a:pt x="3697414" y="0"/>
                </a:lnTo>
                <a:lnTo>
                  <a:pt x="3697414" y="28575"/>
                </a:lnTo>
                <a:lnTo>
                  <a:pt x="3754564" y="28575"/>
                </a:lnTo>
                <a:lnTo>
                  <a:pt x="3754564" y="0"/>
                </a:lnTo>
                <a:close/>
              </a:path>
              <a:path w="7620000" h="1133475">
                <a:moveTo>
                  <a:pt x="3839972" y="1104900"/>
                </a:moveTo>
                <a:lnTo>
                  <a:pt x="3782822" y="1104900"/>
                </a:lnTo>
                <a:lnTo>
                  <a:pt x="3782822" y="1133475"/>
                </a:lnTo>
                <a:lnTo>
                  <a:pt x="3839972" y="1133475"/>
                </a:lnTo>
                <a:lnTo>
                  <a:pt x="3839972" y="1104900"/>
                </a:lnTo>
                <a:close/>
              </a:path>
              <a:path w="7620000" h="1133475">
                <a:moveTo>
                  <a:pt x="3840099" y="0"/>
                </a:moveTo>
                <a:lnTo>
                  <a:pt x="3782949" y="0"/>
                </a:lnTo>
                <a:lnTo>
                  <a:pt x="3782949" y="28575"/>
                </a:lnTo>
                <a:lnTo>
                  <a:pt x="3840099" y="28575"/>
                </a:lnTo>
                <a:lnTo>
                  <a:pt x="3840099" y="0"/>
                </a:lnTo>
                <a:close/>
              </a:path>
              <a:path w="7620000" h="1133475">
                <a:moveTo>
                  <a:pt x="3925506" y="1104900"/>
                </a:moveTo>
                <a:lnTo>
                  <a:pt x="3868356" y="1104900"/>
                </a:lnTo>
                <a:lnTo>
                  <a:pt x="3868356" y="1133475"/>
                </a:lnTo>
                <a:lnTo>
                  <a:pt x="3925506" y="1133475"/>
                </a:lnTo>
                <a:lnTo>
                  <a:pt x="3925506" y="1104900"/>
                </a:lnTo>
                <a:close/>
              </a:path>
              <a:path w="7620000" h="1133475">
                <a:moveTo>
                  <a:pt x="3925633" y="0"/>
                </a:moveTo>
                <a:lnTo>
                  <a:pt x="3868483" y="0"/>
                </a:lnTo>
                <a:lnTo>
                  <a:pt x="3868483" y="28575"/>
                </a:lnTo>
                <a:lnTo>
                  <a:pt x="3925633" y="28575"/>
                </a:lnTo>
                <a:lnTo>
                  <a:pt x="3925633" y="0"/>
                </a:lnTo>
                <a:close/>
              </a:path>
              <a:path w="7620000" h="1133475">
                <a:moveTo>
                  <a:pt x="4011041" y="1104900"/>
                </a:moveTo>
                <a:lnTo>
                  <a:pt x="3953891" y="1104900"/>
                </a:lnTo>
                <a:lnTo>
                  <a:pt x="3953891" y="1133475"/>
                </a:lnTo>
                <a:lnTo>
                  <a:pt x="4011041" y="1133475"/>
                </a:lnTo>
                <a:lnTo>
                  <a:pt x="4011041" y="1104900"/>
                </a:lnTo>
                <a:close/>
              </a:path>
              <a:path w="7620000" h="1133475">
                <a:moveTo>
                  <a:pt x="4011168" y="0"/>
                </a:moveTo>
                <a:lnTo>
                  <a:pt x="3954018" y="0"/>
                </a:lnTo>
                <a:lnTo>
                  <a:pt x="3954018" y="28575"/>
                </a:lnTo>
                <a:lnTo>
                  <a:pt x="4011168" y="28575"/>
                </a:lnTo>
                <a:lnTo>
                  <a:pt x="4011168" y="0"/>
                </a:lnTo>
                <a:close/>
              </a:path>
              <a:path w="7620000" h="1133475">
                <a:moveTo>
                  <a:pt x="4096575" y="1104900"/>
                </a:moveTo>
                <a:lnTo>
                  <a:pt x="4039425" y="1104900"/>
                </a:lnTo>
                <a:lnTo>
                  <a:pt x="4039425" y="1133475"/>
                </a:lnTo>
                <a:lnTo>
                  <a:pt x="4096575" y="1133475"/>
                </a:lnTo>
                <a:lnTo>
                  <a:pt x="4096575" y="1104900"/>
                </a:lnTo>
                <a:close/>
              </a:path>
              <a:path w="7620000" h="1133475">
                <a:moveTo>
                  <a:pt x="4096702" y="0"/>
                </a:moveTo>
                <a:lnTo>
                  <a:pt x="4039552" y="0"/>
                </a:lnTo>
                <a:lnTo>
                  <a:pt x="4039552" y="28575"/>
                </a:lnTo>
                <a:lnTo>
                  <a:pt x="4096702" y="28575"/>
                </a:lnTo>
                <a:lnTo>
                  <a:pt x="4096702" y="0"/>
                </a:lnTo>
                <a:close/>
              </a:path>
              <a:path w="7620000" h="1133475">
                <a:moveTo>
                  <a:pt x="4182110" y="1104900"/>
                </a:moveTo>
                <a:lnTo>
                  <a:pt x="4124960" y="1104900"/>
                </a:lnTo>
                <a:lnTo>
                  <a:pt x="4124960" y="1133475"/>
                </a:lnTo>
                <a:lnTo>
                  <a:pt x="4182110" y="1133475"/>
                </a:lnTo>
                <a:lnTo>
                  <a:pt x="4182110" y="1104900"/>
                </a:lnTo>
                <a:close/>
              </a:path>
              <a:path w="7620000" h="1133475">
                <a:moveTo>
                  <a:pt x="4182237" y="0"/>
                </a:moveTo>
                <a:lnTo>
                  <a:pt x="4125087" y="0"/>
                </a:lnTo>
                <a:lnTo>
                  <a:pt x="4125087" y="28575"/>
                </a:lnTo>
                <a:lnTo>
                  <a:pt x="4182237" y="28575"/>
                </a:lnTo>
                <a:lnTo>
                  <a:pt x="4182237" y="0"/>
                </a:lnTo>
                <a:close/>
              </a:path>
              <a:path w="7620000" h="1133475">
                <a:moveTo>
                  <a:pt x="4267644" y="1104900"/>
                </a:moveTo>
                <a:lnTo>
                  <a:pt x="4210494" y="1104900"/>
                </a:lnTo>
                <a:lnTo>
                  <a:pt x="4210494" y="1133475"/>
                </a:lnTo>
                <a:lnTo>
                  <a:pt x="4267644" y="1133475"/>
                </a:lnTo>
                <a:lnTo>
                  <a:pt x="4267644" y="1104900"/>
                </a:lnTo>
                <a:close/>
              </a:path>
              <a:path w="7620000" h="1133475">
                <a:moveTo>
                  <a:pt x="4267771" y="0"/>
                </a:moveTo>
                <a:lnTo>
                  <a:pt x="4210621" y="0"/>
                </a:lnTo>
                <a:lnTo>
                  <a:pt x="4210621" y="28575"/>
                </a:lnTo>
                <a:lnTo>
                  <a:pt x="4267771" y="28575"/>
                </a:lnTo>
                <a:lnTo>
                  <a:pt x="4267771" y="0"/>
                </a:lnTo>
                <a:close/>
              </a:path>
              <a:path w="7620000" h="1133475">
                <a:moveTo>
                  <a:pt x="4353179" y="1104900"/>
                </a:moveTo>
                <a:lnTo>
                  <a:pt x="4296029" y="1104900"/>
                </a:lnTo>
                <a:lnTo>
                  <a:pt x="4296029" y="1133475"/>
                </a:lnTo>
                <a:lnTo>
                  <a:pt x="4353179" y="1133475"/>
                </a:lnTo>
                <a:lnTo>
                  <a:pt x="4353179" y="1104900"/>
                </a:lnTo>
                <a:close/>
              </a:path>
              <a:path w="7620000" h="1133475">
                <a:moveTo>
                  <a:pt x="4353306" y="0"/>
                </a:moveTo>
                <a:lnTo>
                  <a:pt x="4296156" y="0"/>
                </a:lnTo>
                <a:lnTo>
                  <a:pt x="4296156" y="28575"/>
                </a:lnTo>
                <a:lnTo>
                  <a:pt x="4353306" y="28575"/>
                </a:lnTo>
                <a:lnTo>
                  <a:pt x="4353306" y="0"/>
                </a:lnTo>
                <a:close/>
              </a:path>
              <a:path w="7620000" h="1133475">
                <a:moveTo>
                  <a:pt x="4438713" y="1104900"/>
                </a:moveTo>
                <a:lnTo>
                  <a:pt x="4381563" y="1104900"/>
                </a:lnTo>
                <a:lnTo>
                  <a:pt x="4381563" y="1133475"/>
                </a:lnTo>
                <a:lnTo>
                  <a:pt x="4438713" y="1133475"/>
                </a:lnTo>
                <a:lnTo>
                  <a:pt x="4438713" y="1104900"/>
                </a:lnTo>
                <a:close/>
              </a:path>
              <a:path w="7620000" h="1133475">
                <a:moveTo>
                  <a:pt x="4438840" y="0"/>
                </a:moveTo>
                <a:lnTo>
                  <a:pt x="4381690" y="0"/>
                </a:lnTo>
                <a:lnTo>
                  <a:pt x="4381690" y="28575"/>
                </a:lnTo>
                <a:lnTo>
                  <a:pt x="4438840" y="28575"/>
                </a:lnTo>
                <a:lnTo>
                  <a:pt x="4438840" y="0"/>
                </a:lnTo>
                <a:close/>
              </a:path>
              <a:path w="7620000" h="1133475">
                <a:moveTo>
                  <a:pt x="4524248" y="1104900"/>
                </a:moveTo>
                <a:lnTo>
                  <a:pt x="4467098" y="1104900"/>
                </a:lnTo>
                <a:lnTo>
                  <a:pt x="4467098" y="1133475"/>
                </a:lnTo>
                <a:lnTo>
                  <a:pt x="4524248" y="1133475"/>
                </a:lnTo>
                <a:lnTo>
                  <a:pt x="4524248" y="1104900"/>
                </a:lnTo>
                <a:close/>
              </a:path>
              <a:path w="7620000" h="1133475">
                <a:moveTo>
                  <a:pt x="4524375" y="0"/>
                </a:moveTo>
                <a:lnTo>
                  <a:pt x="4467225" y="0"/>
                </a:lnTo>
                <a:lnTo>
                  <a:pt x="4467225" y="28575"/>
                </a:lnTo>
                <a:lnTo>
                  <a:pt x="4524375" y="28575"/>
                </a:lnTo>
                <a:lnTo>
                  <a:pt x="4524375" y="0"/>
                </a:lnTo>
                <a:close/>
              </a:path>
              <a:path w="7620000" h="1133475">
                <a:moveTo>
                  <a:pt x="4609782" y="1104900"/>
                </a:moveTo>
                <a:lnTo>
                  <a:pt x="4552632" y="1104900"/>
                </a:lnTo>
                <a:lnTo>
                  <a:pt x="4552632" y="1133475"/>
                </a:lnTo>
                <a:lnTo>
                  <a:pt x="4609782" y="1133475"/>
                </a:lnTo>
                <a:lnTo>
                  <a:pt x="4609782" y="1104900"/>
                </a:lnTo>
                <a:close/>
              </a:path>
              <a:path w="7620000" h="1133475">
                <a:moveTo>
                  <a:pt x="4609909" y="0"/>
                </a:moveTo>
                <a:lnTo>
                  <a:pt x="4552759" y="0"/>
                </a:lnTo>
                <a:lnTo>
                  <a:pt x="4552759" y="28575"/>
                </a:lnTo>
                <a:lnTo>
                  <a:pt x="4609909" y="28575"/>
                </a:lnTo>
                <a:lnTo>
                  <a:pt x="4609909" y="0"/>
                </a:lnTo>
                <a:close/>
              </a:path>
              <a:path w="7620000" h="1133475">
                <a:moveTo>
                  <a:pt x="4695317" y="1104900"/>
                </a:moveTo>
                <a:lnTo>
                  <a:pt x="4638167" y="1104900"/>
                </a:lnTo>
                <a:lnTo>
                  <a:pt x="4638167" y="1133475"/>
                </a:lnTo>
                <a:lnTo>
                  <a:pt x="4695317" y="1133475"/>
                </a:lnTo>
                <a:lnTo>
                  <a:pt x="4695317" y="1104900"/>
                </a:lnTo>
                <a:close/>
              </a:path>
              <a:path w="7620000" h="1133475">
                <a:moveTo>
                  <a:pt x="4695444" y="0"/>
                </a:moveTo>
                <a:lnTo>
                  <a:pt x="4638294" y="0"/>
                </a:lnTo>
                <a:lnTo>
                  <a:pt x="4638294" y="28575"/>
                </a:lnTo>
                <a:lnTo>
                  <a:pt x="4695444" y="28575"/>
                </a:lnTo>
                <a:lnTo>
                  <a:pt x="4695444" y="0"/>
                </a:lnTo>
                <a:close/>
              </a:path>
              <a:path w="7620000" h="1133475">
                <a:moveTo>
                  <a:pt x="4780851" y="1104900"/>
                </a:moveTo>
                <a:lnTo>
                  <a:pt x="4723701" y="1104900"/>
                </a:lnTo>
                <a:lnTo>
                  <a:pt x="4723701" y="1133475"/>
                </a:lnTo>
                <a:lnTo>
                  <a:pt x="4780851" y="1133475"/>
                </a:lnTo>
                <a:lnTo>
                  <a:pt x="4780851" y="1104900"/>
                </a:lnTo>
                <a:close/>
              </a:path>
              <a:path w="7620000" h="1133475">
                <a:moveTo>
                  <a:pt x="4780978" y="0"/>
                </a:moveTo>
                <a:lnTo>
                  <a:pt x="4723828" y="0"/>
                </a:lnTo>
                <a:lnTo>
                  <a:pt x="4723828" y="28575"/>
                </a:lnTo>
                <a:lnTo>
                  <a:pt x="4780978" y="28575"/>
                </a:lnTo>
                <a:lnTo>
                  <a:pt x="4780978" y="0"/>
                </a:lnTo>
                <a:close/>
              </a:path>
              <a:path w="7620000" h="1133475">
                <a:moveTo>
                  <a:pt x="4866386" y="1104900"/>
                </a:moveTo>
                <a:lnTo>
                  <a:pt x="4809236" y="1104900"/>
                </a:lnTo>
                <a:lnTo>
                  <a:pt x="4809236" y="1133475"/>
                </a:lnTo>
                <a:lnTo>
                  <a:pt x="4866386" y="1133475"/>
                </a:lnTo>
                <a:lnTo>
                  <a:pt x="4866386" y="1104900"/>
                </a:lnTo>
                <a:close/>
              </a:path>
              <a:path w="7620000" h="1133475">
                <a:moveTo>
                  <a:pt x="4866513" y="0"/>
                </a:moveTo>
                <a:lnTo>
                  <a:pt x="4809363" y="0"/>
                </a:lnTo>
                <a:lnTo>
                  <a:pt x="4809363" y="28575"/>
                </a:lnTo>
                <a:lnTo>
                  <a:pt x="4866513" y="28575"/>
                </a:lnTo>
                <a:lnTo>
                  <a:pt x="4866513" y="0"/>
                </a:lnTo>
                <a:close/>
              </a:path>
              <a:path w="7620000" h="1133475">
                <a:moveTo>
                  <a:pt x="4951920" y="1104900"/>
                </a:moveTo>
                <a:lnTo>
                  <a:pt x="4894770" y="1104900"/>
                </a:lnTo>
                <a:lnTo>
                  <a:pt x="4894770" y="1133475"/>
                </a:lnTo>
                <a:lnTo>
                  <a:pt x="4951920" y="1133475"/>
                </a:lnTo>
                <a:lnTo>
                  <a:pt x="4951920" y="1104900"/>
                </a:lnTo>
                <a:close/>
              </a:path>
              <a:path w="7620000" h="1133475">
                <a:moveTo>
                  <a:pt x="4952047" y="0"/>
                </a:moveTo>
                <a:lnTo>
                  <a:pt x="4894897" y="0"/>
                </a:lnTo>
                <a:lnTo>
                  <a:pt x="4894897" y="28575"/>
                </a:lnTo>
                <a:lnTo>
                  <a:pt x="4952047" y="28575"/>
                </a:lnTo>
                <a:lnTo>
                  <a:pt x="4952047" y="0"/>
                </a:lnTo>
                <a:close/>
              </a:path>
              <a:path w="7620000" h="1133475">
                <a:moveTo>
                  <a:pt x="5037455" y="1104900"/>
                </a:moveTo>
                <a:lnTo>
                  <a:pt x="4980305" y="1104900"/>
                </a:lnTo>
                <a:lnTo>
                  <a:pt x="4980305" y="1133475"/>
                </a:lnTo>
                <a:lnTo>
                  <a:pt x="5037455" y="1133475"/>
                </a:lnTo>
                <a:lnTo>
                  <a:pt x="5037455" y="1104900"/>
                </a:lnTo>
                <a:close/>
              </a:path>
              <a:path w="7620000" h="1133475">
                <a:moveTo>
                  <a:pt x="5037582" y="0"/>
                </a:moveTo>
                <a:lnTo>
                  <a:pt x="4980432" y="0"/>
                </a:lnTo>
                <a:lnTo>
                  <a:pt x="4980432" y="28575"/>
                </a:lnTo>
                <a:lnTo>
                  <a:pt x="5037582" y="28575"/>
                </a:lnTo>
                <a:lnTo>
                  <a:pt x="5037582" y="0"/>
                </a:lnTo>
                <a:close/>
              </a:path>
              <a:path w="7620000" h="1133475">
                <a:moveTo>
                  <a:pt x="5122989" y="1104900"/>
                </a:moveTo>
                <a:lnTo>
                  <a:pt x="5065839" y="1104900"/>
                </a:lnTo>
                <a:lnTo>
                  <a:pt x="5065839" y="1133475"/>
                </a:lnTo>
                <a:lnTo>
                  <a:pt x="5122989" y="1133475"/>
                </a:lnTo>
                <a:lnTo>
                  <a:pt x="5122989" y="1104900"/>
                </a:lnTo>
                <a:close/>
              </a:path>
              <a:path w="7620000" h="1133475">
                <a:moveTo>
                  <a:pt x="5123116" y="0"/>
                </a:moveTo>
                <a:lnTo>
                  <a:pt x="5065966" y="0"/>
                </a:lnTo>
                <a:lnTo>
                  <a:pt x="5065966" y="28575"/>
                </a:lnTo>
                <a:lnTo>
                  <a:pt x="5123116" y="28575"/>
                </a:lnTo>
                <a:lnTo>
                  <a:pt x="5123116" y="0"/>
                </a:lnTo>
                <a:close/>
              </a:path>
              <a:path w="7620000" h="1133475">
                <a:moveTo>
                  <a:pt x="5208524" y="1104900"/>
                </a:moveTo>
                <a:lnTo>
                  <a:pt x="5151374" y="1104900"/>
                </a:lnTo>
                <a:lnTo>
                  <a:pt x="5151374" y="1133475"/>
                </a:lnTo>
                <a:lnTo>
                  <a:pt x="5208524" y="1133475"/>
                </a:lnTo>
                <a:lnTo>
                  <a:pt x="5208524" y="1104900"/>
                </a:lnTo>
                <a:close/>
              </a:path>
              <a:path w="7620000" h="1133475">
                <a:moveTo>
                  <a:pt x="5208651" y="0"/>
                </a:moveTo>
                <a:lnTo>
                  <a:pt x="5151501" y="0"/>
                </a:lnTo>
                <a:lnTo>
                  <a:pt x="5151501" y="28575"/>
                </a:lnTo>
                <a:lnTo>
                  <a:pt x="5208651" y="28575"/>
                </a:lnTo>
                <a:lnTo>
                  <a:pt x="5208651" y="0"/>
                </a:lnTo>
                <a:close/>
              </a:path>
              <a:path w="7620000" h="1133475">
                <a:moveTo>
                  <a:pt x="5294058" y="1104900"/>
                </a:moveTo>
                <a:lnTo>
                  <a:pt x="5236908" y="1104900"/>
                </a:lnTo>
                <a:lnTo>
                  <a:pt x="5236908" y="1133475"/>
                </a:lnTo>
                <a:lnTo>
                  <a:pt x="5294058" y="1133475"/>
                </a:lnTo>
                <a:lnTo>
                  <a:pt x="5294058" y="1104900"/>
                </a:lnTo>
                <a:close/>
              </a:path>
              <a:path w="7620000" h="1133475">
                <a:moveTo>
                  <a:pt x="5294185" y="0"/>
                </a:moveTo>
                <a:lnTo>
                  <a:pt x="5237035" y="0"/>
                </a:lnTo>
                <a:lnTo>
                  <a:pt x="5237035" y="28575"/>
                </a:lnTo>
                <a:lnTo>
                  <a:pt x="5294185" y="28575"/>
                </a:lnTo>
                <a:lnTo>
                  <a:pt x="5294185" y="0"/>
                </a:lnTo>
                <a:close/>
              </a:path>
              <a:path w="7620000" h="1133475">
                <a:moveTo>
                  <a:pt x="5379593" y="1104900"/>
                </a:moveTo>
                <a:lnTo>
                  <a:pt x="5322443" y="1104900"/>
                </a:lnTo>
                <a:lnTo>
                  <a:pt x="5322443" y="1133475"/>
                </a:lnTo>
                <a:lnTo>
                  <a:pt x="5379593" y="1133475"/>
                </a:lnTo>
                <a:lnTo>
                  <a:pt x="5379593" y="1104900"/>
                </a:lnTo>
                <a:close/>
              </a:path>
              <a:path w="7620000" h="1133475">
                <a:moveTo>
                  <a:pt x="5379720" y="0"/>
                </a:moveTo>
                <a:lnTo>
                  <a:pt x="5322570" y="0"/>
                </a:lnTo>
                <a:lnTo>
                  <a:pt x="5322570" y="28575"/>
                </a:lnTo>
                <a:lnTo>
                  <a:pt x="5379720" y="28575"/>
                </a:lnTo>
                <a:lnTo>
                  <a:pt x="5379720" y="0"/>
                </a:lnTo>
                <a:close/>
              </a:path>
              <a:path w="7620000" h="1133475">
                <a:moveTo>
                  <a:pt x="5465127" y="1104900"/>
                </a:moveTo>
                <a:lnTo>
                  <a:pt x="5407977" y="1104900"/>
                </a:lnTo>
                <a:lnTo>
                  <a:pt x="5407977" y="1133475"/>
                </a:lnTo>
                <a:lnTo>
                  <a:pt x="5465127" y="1133475"/>
                </a:lnTo>
                <a:lnTo>
                  <a:pt x="5465127" y="1104900"/>
                </a:lnTo>
                <a:close/>
              </a:path>
              <a:path w="7620000" h="1133475">
                <a:moveTo>
                  <a:pt x="5465254" y="0"/>
                </a:moveTo>
                <a:lnTo>
                  <a:pt x="5408104" y="0"/>
                </a:lnTo>
                <a:lnTo>
                  <a:pt x="5408104" y="28575"/>
                </a:lnTo>
                <a:lnTo>
                  <a:pt x="5465254" y="28575"/>
                </a:lnTo>
                <a:lnTo>
                  <a:pt x="5465254" y="0"/>
                </a:lnTo>
                <a:close/>
              </a:path>
              <a:path w="7620000" h="1133475">
                <a:moveTo>
                  <a:pt x="5550662" y="1104900"/>
                </a:moveTo>
                <a:lnTo>
                  <a:pt x="5493512" y="1104900"/>
                </a:lnTo>
                <a:lnTo>
                  <a:pt x="5493512" y="1133475"/>
                </a:lnTo>
                <a:lnTo>
                  <a:pt x="5550662" y="1133475"/>
                </a:lnTo>
                <a:lnTo>
                  <a:pt x="5550662" y="1104900"/>
                </a:lnTo>
                <a:close/>
              </a:path>
              <a:path w="7620000" h="1133475">
                <a:moveTo>
                  <a:pt x="5550789" y="0"/>
                </a:moveTo>
                <a:lnTo>
                  <a:pt x="5493639" y="0"/>
                </a:lnTo>
                <a:lnTo>
                  <a:pt x="5493639" y="28575"/>
                </a:lnTo>
                <a:lnTo>
                  <a:pt x="5550789" y="28575"/>
                </a:lnTo>
                <a:lnTo>
                  <a:pt x="5550789" y="0"/>
                </a:lnTo>
                <a:close/>
              </a:path>
              <a:path w="7620000" h="1133475">
                <a:moveTo>
                  <a:pt x="5636196" y="1104900"/>
                </a:moveTo>
                <a:lnTo>
                  <a:pt x="5579046" y="1104900"/>
                </a:lnTo>
                <a:lnTo>
                  <a:pt x="5579046" y="1133475"/>
                </a:lnTo>
                <a:lnTo>
                  <a:pt x="5636196" y="1133475"/>
                </a:lnTo>
                <a:lnTo>
                  <a:pt x="5636196" y="1104900"/>
                </a:lnTo>
                <a:close/>
              </a:path>
              <a:path w="7620000" h="1133475">
                <a:moveTo>
                  <a:pt x="5636323" y="0"/>
                </a:moveTo>
                <a:lnTo>
                  <a:pt x="5579173" y="0"/>
                </a:lnTo>
                <a:lnTo>
                  <a:pt x="5579173" y="28575"/>
                </a:lnTo>
                <a:lnTo>
                  <a:pt x="5636323" y="28575"/>
                </a:lnTo>
                <a:lnTo>
                  <a:pt x="5636323" y="0"/>
                </a:lnTo>
                <a:close/>
              </a:path>
              <a:path w="7620000" h="1133475">
                <a:moveTo>
                  <a:pt x="5721731" y="1104900"/>
                </a:moveTo>
                <a:lnTo>
                  <a:pt x="5664581" y="1104900"/>
                </a:lnTo>
                <a:lnTo>
                  <a:pt x="5664581" y="1133475"/>
                </a:lnTo>
                <a:lnTo>
                  <a:pt x="5721731" y="1133475"/>
                </a:lnTo>
                <a:lnTo>
                  <a:pt x="5721731" y="1104900"/>
                </a:lnTo>
                <a:close/>
              </a:path>
              <a:path w="7620000" h="1133475">
                <a:moveTo>
                  <a:pt x="5721858" y="0"/>
                </a:moveTo>
                <a:lnTo>
                  <a:pt x="5664708" y="0"/>
                </a:lnTo>
                <a:lnTo>
                  <a:pt x="5664708" y="28575"/>
                </a:lnTo>
                <a:lnTo>
                  <a:pt x="5721858" y="28575"/>
                </a:lnTo>
                <a:lnTo>
                  <a:pt x="5721858" y="0"/>
                </a:lnTo>
                <a:close/>
              </a:path>
              <a:path w="7620000" h="1133475">
                <a:moveTo>
                  <a:pt x="5807265" y="1104900"/>
                </a:moveTo>
                <a:lnTo>
                  <a:pt x="5750115" y="1104900"/>
                </a:lnTo>
                <a:lnTo>
                  <a:pt x="5750115" y="1133475"/>
                </a:lnTo>
                <a:lnTo>
                  <a:pt x="5807265" y="1133475"/>
                </a:lnTo>
                <a:lnTo>
                  <a:pt x="5807265" y="1104900"/>
                </a:lnTo>
                <a:close/>
              </a:path>
              <a:path w="7620000" h="1133475">
                <a:moveTo>
                  <a:pt x="5807392" y="0"/>
                </a:moveTo>
                <a:lnTo>
                  <a:pt x="5750242" y="0"/>
                </a:lnTo>
                <a:lnTo>
                  <a:pt x="5750242" y="28575"/>
                </a:lnTo>
                <a:lnTo>
                  <a:pt x="5807392" y="28575"/>
                </a:lnTo>
                <a:lnTo>
                  <a:pt x="5807392" y="0"/>
                </a:lnTo>
                <a:close/>
              </a:path>
              <a:path w="7620000" h="1133475">
                <a:moveTo>
                  <a:pt x="5892800" y="1104900"/>
                </a:moveTo>
                <a:lnTo>
                  <a:pt x="5835650" y="1104900"/>
                </a:lnTo>
                <a:lnTo>
                  <a:pt x="5835650" y="1133475"/>
                </a:lnTo>
                <a:lnTo>
                  <a:pt x="5892800" y="1133475"/>
                </a:lnTo>
                <a:lnTo>
                  <a:pt x="5892800" y="1104900"/>
                </a:lnTo>
                <a:close/>
              </a:path>
              <a:path w="7620000" h="1133475">
                <a:moveTo>
                  <a:pt x="5892927" y="0"/>
                </a:moveTo>
                <a:lnTo>
                  <a:pt x="5835777" y="0"/>
                </a:lnTo>
                <a:lnTo>
                  <a:pt x="5835777" y="28575"/>
                </a:lnTo>
                <a:lnTo>
                  <a:pt x="5892927" y="28575"/>
                </a:lnTo>
                <a:lnTo>
                  <a:pt x="5892927" y="0"/>
                </a:lnTo>
                <a:close/>
              </a:path>
              <a:path w="7620000" h="1133475">
                <a:moveTo>
                  <a:pt x="5978334" y="1104900"/>
                </a:moveTo>
                <a:lnTo>
                  <a:pt x="5921184" y="1104900"/>
                </a:lnTo>
                <a:lnTo>
                  <a:pt x="5921184" y="1133475"/>
                </a:lnTo>
                <a:lnTo>
                  <a:pt x="5978334" y="1133475"/>
                </a:lnTo>
                <a:lnTo>
                  <a:pt x="5978334" y="1104900"/>
                </a:lnTo>
                <a:close/>
              </a:path>
              <a:path w="7620000" h="1133475">
                <a:moveTo>
                  <a:pt x="5978461" y="0"/>
                </a:moveTo>
                <a:lnTo>
                  <a:pt x="5921311" y="0"/>
                </a:lnTo>
                <a:lnTo>
                  <a:pt x="5921311" y="28575"/>
                </a:lnTo>
                <a:lnTo>
                  <a:pt x="5978461" y="28575"/>
                </a:lnTo>
                <a:lnTo>
                  <a:pt x="5978461" y="0"/>
                </a:lnTo>
                <a:close/>
              </a:path>
              <a:path w="7620000" h="1133475">
                <a:moveTo>
                  <a:pt x="6063869" y="1104900"/>
                </a:moveTo>
                <a:lnTo>
                  <a:pt x="6006719" y="1104900"/>
                </a:lnTo>
                <a:lnTo>
                  <a:pt x="6006719" y="1133475"/>
                </a:lnTo>
                <a:lnTo>
                  <a:pt x="6063869" y="1133475"/>
                </a:lnTo>
                <a:lnTo>
                  <a:pt x="6063869" y="1104900"/>
                </a:lnTo>
                <a:close/>
              </a:path>
              <a:path w="7620000" h="1133475">
                <a:moveTo>
                  <a:pt x="6063996" y="0"/>
                </a:moveTo>
                <a:lnTo>
                  <a:pt x="6006846" y="0"/>
                </a:lnTo>
                <a:lnTo>
                  <a:pt x="6006846" y="28575"/>
                </a:lnTo>
                <a:lnTo>
                  <a:pt x="6063996" y="28575"/>
                </a:lnTo>
                <a:lnTo>
                  <a:pt x="6063996" y="0"/>
                </a:lnTo>
                <a:close/>
              </a:path>
              <a:path w="7620000" h="1133475">
                <a:moveTo>
                  <a:pt x="6149403" y="1104900"/>
                </a:moveTo>
                <a:lnTo>
                  <a:pt x="6092253" y="1104900"/>
                </a:lnTo>
                <a:lnTo>
                  <a:pt x="6092253" y="1133475"/>
                </a:lnTo>
                <a:lnTo>
                  <a:pt x="6149403" y="1133475"/>
                </a:lnTo>
                <a:lnTo>
                  <a:pt x="6149403" y="1104900"/>
                </a:lnTo>
                <a:close/>
              </a:path>
              <a:path w="7620000" h="1133475">
                <a:moveTo>
                  <a:pt x="6149530" y="0"/>
                </a:moveTo>
                <a:lnTo>
                  <a:pt x="6092380" y="0"/>
                </a:lnTo>
                <a:lnTo>
                  <a:pt x="6092380" y="28575"/>
                </a:lnTo>
                <a:lnTo>
                  <a:pt x="6149530" y="28575"/>
                </a:lnTo>
                <a:lnTo>
                  <a:pt x="6149530" y="0"/>
                </a:lnTo>
                <a:close/>
              </a:path>
              <a:path w="7620000" h="1133475">
                <a:moveTo>
                  <a:pt x="6234938" y="1104900"/>
                </a:moveTo>
                <a:lnTo>
                  <a:pt x="6177788" y="1104900"/>
                </a:lnTo>
                <a:lnTo>
                  <a:pt x="6177788" y="1133475"/>
                </a:lnTo>
                <a:lnTo>
                  <a:pt x="6234938" y="1133475"/>
                </a:lnTo>
                <a:lnTo>
                  <a:pt x="6234938" y="1104900"/>
                </a:lnTo>
                <a:close/>
              </a:path>
              <a:path w="7620000" h="1133475">
                <a:moveTo>
                  <a:pt x="6235065" y="0"/>
                </a:moveTo>
                <a:lnTo>
                  <a:pt x="6177915" y="0"/>
                </a:lnTo>
                <a:lnTo>
                  <a:pt x="6177915" y="28575"/>
                </a:lnTo>
                <a:lnTo>
                  <a:pt x="6235065" y="28575"/>
                </a:lnTo>
                <a:lnTo>
                  <a:pt x="6235065" y="0"/>
                </a:lnTo>
                <a:close/>
              </a:path>
              <a:path w="7620000" h="1133475">
                <a:moveTo>
                  <a:pt x="6320472" y="1104900"/>
                </a:moveTo>
                <a:lnTo>
                  <a:pt x="6263322" y="1104900"/>
                </a:lnTo>
                <a:lnTo>
                  <a:pt x="6263322" y="1133475"/>
                </a:lnTo>
                <a:lnTo>
                  <a:pt x="6320472" y="1133475"/>
                </a:lnTo>
                <a:lnTo>
                  <a:pt x="6320472" y="1104900"/>
                </a:lnTo>
                <a:close/>
              </a:path>
              <a:path w="7620000" h="1133475">
                <a:moveTo>
                  <a:pt x="6320599" y="0"/>
                </a:moveTo>
                <a:lnTo>
                  <a:pt x="6263449" y="0"/>
                </a:lnTo>
                <a:lnTo>
                  <a:pt x="6263449" y="28575"/>
                </a:lnTo>
                <a:lnTo>
                  <a:pt x="6320599" y="28575"/>
                </a:lnTo>
                <a:lnTo>
                  <a:pt x="6320599" y="0"/>
                </a:lnTo>
                <a:close/>
              </a:path>
              <a:path w="7620000" h="1133475">
                <a:moveTo>
                  <a:pt x="6406007" y="1104900"/>
                </a:moveTo>
                <a:lnTo>
                  <a:pt x="6348857" y="1104900"/>
                </a:lnTo>
                <a:lnTo>
                  <a:pt x="6348857" y="1133475"/>
                </a:lnTo>
                <a:lnTo>
                  <a:pt x="6406007" y="1133475"/>
                </a:lnTo>
                <a:lnTo>
                  <a:pt x="6406007" y="1104900"/>
                </a:lnTo>
                <a:close/>
              </a:path>
              <a:path w="7620000" h="1133475">
                <a:moveTo>
                  <a:pt x="6406134" y="0"/>
                </a:moveTo>
                <a:lnTo>
                  <a:pt x="6348984" y="0"/>
                </a:lnTo>
                <a:lnTo>
                  <a:pt x="6348984" y="28575"/>
                </a:lnTo>
                <a:lnTo>
                  <a:pt x="6406134" y="28575"/>
                </a:lnTo>
                <a:lnTo>
                  <a:pt x="6406134" y="0"/>
                </a:lnTo>
                <a:close/>
              </a:path>
              <a:path w="7620000" h="1133475">
                <a:moveTo>
                  <a:pt x="6491541" y="1104900"/>
                </a:moveTo>
                <a:lnTo>
                  <a:pt x="6434391" y="1104900"/>
                </a:lnTo>
                <a:lnTo>
                  <a:pt x="6434391" y="1133475"/>
                </a:lnTo>
                <a:lnTo>
                  <a:pt x="6491541" y="1133475"/>
                </a:lnTo>
                <a:lnTo>
                  <a:pt x="6491541" y="1104900"/>
                </a:lnTo>
                <a:close/>
              </a:path>
              <a:path w="7620000" h="1133475">
                <a:moveTo>
                  <a:pt x="6491668" y="0"/>
                </a:moveTo>
                <a:lnTo>
                  <a:pt x="6434518" y="0"/>
                </a:lnTo>
                <a:lnTo>
                  <a:pt x="6434518" y="28575"/>
                </a:lnTo>
                <a:lnTo>
                  <a:pt x="6491668" y="28575"/>
                </a:lnTo>
                <a:lnTo>
                  <a:pt x="6491668" y="0"/>
                </a:lnTo>
                <a:close/>
              </a:path>
              <a:path w="7620000" h="1133475">
                <a:moveTo>
                  <a:pt x="6577076" y="1104900"/>
                </a:moveTo>
                <a:lnTo>
                  <a:pt x="6519926" y="1104900"/>
                </a:lnTo>
                <a:lnTo>
                  <a:pt x="6519926" y="1133475"/>
                </a:lnTo>
                <a:lnTo>
                  <a:pt x="6577076" y="1133475"/>
                </a:lnTo>
                <a:lnTo>
                  <a:pt x="6577076" y="1104900"/>
                </a:lnTo>
                <a:close/>
              </a:path>
              <a:path w="7620000" h="1133475">
                <a:moveTo>
                  <a:pt x="6577203" y="0"/>
                </a:moveTo>
                <a:lnTo>
                  <a:pt x="6520053" y="0"/>
                </a:lnTo>
                <a:lnTo>
                  <a:pt x="6520053" y="28575"/>
                </a:lnTo>
                <a:lnTo>
                  <a:pt x="6577203" y="28575"/>
                </a:lnTo>
                <a:lnTo>
                  <a:pt x="6577203" y="0"/>
                </a:lnTo>
                <a:close/>
              </a:path>
              <a:path w="7620000" h="1133475">
                <a:moveTo>
                  <a:pt x="6662610" y="1104900"/>
                </a:moveTo>
                <a:lnTo>
                  <a:pt x="6605460" y="1104900"/>
                </a:lnTo>
                <a:lnTo>
                  <a:pt x="6605460" y="1133475"/>
                </a:lnTo>
                <a:lnTo>
                  <a:pt x="6662610" y="1133475"/>
                </a:lnTo>
                <a:lnTo>
                  <a:pt x="6662610" y="1104900"/>
                </a:lnTo>
                <a:close/>
              </a:path>
              <a:path w="7620000" h="1133475">
                <a:moveTo>
                  <a:pt x="6662737" y="0"/>
                </a:moveTo>
                <a:lnTo>
                  <a:pt x="6605587" y="0"/>
                </a:lnTo>
                <a:lnTo>
                  <a:pt x="6605587" y="28575"/>
                </a:lnTo>
                <a:lnTo>
                  <a:pt x="6662737" y="28575"/>
                </a:lnTo>
                <a:lnTo>
                  <a:pt x="6662737" y="0"/>
                </a:lnTo>
                <a:close/>
              </a:path>
              <a:path w="7620000" h="1133475">
                <a:moveTo>
                  <a:pt x="6748145" y="1104900"/>
                </a:moveTo>
                <a:lnTo>
                  <a:pt x="6690995" y="1104900"/>
                </a:lnTo>
                <a:lnTo>
                  <a:pt x="6690995" y="1133475"/>
                </a:lnTo>
                <a:lnTo>
                  <a:pt x="6748145" y="1133475"/>
                </a:lnTo>
                <a:lnTo>
                  <a:pt x="6748145" y="1104900"/>
                </a:lnTo>
                <a:close/>
              </a:path>
              <a:path w="7620000" h="1133475">
                <a:moveTo>
                  <a:pt x="6748272" y="0"/>
                </a:moveTo>
                <a:lnTo>
                  <a:pt x="6691122" y="0"/>
                </a:lnTo>
                <a:lnTo>
                  <a:pt x="6691122" y="28575"/>
                </a:lnTo>
                <a:lnTo>
                  <a:pt x="6748272" y="28575"/>
                </a:lnTo>
                <a:lnTo>
                  <a:pt x="6748272" y="0"/>
                </a:lnTo>
                <a:close/>
              </a:path>
              <a:path w="7620000" h="1133475">
                <a:moveTo>
                  <a:pt x="6833679" y="1104900"/>
                </a:moveTo>
                <a:lnTo>
                  <a:pt x="6776529" y="1104900"/>
                </a:lnTo>
                <a:lnTo>
                  <a:pt x="6776529" y="1133475"/>
                </a:lnTo>
                <a:lnTo>
                  <a:pt x="6833679" y="1133475"/>
                </a:lnTo>
                <a:lnTo>
                  <a:pt x="6833679" y="1104900"/>
                </a:lnTo>
                <a:close/>
              </a:path>
              <a:path w="7620000" h="1133475">
                <a:moveTo>
                  <a:pt x="6833806" y="0"/>
                </a:moveTo>
                <a:lnTo>
                  <a:pt x="6776656" y="0"/>
                </a:lnTo>
                <a:lnTo>
                  <a:pt x="6776656" y="28575"/>
                </a:lnTo>
                <a:lnTo>
                  <a:pt x="6833806" y="28575"/>
                </a:lnTo>
                <a:lnTo>
                  <a:pt x="6833806" y="0"/>
                </a:lnTo>
                <a:close/>
              </a:path>
              <a:path w="7620000" h="1133475">
                <a:moveTo>
                  <a:pt x="6919214" y="1104900"/>
                </a:moveTo>
                <a:lnTo>
                  <a:pt x="6862064" y="1104900"/>
                </a:lnTo>
                <a:lnTo>
                  <a:pt x="6862064" y="1133475"/>
                </a:lnTo>
                <a:lnTo>
                  <a:pt x="6919214" y="1133475"/>
                </a:lnTo>
                <a:lnTo>
                  <a:pt x="6919214" y="1104900"/>
                </a:lnTo>
                <a:close/>
              </a:path>
              <a:path w="7620000" h="1133475">
                <a:moveTo>
                  <a:pt x="6919341" y="0"/>
                </a:moveTo>
                <a:lnTo>
                  <a:pt x="6862191" y="0"/>
                </a:lnTo>
                <a:lnTo>
                  <a:pt x="6862191" y="28575"/>
                </a:lnTo>
                <a:lnTo>
                  <a:pt x="6919341" y="28575"/>
                </a:lnTo>
                <a:lnTo>
                  <a:pt x="6919341" y="0"/>
                </a:lnTo>
                <a:close/>
              </a:path>
              <a:path w="7620000" h="1133475">
                <a:moveTo>
                  <a:pt x="7004748" y="1104900"/>
                </a:moveTo>
                <a:lnTo>
                  <a:pt x="6947598" y="1104900"/>
                </a:lnTo>
                <a:lnTo>
                  <a:pt x="6947598" y="1133475"/>
                </a:lnTo>
                <a:lnTo>
                  <a:pt x="7004748" y="1133475"/>
                </a:lnTo>
                <a:lnTo>
                  <a:pt x="7004748" y="1104900"/>
                </a:lnTo>
                <a:close/>
              </a:path>
              <a:path w="7620000" h="1133475">
                <a:moveTo>
                  <a:pt x="7004875" y="0"/>
                </a:moveTo>
                <a:lnTo>
                  <a:pt x="6947725" y="0"/>
                </a:lnTo>
                <a:lnTo>
                  <a:pt x="6947725" y="28575"/>
                </a:lnTo>
                <a:lnTo>
                  <a:pt x="7004875" y="28575"/>
                </a:lnTo>
                <a:lnTo>
                  <a:pt x="7004875" y="0"/>
                </a:lnTo>
                <a:close/>
              </a:path>
              <a:path w="7620000" h="1133475">
                <a:moveTo>
                  <a:pt x="7090283" y="1104900"/>
                </a:moveTo>
                <a:lnTo>
                  <a:pt x="7033133" y="1104900"/>
                </a:lnTo>
                <a:lnTo>
                  <a:pt x="7033133" y="1133475"/>
                </a:lnTo>
                <a:lnTo>
                  <a:pt x="7090283" y="1133475"/>
                </a:lnTo>
                <a:lnTo>
                  <a:pt x="7090283" y="1104900"/>
                </a:lnTo>
                <a:close/>
              </a:path>
              <a:path w="7620000" h="1133475">
                <a:moveTo>
                  <a:pt x="7090410" y="0"/>
                </a:moveTo>
                <a:lnTo>
                  <a:pt x="7033260" y="0"/>
                </a:lnTo>
                <a:lnTo>
                  <a:pt x="7033260" y="28575"/>
                </a:lnTo>
                <a:lnTo>
                  <a:pt x="7090410" y="28575"/>
                </a:lnTo>
                <a:lnTo>
                  <a:pt x="7090410" y="0"/>
                </a:lnTo>
                <a:close/>
              </a:path>
              <a:path w="7620000" h="1133475">
                <a:moveTo>
                  <a:pt x="7175817" y="1104900"/>
                </a:moveTo>
                <a:lnTo>
                  <a:pt x="7118667" y="1104900"/>
                </a:lnTo>
                <a:lnTo>
                  <a:pt x="7118667" y="1133475"/>
                </a:lnTo>
                <a:lnTo>
                  <a:pt x="7175817" y="1133475"/>
                </a:lnTo>
                <a:lnTo>
                  <a:pt x="7175817" y="1104900"/>
                </a:lnTo>
                <a:close/>
              </a:path>
              <a:path w="7620000" h="1133475">
                <a:moveTo>
                  <a:pt x="7175944" y="0"/>
                </a:moveTo>
                <a:lnTo>
                  <a:pt x="7118794" y="0"/>
                </a:lnTo>
                <a:lnTo>
                  <a:pt x="7118794" y="28575"/>
                </a:lnTo>
                <a:lnTo>
                  <a:pt x="7175944" y="28575"/>
                </a:lnTo>
                <a:lnTo>
                  <a:pt x="7175944" y="0"/>
                </a:lnTo>
                <a:close/>
              </a:path>
              <a:path w="7620000" h="1133475">
                <a:moveTo>
                  <a:pt x="7261352" y="1104900"/>
                </a:moveTo>
                <a:lnTo>
                  <a:pt x="7204202" y="1104900"/>
                </a:lnTo>
                <a:lnTo>
                  <a:pt x="7204202" y="1133475"/>
                </a:lnTo>
                <a:lnTo>
                  <a:pt x="7261352" y="1133475"/>
                </a:lnTo>
                <a:lnTo>
                  <a:pt x="7261352" y="1104900"/>
                </a:lnTo>
                <a:close/>
              </a:path>
              <a:path w="7620000" h="1133475">
                <a:moveTo>
                  <a:pt x="7261479" y="0"/>
                </a:moveTo>
                <a:lnTo>
                  <a:pt x="7204329" y="0"/>
                </a:lnTo>
                <a:lnTo>
                  <a:pt x="7204329" y="28575"/>
                </a:lnTo>
                <a:lnTo>
                  <a:pt x="7261479" y="28575"/>
                </a:lnTo>
                <a:lnTo>
                  <a:pt x="7261479" y="0"/>
                </a:lnTo>
                <a:close/>
              </a:path>
              <a:path w="7620000" h="1133475">
                <a:moveTo>
                  <a:pt x="7346886" y="1104900"/>
                </a:moveTo>
                <a:lnTo>
                  <a:pt x="7289736" y="1104900"/>
                </a:lnTo>
                <a:lnTo>
                  <a:pt x="7289736" y="1133475"/>
                </a:lnTo>
                <a:lnTo>
                  <a:pt x="7346886" y="1133475"/>
                </a:lnTo>
                <a:lnTo>
                  <a:pt x="7346886" y="1104900"/>
                </a:lnTo>
                <a:close/>
              </a:path>
              <a:path w="7620000" h="1133475">
                <a:moveTo>
                  <a:pt x="7347013" y="0"/>
                </a:moveTo>
                <a:lnTo>
                  <a:pt x="7289863" y="0"/>
                </a:lnTo>
                <a:lnTo>
                  <a:pt x="7289863" y="28575"/>
                </a:lnTo>
                <a:lnTo>
                  <a:pt x="7347013" y="28575"/>
                </a:lnTo>
                <a:lnTo>
                  <a:pt x="7347013" y="0"/>
                </a:lnTo>
                <a:close/>
              </a:path>
              <a:path w="7620000" h="1133475">
                <a:moveTo>
                  <a:pt x="7432408" y="1133335"/>
                </a:moveTo>
                <a:lnTo>
                  <a:pt x="7431976" y="1104900"/>
                </a:lnTo>
                <a:lnTo>
                  <a:pt x="7375271" y="1104900"/>
                </a:lnTo>
                <a:lnTo>
                  <a:pt x="7375271" y="1133475"/>
                </a:lnTo>
                <a:lnTo>
                  <a:pt x="7429500" y="1133475"/>
                </a:lnTo>
                <a:lnTo>
                  <a:pt x="7432408" y="1133335"/>
                </a:lnTo>
                <a:close/>
              </a:path>
              <a:path w="7620000" h="1133475">
                <a:moveTo>
                  <a:pt x="7432535" y="152"/>
                </a:moveTo>
                <a:lnTo>
                  <a:pt x="7429500" y="0"/>
                </a:lnTo>
                <a:lnTo>
                  <a:pt x="7375398" y="0"/>
                </a:lnTo>
                <a:lnTo>
                  <a:pt x="7375398" y="28575"/>
                </a:lnTo>
                <a:lnTo>
                  <a:pt x="7432091" y="28575"/>
                </a:lnTo>
                <a:lnTo>
                  <a:pt x="7432535" y="152"/>
                </a:lnTo>
                <a:close/>
              </a:path>
              <a:path w="7620000" h="1133475">
                <a:moveTo>
                  <a:pt x="7519124" y="1111084"/>
                </a:moveTo>
                <a:lnTo>
                  <a:pt x="7505674" y="1085875"/>
                </a:lnTo>
                <a:lnTo>
                  <a:pt x="7491476" y="1092581"/>
                </a:lnTo>
                <a:lnTo>
                  <a:pt x="7476439" y="1097978"/>
                </a:lnTo>
                <a:lnTo>
                  <a:pt x="7461097" y="1101826"/>
                </a:lnTo>
                <a:lnTo>
                  <a:pt x="7456627" y="1102487"/>
                </a:lnTo>
                <a:lnTo>
                  <a:pt x="7461415" y="1130630"/>
                </a:lnTo>
                <a:lnTo>
                  <a:pt x="7466673" y="1129855"/>
                </a:lnTo>
                <a:lnTo>
                  <a:pt x="7484719" y="1125321"/>
                </a:lnTo>
                <a:lnTo>
                  <a:pt x="7502411" y="1118984"/>
                </a:lnTo>
                <a:lnTo>
                  <a:pt x="7519124" y="1111084"/>
                </a:lnTo>
                <a:close/>
              </a:path>
              <a:path w="7620000" h="1133475">
                <a:moveTo>
                  <a:pt x="7519251" y="22453"/>
                </a:moveTo>
                <a:lnTo>
                  <a:pt x="7502411" y="14503"/>
                </a:lnTo>
                <a:lnTo>
                  <a:pt x="7484719" y="8166"/>
                </a:lnTo>
                <a:lnTo>
                  <a:pt x="7466673" y="3632"/>
                </a:lnTo>
                <a:lnTo>
                  <a:pt x="7461567" y="2870"/>
                </a:lnTo>
                <a:lnTo>
                  <a:pt x="7456754" y="31026"/>
                </a:lnTo>
                <a:lnTo>
                  <a:pt x="7461097" y="31661"/>
                </a:lnTo>
                <a:lnTo>
                  <a:pt x="7476439" y="35509"/>
                </a:lnTo>
                <a:lnTo>
                  <a:pt x="7491476" y="40906"/>
                </a:lnTo>
                <a:lnTo>
                  <a:pt x="7505789" y="47663"/>
                </a:lnTo>
                <a:lnTo>
                  <a:pt x="7519251" y="22453"/>
                </a:lnTo>
                <a:close/>
              </a:path>
              <a:path w="7620000" h="1133475">
                <a:moveTo>
                  <a:pt x="7586561" y="1050671"/>
                </a:moveTo>
                <a:lnTo>
                  <a:pt x="7563002" y="1034516"/>
                </a:lnTo>
                <a:lnTo>
                  <a:pt x="7554735" y="1045654"/>
                </a:lnTo>
                <a:lnTo>
                  <a:pt x="7544003" y="1057478"/>
                </a:lnTo>
                <a:lnTo>
                  <a:pt x="7532179" y="1068209"/>
                </a:lnTo>
                <a:lnTo>
                  <a:pt x="7527137" y="1071956"/>
                </a:lnTo>
                <a:lnTo>
                  <a:pt x="7544371" y="1094714"/>
                </a:lnTo>
                <a:lnTo>
                  <a:pt x="7550302" y="1090307"/>
                </a:lnTo>
                <a:lnTo>
                  <a:pt x="7564209" y="1077683"/>
                </a:lnTo>
                <a:lnTo>
                  <a:pt x="7576833" y="1063777"/>
                </a:lnTo>
                <a:lnTo>
                  <a:pt x="7586561" y="1050671"/>
                </a:lnTo>
                <a:close/>
              </a:path>
              <a:path w="7620000" h="1133475">
                <a:moveTo>
                  <a:pt x="7586650" y="82931"/>
                </a:moveTo>
                <a:lnTo>
                  <a:pt x="7576833" y="69710"/>
                </a:lnTo>
                <a:lnTo>
                  <a:pt x="7564209" y="55803"/>
                </a:lnTo>
                <a:lnTo>
                  <a:pt x="7550302" y="43180"/>
                </a:lnTo>
                <a:lnTo>
                  <a:pt x="7544486" y="38862"/>
                </a:lnTo>
                <a:lnTo>
                  <a:pt x="7527239" y="61607"/>
                </a:lnTo>
                <a:lnTo>
                  <a:pt x="7532179" y="65278"/>
                </a:lnTo>
                <a:lnTo>
                  <a:pt x="7544003" y="76009"/>
                </a:lnTo>
                <a:lnTo>
                  <a:pt x="7554735" y="87833"/>
                </a:lnTo>
                <a:lnTo>
                  <a:pt x="7563078" y="99060"/>
                </a:lnTo>
                <a:lnTo>
                  <a:pt x="7586650" y="82931"/>
                </a:lnTo>
                <a:close/>
              </a:path>
              <a:path w="7620000" h="1133475">
                <a:moveTo>
                  <a:pt x="7618438" y="966228"/>
                </a:moveTo>
                <a:lnTo>
                  <a:pt x="7590091" y="962736"/>
                </a:lnTo>
                <a:lnTo>
                  <a:pt x="7588351" y="974572"/>
                </a:lnTo>
                <a:lnTo>
                  <a:pt x="7584491" y="989914"/>
                </a:lnTo>
                <a:lnTo>
                  <a:pt x="7579106" y="1004951"/>
                </a:lnTo>
                <a:lnTo>
                  <a:pt x="7575575" y="1012418"/>
                </a:lnTo>
                <a:lnTo>
                  <a:pt x="7601356" y="1024674"/>
                </a:lnTo>
                <a:lnTo>
                  <a:pt x="7605509" y="1015885"/>
                </a:lnTo>
                <a:lnTo>
                  <a:pt x="7611846" y="998194"/>
                </a:lnTo>
                <a:lnTo>
                  <a:pt x="7616380" y="980147"/>
                </a:lnTo>
                <a:lnTo>
                  <a:pt x="7618438" y="966228"/>
                </a:lnTo>
                <a:close/>
              </a:path>
              <a:path w="7620000" h="1133475">
                <a:moveTo>
                  <a:pt x="7618463" y="167398"/>
                </a:moveTo>
                <a:lnTo>
                  <a:pt x="7616380" y="153339"/>
                </a:lnTo>
                <a:lnTo>
                  <a:pt x="7611846" y="135293"/>
                </a:lnTo>
                <a:lnTo>
                  <a:pt x="7605509" y="117602"/>
                </a:lnTo>
                <a:lnTo>
                  <a:pt x="7601420" y="108940"/>
                </a:lnTo>
                <a:lnTo>
                  <a:pt x="7575626" y="121183"/>
                </a:lnTo>
                <a:lnTo>
                  <a:pt x="7579106" y="128536"/>
                </a:lnTo>
                <a:lnTo>
                  <a:pt x="7584491" y="143573"/>
                </a:lnTo>
                <a:lnTo>
                  <a:pt x="7588351" y="158915"/>
                </a:lnTo>
                <a:lnTo>
                  <a:pt x="7590117" y="170865"/>
                </a:lnTo>
                <a:lnTo>
                  <a:pt x="7618463" y="167398"/>
                </a:lnTo>
                <a:close/>
              </a:path>
              <a:path w="7620000" h="1133475">
                <a:moveTo>
                  <a:pt x="7620000" y="880376"/>
                </a:moveTo>
                <a:lnTo>
                  <a:pt x="7591425" y="880376"/>
                </a:lnTo>
                <a:lnTo>
                  <a:pt x="7591425" y="937526"/>
                </a:lnTo>
                <a:lnTo>
                  <a:pt x="7620000" y="937526"/>
                </a:lnTo>
                <a:lnTo>
                  <a:pt x="7620000" y="880376"/>
                </a:lnTo>
                <a:close/>
              </a:path>
              <a:path w="7620000" h="1133475">
                <a:moveTo>
                  <a:pt x="7620000" y="794842"/>
                </a:moveTo>
                <a:lnTo>
                  <a:pt x="7591425" y="794842"/>
                </a:lnTo>
                <a:lnTo>
                  <a:pt x="7591425" y="851992"/>
                </a:lnTo>
                <a:lnTo>
                  <a:pt x="7620000" y="851992"/>
                </a:lnTo>
                <a:lnTo>
                  <a:pt x="7620000" y="794842"/>
                </a:lnTo>
                <a:close/>
              </a:path>
              <a:path w="7620000" h="1133475">
                <a:moveTo>
                  <a:pt x="7620000" y="709307"/>
                </a:moveTo>
                <a:lnTo>
                  <a:pt x="7591425" y="709307"/>
                </a:lnTo>
                <a:lnTo>
                  <a:pt x="7591425" y="766457"/>
                </a:lnTo>
                <a:lnTo>
                  <a:pt x="7620000" y="766457"/>
                </a:lnTo>
                <a:lnTo>
                  <a:pt x="7620000" y="709307"/>
                </a:lnTo>
                <a:close/>
              </a:path>
              <a:path w="7620000" h="1133475">
                <a:moveTo>
                  <a:pt x="7620000" y="623773"/>
                </a:moveTo>
                <a:lnTo>
                  <a:pt x="7591425" y="623773"/>
                </a:lnTo>
                <a:lnTo>
                  <a:pt x="7591425" y="680923"/>
                </a:lnTo>
                <a:lnTo>
                  <a:pt x="7620000" y="680923"/>
                </a:lnTo>
                <a:lnTo>
                  <a:pt x="7620000" y="623773"/>
                </a:lnTo>
                <a:close/>
              </a:path>
              <a:path w="7620000" h="1133475">
                <a:moveTo>
                  <a:pt x="7620000" y="538238"/>
                </a:moveTo>
                <a:lnTo>
                  <a:pt x="7591425" y="538238"/>
                </a:lnTo>
                <a:lnTo>
                  <a:pt x="7591425" y="595388"/>
                </a:lnTo>
                <a:lnTo>
                  <a:pt x="7620000" y="595388"/>
                </a:lnTo>
                <a:lnTo>
                  <a:pt x="7620000" y="538238"/>
                </a:lnTo>
                <a:close/>
              </a:path>
              <a:path w="7620000" h="1133475">
                <a:moveTo>
                  <a:pt x="7620000" y="452704"/>
                </a:moveTo>
                <a:lnTo>
                  <a:pt x="7591425" y="452704"/>
                </a:lnTo>
                <a:lnTo>
                  <a:pt x="7591425" y="509854"/>
                </a:lnTo>
                <a:lnTo>
                  <a:pt x="7620000" y="509854"/>
                </a:lnTo>
                <a:lnTo>
                  <a:pt x="7620000" y="452704"/>
                </a:lnTo>
                <a:close/>
              </a:path>
              <a:path w="7620000" h="1133475">
                <a:moveTo>
                  <a:pt x="7620000" y="367169"/>
                </a:moveTo>
                <a:lnTo>
                  <a:pt x="7591425" y="367169"/>
                </a:lnTo>
                <a:lnTo>
                  <a:pt x="7591425" y="424319"/>
                </a:lnTo>
                <a:lnTo>
                  <a:pt x="7620000" y="424319"/>
                </a:lnTo>
                <a:lnTo>
                  <a:pt x="7620000" y="367169"/>
                </a:lnTo>
                <a:close/>
              </a:path>
              <a:path w="7620000" h="1133475">
                <a:moveTo>
                  <a:pt x="7620000" y="281635"/>
                </a:moveTo>
                <a:lnTo>
                  <a:pt x="7591425" y="281635"/>
                </a:lnTo>
                <a:lnTo>
                  <a:pt x="7591425" y="338785"/>
                </a:lnTo>
                <a:lnTo>
                  <a:pt x="7620000" y="338785"/>
                </a:lnTo>
                <a:lnTo>
                  <a:pt x="7620000" y="281635"/>
                </a:lnTo>
                <a:close/>
              </a:path>
              <a:path w="7620000" h="1133475">
                <a:moveTo>
                  <a:pt x="7620000" y="196100"/>
                </a:moveTo>
                <a:lnTo>
                  <a:pt x="7591425" y="196100"/>
                </a:lnTo>
                <a:lnTo>
                  <a:pt x="7591425" y="253250"/>
                </a:lnTo>
                <a:lnTo>
                  <a:pt x="7620000" y="253250"/>
                </a:lnTo>
                <a:lnTo>
                  <a:pt x="7620000" y="19610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172074" y="1857374"/>
            <a:ext cx="1847850" cy="28575"/>
          </a:xfrm>
          <a:custGeom>
            <a:avLst/>
            <a:gdLst/>
            <a:ahLst/>
            <a:cxnLst/>
            <a:rect l="l" t="t" r="r" b="b"/>
            <a:pathLst>
              <a:path w="1847850" h="28575">
                <a:moveTo>
                  <a:pt x="1847849" y="28574"/>
                </a:moveTo>
                <a:lnTo>
                  <a:pt x="0" y="28574"/>
                </a:lnTo>
                <a:lnTo>
                  <a:pt x="0" y="0"/>
                </a:lnTo>
                <a:lnTo>
                  <a:pt x="1847849" y="0"/>
                </a:lnTo>
                <a:lnTo>
                  <a:pt x="1847849" y="28574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06687" y="2282634"/>
            <a:ext cx="6825615" cy="688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1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1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190625"/>
          </a:xfrm>
          <a:custGeom>
            <a:avLst/>
            <a:gdLst/>
            <a:ahLst/>
            <a:cxnLst/>
            <a:rect l="l" t="t" r="r" b="b"/>
            <a:pathLst>
              <a:path w="12192000" h="1190625">
                <a:moveTo>
                  <a:pt x="12191999" y="1190624"/>
                </a:moveTo>
                <a:lnTo>
                  <a:pt x="0" y="11906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90624"/>
                </a:lnTo>
                <a:close/>
              </a:path>
            </a:pathLst>
          </a:custGeom>
          <a:solidFill>
            <a:srgbClr val="0095B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00049"/>
            <a:ext cx="514350" cy="4000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190625"/>
          </a:xfrm>
          <a:custGeom>
            <a:avLst/>
            <a:gdLst/>
            <a:ahLst/>
            <a:cxnLst/>
            <a:rect l="l" t="t" r="r" b="b"/>
            <a:pathLst>
              <a:path w="12192000" h="1190625">
                <a:moveTo>
                  <a:pt x="12191999" y="1190624"/>
                </a:moveTo>
                <a:lnTo>
                  <a:pt x="0" y="11906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90624"/>
                </a:lnTo>
                <a:close/>
              </a:path>
            </a:pathLst>
          </a:custGeom>
          <a:solidFill>
            <a:srgbClr val="0095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2200" y="284327"/>
            <a:ext cx="10007600" cy="58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9849" y="2780040"/>
            <a:ext cx="6016625" cy="1943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1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web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59374" y="1477438"/>
            <a:ext cx="186753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050" b="1" spc="50" dirty="0">
                <a:solidFill>
                  <a:srgbClr val="0095B8"/>
                </a:solidFill>
                <a:latin typeface="Arial"/>
                <a:cs typeface="Arial"/>
              </a:rPr>
              <a:t>МОЙ</a:t>
            </a:r>
            <a:r>
              <a:rPr lang="ru-RU" sz="2050" b="1" spc="32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lang="ru-RU" sz="2050" b="1" spc="40" dirty="0">
                <a:solidFill>
                  <a:srgbClr val="0095B8"/>
                </a:solidFill>
                <a:latin typeface="Arial"/>
                <a:cs typeface="Arial"/>
              </a:rPr>
              <a:t>ПРОЕКТ</a:t>
            </a:r>
            <a:endParaRPr lang="ru-RU" sz="205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2663253" y="2170055"/>
            <a:ext cx="7014147" cy="682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350" spc="105" dirty="0">
                <a:solidFill>
                  <a:srgbClr val="878787"/>
                </a:solidFill>
              </a:rPr>
              <a:t>The Infinite War</a:t>
            </a:r>
            <a:endParaRPr sz="4350" dirty="0"/>
          </a:p>
        </p:txBody>
      </p:sp>
      <p:grpSp>
        <p:nvGrpSpPr>
          <p:cNvPr id="4" name="object 4"/>
          <p:cNvGrpSpPr/>
          <p:nvPr/>
        </p:nvGrpSpPr>
        <p:grpSpPr>
          <a:xfrm>
            <a:off x="3867149" y="3495674"/>
            <a:ext cx="4457700" cy="638175"/>
            <a:chOff x="3867149" y="3495674"/>
            <a:chExt cx="4457700" cy="638175"/>
          </a:xfrm>
        </p:grpSpPr>
        <p:sp>
          <p:nvSpPr>
            <p:cNvPr id="5" name="object 5"/>
            <p:cNvSpPr/>
            <p:nvPr/>
          </p:nvSpPr>
          <p:spPr>
            <a:xfrm>
              <a:off x="3867149" y="3495674"/>
              <a:ext cx="4457700" cy="638175"/>
            </a:xfrm>
            <a:custGeom>
              <a:avLst/>
              <a:gdLst/>
              <a:ahLst/>
              <a:cxnLst/>
              <a:rect l="l" t="t" r="r" b="b"/>
              <a:pathLst>
                <a:path w="4457700" h="638175">
                  <a:moveTo>
                    <a:pt x="4138612" y="638174"/>
                  </a:moveTo>
                  <a:lnTo>
                    <a:pt x="319087" y="638174"/>
                  </a:lnTo>
                  <a:lnTo>
                    <a:pt x="303411" y="637791"/>
                  </a:lnTo>
                  <a:lnTo>
                    <a:pt x="256836" y="632043"/>
                  </a:lnTo>
                  <a:lnTo>
                    <a:pt x="211606" y="619530"/>
                  </a:lnTo>
                  <a:lnTo>
                    <a:pt x="168668" y="600500"/>
                  </a:lnTo>
                  <a:lnTo>
                    <a:pt x="128990" y="575371"/>
                  </a:lnTo>
                  <a:lnTo>
                    <a:pt x="93458" y="544716"/>
                  </a:lnTo>
                  <a:lnTo>
                    <a:pt x="62803" y="509183"/>
                  </a:lnTo>
                  <a:lnTo>
                    <a:pt x="37673" y="469505"/>
                  </a:lnTo>
                  <a:lnTo>
                    <a:pt x="18643" y="426567"/>
                  </a:lnTo>
                  <a:lnTo>
                    <a:pt x="6130" y="381338"/>
                  </a:lnTo>
                  <a:lnTo>
                    <a:pt x="382" y="334763"/>
                  </a:lnTo>
                  <a:lnTo>
                    <a:pt x="0" y="319087"/>
                  </a:lnTo>
                  <a:lnTo>
                    <a:pt x="382" y="303411"/>
                  </a:lnTo>
                  <a:lnTo>
                    <a:pt x="6130" y="256836"/>
                  </a:lnTo>
                  <a:lnTo>
                    <a:pt x="18643" y="211607"/>
                  </a:lnTo>
                  <a:lnTo>
                    <a:pt x="37673" y="168668"/>
                  </a:lnTo>
                  <a:lnTo>
                    <a:pt x="62803" y="128990"/>
                  </a:lnTo>
                  <a:lnTo>
                    <a:pt x="93458" y="93458"/>
                  </a:lnTo>
                  <a:lnTo>
                    <a:pt x="128990" y="62803"/>
                  </a:lnTo>
                  <a:lnTo>
                    <a:pt x="168668" y="37673"/>
                  </a:lnTo>
                  <a:lnTo>
                    <a:pt x="211606" y="18643"/>
                  </a:lnTo>
                  <a:lnTo>
                    <a:pt x="256836" y="6130"/>
                  </a:lnTo>
                  <a:lnTo>
                    <a:pt x="303411" y="383"/>
                  </a:lnTo>
                  <a:lnTo>
                    <a:pt x="319087" y="0"/>
                  </a:lnTo>
                  <a:lnTo>
                    <a:pt x="4138612" y="0"/>
                  </a:lnTo>
                  <a:lnTo>
                    <a:pt x="4185413" y="3448"/>
                  </a:lnTo>
                  <a:lnTo>
                    <a:pt x="4231238" y="13736"/>
                  </a:lnTo>
                  <a:lnTo>
                    <a:pt x="4275057" y="30641"/>
                  </a:lnTo>
                  <a:lnTo>
                    <a:pt x="4315886" y="53775"/>
                  </a:lnTo>
                  <a:lnTo>
                    <a:pt x="4352884" y="82644"/>
                  </a:lnTo>
                  <a:lnTo>
                    <a:pt x="4385272" y="116658"/>
                  </a:lnTo>
                  <a:lnTo>
                    <a:pt x="4412313" y="155058"/>
                  </a:lnTo>
                  <a:lnTo>
                    <a:pt x="4433409" y="196977"/>
                  </a:lnTo>
                  <a:lnTo>
                    <a:pt x="4448133" y="241536"/>
                  </a:lnTo>
                  <a:lnTo>
                    <a:pt x="4456166" y="287811"/>
                  </a:lnTo>
                  <a:lnTo>
                    <a:pt x="4457699" y="319087"/>
                  </a:lnTo>
                  <a:lnTo>
                    <a:pt x="4457316" y="334763"/>
                  </a:lnTo>
                  <a:lnTo>
                    <a:pt x="4451567" y="381338"/>
                  </a:lnTo>
                  <a:lnTo>
                    <a:pt x="4439054" y="426567"/>
                  </a:lnTo>
                  <a:lnTo>
                    <a:pt x="4420024" y="469505"/>
                  </a:lnTo>
                  <a:lnTo>
                    <a:pt x="4394895" y="509183"/>
                  </a:lnTo>
                  <a:lnTo>
                    <a:pt x="4364240" y="544716"/>
                  </a:lnTo>
                  <a:lnTo>
                    <a:pt x="4328708" y="575371"/>
                  </a:lnTo>
                  <a:lnTo>
                    <a:pt x="4289030" y="600500"/>
                  </a:lnTo>
                  <a:lnTo>
                    <a:pt x="4246091" y="619530"/>
                  </a:lnTo>
                  <a:lnTo>
                    <a:pt x="4200862" y="632043"/>
                  </a:lnTo>
                  <a:lnTo>
                    <a:pt x="4154287" y="637791"/>
                  </a:lnTo>
                  <a:lnTo>
                    <a:pt x="4138612" y="638174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67226" y="3495674"/>
              <a:ext cx="4457700" cy="638175"/>
            </a:xfrm>
            <a:custGeom>
              <a:avLst/>
              <a:gdLst/>
              <a:ahLst/>
              <a:cxnLst/>
              <a:rect l="l" t="t" r="r" b="b"/>
              <a:pathLst>
                <a:path w="4457700" h="638175">
                  <a:moveTo>
                    <a:pt x="24663" y="260921"/>
                  </a:moveTo>
                  <a:lnTo>
                    <a:pt x="304" y="303415"/>
                  </a:lnTo>
                  <a:lnTo>
                    <a:pt x="0" y="315836"/>
                  </a:lnTo>
                  <a:lnTo>
                    <a:pt x="19037" y="316026"/>
                  </a:lnTo>
                  <a:lnTo>
                    <a:pt x="19050" y="315836"/>
                  </a:lnTo>
                  <a:lnTo>
                    <a:pt x="19329" y="304355"/>
                  </a:lnTo>
                  <a:lnTo>
                    <a:pt x="19392" y="303415"/>
                  </a:lnTo>
                  <a:lnTo>
                    <a:pt x="20408" y="289687"/>
                  </a:lnTo>
                  <a:lnTo>
                    <a:pt x="22212" y="275082"/>
                  </a:lnTo>
                  <a:lnTo>
                    <a:pt x="24663" y="260921"/>
                  </a:lnTo>
                  <a:close/>
                </a:path>
                <a:path w="4457700" h="638175">
                  <a:moveTo>
                    <a:pt x="31915" y="406298"/>
                  </a:moveTo>
                  <a:lnTo>
                    <a:pt x="27965" y="392010"/>
                  </a:lnTo>
                  <a:lnTo>
                    <a:pt x="24726" y="377621"/>
                  </a:lnTo>
                  <a:lnTo>
                    <a:pt x="22212" y="363105"/>
                  </a:lnTo>
                  <a:lnTo>
                    <a:pt x="20828" y="351942"/>
                  </a:lnTo>
                  <a:lnTo>
                    <a:pt x="1905" y="354037"/>
                  </a:lnTo>
                  <a:lnTo>
                    <a:pt x="3365" y="365899"/>
                  </a:lnTo>
                  <a:lnTo>
                    <a:pt x="6045" y="381342"/>
                  </a:lnTo>
                  <a:lnTo>
                    <a:pt x="9486" y="396646"/>
                  </a:lnTo>
                  <a:lnTo>
                    <a:pt x="13690" y="411835"/>
                  </a:lnTo>
                  <a:lnTo>
                    <a:pt x="31915" y="406298"/>
                  </a:lnTo>
                  <a:close/>
                </a:path>
                <a:path w="4457700" h="638175">
                  <a:moveTo>
                    <a:pt x="55943" y="174917"/>
                  </a:moveTo>
                  <a:lnTo>
                    <a:pt x="39243" y="165760"/>
                  </a:lnTo>
                  <a:lnTo>
                    <a:pt x="37592" y="168668"/>
                  </a:lnTo>
                  <a:lnTo>
                    <a:pt x="30556" y="182651"/>
                  </a:lnTo>
                  <a:lnTo>
                    <a:pt x="24206" y="196989"/>
                  </a:lnTo>
                  <a:lnTo>
                    <a:pt x="18554" y="211607"/>
                  </a:lnTo>
                  <a:lnTo>
                    <a:pt x="15824" y="219913"/>
                  </a:lnTo>
                  <a:lnTo>
                    <a:pt x="33921" y="225831"/>
                  </a:lnTo>
                  <a:lnTo>
                    <a:pt x="36499" y="218033"/>
                  </a:lnTo>
                  <a:lnTo>
                    <a:pt x="41808" y="204279"/>
                  </a:lnTo>
                  <a:lnTo>
                    <a:pt x="47777" y="190792"/>
                  </a:lnTo>
                  <a:lnTo>
                    <a:pt x="54394" y="177660"/>
                  </a:lnTo>
                  <a:lnTo>
                    <a:pt x="55943" y="174917"/>
                  </a:lnTo>
                  <a:close/>
                </a:path>
                <a:path w="4457700" h="638175">
                  <a:moveTo>
                    <a:pt x="71869" y="489115"/>
                  </a:moveTo>
                  <a:lnTo>
                    <a:pt x="47777" y="447395"/>
                  </a:lnTo>
                  <a:lnTo>
                    <a:pt x="44792" y="440651"/>
                  </a:lnTo>
                  <a:lnTo>
                    <a:pt x="27381" y="448373"/>
                  </a:lnTo>
                  <a:lnTo>
                    <a:pt x="45300" y="483120"/>
                  </a:lnTo>
                  <a:lnTo>
                    <a:pt x="56184" y="499910"/>
                  </a:lnTo>
                  <a:lnTo>
                    <a:pt x="71869" y="489115"/>
                  </a:lnTo>
                  <a:close/>
                </a:path>
                <a:path w="4457700" h="638175">
                  <a:moveTo>
                    <a:pt x="111950" y="102082"/>
                  </a:moveTo>
                  <a:lnTo>
                    <a:pt x="98806" y="88303"/>
                  </a:lnTo>
                  <a:lnTo>
                    <a:pt x="93370" y="93459"/>
                  </a:lnTo>
                  <a:lnTo>
                    <a:pt x="82562" y="104825"/>
                  </a:lnTo>
                  <a:lnTo>
                    <a:pt x="72339" y="116662"/>
                  </a:lnTo>
                  <a:lnTo>
                    <a:pt x="62725" y="128993"/>
                  </a:lnTo>
                  <a:lnTo>
                    <a:pt x="60045" y="132791"/>
                  </a:lnTo>
                  <a:lnTo>
                    <a:pt x="75501" y="143916"/>
                  </a:lnTo>
                  <a:lnTo>
                    <a:pt x="78016" y="140347"/>
                  </a:lnTo>
                  <a:lnTo>
                    <a:pt x="87071" y="128752"/>
                  </a:lnTo>
                  <a:lnTo>
                    <a:pt x="96672" y="117614"/>
                  </a:lnTo>
                  <a:lnTo>
                    <a:pt x="106845" y="106934"/>
                  </a:lnTo>
                  <a:lnTo>
                    <a:pt x="111950" y="102082"/>
                  </a:lnTo>
                  <a:close/>
                </a:path>
                <a:path w="4457700" h="638175">
                  <a:moveTo>
                    <a:pt x="134848" y="555853"/>
                  </a:moveTo>
                  <a:lnTo>
                    <a:pt x="96672" y="520573"/>
                  </a:lnTo>
                  <a:lnTo>
                    <a:pt x="94335" y="517867"/>
                  </a:lnTo>
                  <a:lnTo>
                    <a:pt x="80073" y="530479"/>
                  </a:lnTo>
                  <a:lnTo>
                    <a:pt x="116573" y="565759"/>
                  </a:lnTo>
                  <a:lnTo>
                    <a:pt x="123164" y="570890"/>
                  </a:lnTo>
                  <a:lnTo>
                    <a:pt x="134848" y="555853"/>
                  </a:lnTo>
                  <a:close/>
                </a:path>
                <a:path w="4457700" h="638175">
                  <a:moveTo>
                    <a:pt x="187312" y="49580"/>
                  </a:moveTo>
                  <a:lnTo>
                    <a:pt x="178943" y="32461"/>
                  </a:lnTo>
                  <a:lnTo>
                    <a:pt x="168579" y="37680"/>
                  </a:lnTo>
                  <a:lnTo>
                    <a:pt x="154978" y="45389"/>
                  </a:lnTo>
                  <a:lnTo>
                    <a:pt x="141732" y="53784"/>
                  </a:lnTo>
                  <a:lnTo>
                    <a:pt x="128905" y="62814"/>
                  </a:lnTo>
                  <a:lnTo>
                    <a:pt x="128460" y="63157"/>
                  </a:lnTo>
                  <a:lnTo>
                    <a:pt x="139839" y="78435"/>
                  </a:lnTo>
                  <a:lnTo>
                    <a:pt x="140258" y="78105"/>
                  </a:lnTo>
                  <a:lnTo>
                    <a:pt x="152311" y="69621"/>
                  </a:lnTo>
                  <a:lnTo>
                    <a:pt x="164769" y="61734"/>
                  </a:lnTo>
                  <a:lnTo>
                    <a:pt x="177571" y="54483"/>
                  </a:lnTo>
                  <a:lnTo>
                    <a:pt x="187312" y="49580"/>
                  </a:lnTo>
                  <a:close/>
                </a:path>
                <a:path w="4457700" h="638175">
                  <a:moveTo>
                    <a:pt x="214972" y="600456"/>
                  </a:moveTo>
                  <a:lnTo>
                    <a:pt x="204190" y="596290"/>
                  </a:lnTo>
                  <a:lnTo>
                    <a:pt x="190703" y="590321"/>
                  </a:lnTo>
                  <a:lnTo>
                    <a:pt x="177571" y="583704"/>
                  </a:lnTo>
                  <a:lnTo>
                    <a:pt x="164973" y="576580"/>
                  </a:lnTo>
                  <a:lnTo>
                    <a:pt x="155194" y="592924"/>
                  </a:lnTo>
                  <a:lnTo>
                    <a:pt x="168490" y="600456"/>
                  </a:lnTo>
                  <a:lnTo>
                    <a:pt x="182562" y="607542"/>
                  </a:lnTo>
                  <a:lnTo>
                    <a:pt x="196900" y="613892"/>
                  </a:lnTo>
                  <a:lnTo>
                    <a:pt x="208368" y="618312"/>
                  </a:lnTo>
                  <a:lnTo>
                    <a:pt x="214972" y="600456"/>
                  </a:lnTo>
                  <a:close/>
                </a:path>
                <a:path w="4457700" h="638175">
                  <a:moveTo>
                    <a:pt x="274840" y="22326"/>
                  </a:moveTo>
                  <a:lnTo>
                    <a:pt x="272034" y="3479"/>
                  </a:lnTo>
                  <a:lnTo>
                    <a:pt x="256755" y="6134"/>
                  </a:lnTo>
                  <a:lnTo>
                    <a:pt x="241452" y="9575"/>
                  </a:lnTo>
                  <a:lnTo>
                    <a:pt x="226377" y="13741"/>
                  </a:lnTo>
                  <a:lnTo>
                    <a:pt x="214807" y="17564"/>
                  </a:lnTo>
                  <a:lnTo>
                    <a:pt x="221030" y="35572"/>
                  </a:lnTo>
                  <a:lnTo>
                    <a:pt x="231902" y="31978"/>
                  </a:lnTo>
                  <a:lnTo>
                    <a:pt x="246087" y="28054"/>
                  </a:lnTo>
                  <a:lnTo>
                    <a:pt x="260464" y="24815"/>
                  </a:lnTo>
                  <a:lnTo>
                    <a:pt x="274840" y="22326"/>
                  </a:lnTo>
                  <a:close/>
                </a:path>
                <a:path w="4457700" h="638175">
                  <a:moveTo>
                    <a:pt x="304965" y="618769"/>
                  </a:moveTo>
                  <a:lnTo>
                    <a:pt x="304266" y="618769"/>
                  </a:lnTo>
                  <a:lnTo>
                    <a:pt x="289598" y="617689"/>
                  </a:lnTo>
                  <a:lnTo>
                    <a:pt x="274993" y="615886"/>
                  </a:lnTo>
                  <a:lnTo>
                    <a:pt x="260464" y="613371"/>
                  </a:lnTo>
                  <a:lnTo>
                    <a:pt x="250050" y="611022"/>
                  </a:lnTo>
                  <a:lnTo>
                    <a:pt x="245668" y="629564"/>
                  </a:lnTo>
                  <a:lnTo>
                    <a:pt x="256755" y="632053"/>
                  </a:lnTo>
                  <a:lnTo>
                    <a:pt x="272199" y="634733"/>
                  </a:lnTo>
                  <a:lnTo>
                    <a:pt x="287731" y="636651"/>
                  </a:lnTo>
                  <a:lnTo>
                    <a:pt x="303326" y="637794"/>
                  </a:lnTo>
                  <a:lnTo>
                    <a:pt x="304076" y="637794"/>
                  </a:lnTo>
                  <a:lnTo>
                    <a:pt x="304126" y="636651"/>
                  </a:lnTo>
                  <a:lnTo>
                    <a:pt x="304215" y="634733"/>
                  </a:lnTo>
                  <a:lnTo>
                    <a:pt x="304342" y="632053"/>
                  </a:lnTo>
                  <a:lnTo>
                    <a:pt x="304457" y="629564"/>
                  </a:lnTo>
                  <a:lnTo>
                    <a:pt x="304965" y="618769"/>
                  </a:lnTo>
                  <a:close/>
                </a:path>
                <a:path w="4457700" h="638175">
                  <a:moveTo>
                    <a:pt x="376148" y="0"/>
                  </a:moveTo>
                  <a:lnTo>
                    <a:pt x="318998" y="0"/>
                  </a:lnTo>
                  <a:lnTo>
                    <a:pt x="310667" y="215"/>
                  </a:lnTo>
                  <a:lnTo>
                    <a:pt x="311162" y="19253"/>
                  </a:lnTo>
                  <a:lnTo>
                    <a:pt x="318998" y="19050"/>
                  </a:lnTo>
                  <a:lnTo>
                    <a:pt x="376148" y="19050"/>
                  </a:lnTo>
                  <a:lnTo>
                    <a:pt x="376148" y="0"/>
                  </a:lnTo>
                  <a:close/>
                </a:path>
                <a:path w="4457700" h="638175">
                  <a:moveTo>
                    <a:pt x="398945" y="619125"/>
                  </a:moveTo>
                  <a:lnTo>
                    <a:pt x="341795" y="619125"/>
                  </a:lnTo>
                  <a:lnTo>
                    <a:pt x="341795" y="638175"/>
                  </a:lnTo>
                  <a:lnTo>
                    <a:pt x="398945" y="638175"/>
                  </a:lnTo>
                  <a:lnTo>
                    <a:pt x="398945" y="619125"/>
                  </a:lnTo>
                  <a:close/>
                </a:path>
                <a:path w="4457700" h="638175">
                  <a:moveTo>
                    <a:pt x="470928" y="0"/>
                  </a:moveTo>
                  <a:lnTo>
                    <a:pt x="413778" y="0"/>
                  </a:lnTo>
                  <a:lnTo>
                    <a:pt x="413778" y="19050"/>
                  </a:lnTo>
                  <a:lnTo>
                    <a:pt x="470928" y="19050"/>
                  </a:lnTo>
                  <a:lnTo>
                    <a:pt x="470928" y="0"/>
                  </a:lnTo>
                  <a:close/>
                </a:path>
                <a:path w="4457700" h="638175">
                  <a:moveTo>
                    <a:pt x="493725" y="619125"/>
                  </a:moveTo>
                  <a:lnTo>
                    <a:pt x="436575" y="619125"/>
                  </a:lnTo>
                  <a:lnTo>
                    <a:pt x="436575" y="638175"/>
                  </a:lnTo>
                  <a:lnTo>
                    <a:pt x="493725" y="638175"/>
                  </a:lnTo>
                  <a:lnTo>
                    <a:pt x="493725" y="619125"/>
                  </a:lnTo>
                  <a:close/>
                </a:path>
                <a:path w="4457700" h="638175">
                  <a:moveTo>
                    <a:pt x="565708" y="0"/>
                  </a:moveTo>
                  <a:lnTo>
                    <a:pt x="508558" y="0"/>
                  </a:lnTo>
                  <a:lnTo>
                    <a:pt x="508558" y="19050"/>
                  </a:lnTo>
                  <a:lnTo>
                    <a:pt x="565708" y="19050"/>
                  </a:lnTo>
                  <a:lnTo>
                    <a:pt x="565708" y="0"/>
                  </a:lnTo>
                  <a:close/>
                </a:path>
                <a:path w="4457700" h="638175">
                  <a:moveTo>
                    <a:pt x="588492" y="619125"/>
                  </a:moveTo>
                  <a:lnTo>
                    <a:pt x="531342" y="619125"/>
                  </a:lnTo>
                  <a:lnTo>
                    <a:pt x="531342" y="638175"/>
                  </a:lnTo>
                  <a:lnTo>
                    <a:pt x="588492" y="638175"/>
                  </a:lnTo>
                  <a:lnTo>
                    <a:pt x="588492" y="619125"/>
                  </a:lnTo>
                  <a:close/>
                </a:path>
                <a:path w="4457700" h="638175">
                  <a:moveTo>
                    <a:pt x="660488" y="0"/>
                  </a:moveTo>
                  <a:lnTo>
                    <a:pt x="603338" y="0"/>
                  </a:lnTo>
                  <a:lnTo>
                    <a:pt x="603338" y="19050"/>
                  </a:lnTo>
                  <a:lnTo>
                    <a:pt x="660488" y="19050"/>
                  </a:lnTo>
                  <a:lnTo>
                    <a:pt x="660488" y="0"/>
                  </a:lnTo>
                  <a:close/>
                </a:path>
                <a:path w="4457700" h="638175">
                  <a:moveTo>
                    <a:pt x="683272" y="619125"/>
                  </a:moveTo>
                  <a:lnTo>
                    <a:pt x="626122" y="619125"/>
                  </a:lnTo>
                  <a:lnTo>
                    <a:pt x="626122" y="638175"/>
                  </a:lnTo>
                  <a:lnTo>
                    <a:pt x="683272" y="638175"/>
                  </a:lnTo>
                  <a:lnTo>
                    <a:pt x="683272" y="619125"/>
                  </a:lnTo>
                  <a:close/>
                </a:path>
                <a:path w="4457700" h="638175">
                  <a:moveTo>
                    <a:pt x="755269" y="0"/>
                  </a:moveTo>
                  <a:lnTo>
                    <a:pt x="698119" y="0"/>
                  </a:lnTo>
                  <a:lnTo>
                    <a:pt x="698119" y="19050"/>
                  </a:lnTo>
                  <a:lnTo>
                    <a:pt x="755269" y="19050"/>
                  </a:lnTo>
                  <a:lnTo>
                    <a:pt x="755269" y="0"/>
                  </a:lnTo>
                  <a:close/>
                </a:path>
                <a:path w="4457700" h="638175">
                  <a:moveTo>
                    <a:pt x="778052" y="619125"/>
                  </a:moveTo>
                  <a:lnTo>
                    <a:pt x="720902" y="619125"/>
                  </a:lnTo>
                  <a:lnTo>
                    <a:pt x="720902" y="638175"/>
                  </a:lnTo>
                  <a:lnTo>
                    <a:pt x="778052" y="638175"/>
                  </a:lnTo>
                  <a:lnTo>
                    <a:pt x="778052" y="619125"/>
                  </a:lnTo>
                  <a:close/>
                </a:path>
                <a:path w="4457700" h="638175">
                  <a:moveTo>
                    <a:pt x="850049" y="0"/>
                  </a:moveTo>
                  <a:lnTo>
                    <a:pt x="792899" y="0"/>
                  </a:lnTo>
                  <a:lnTo>
                    <a:pt x="792899" y="19050"/>
                  </a:lnTo>
                  <a:lnTo>
                    <a:pt x="850049" y="19050"/>
                  </a:lnTo>
                  <a:lnTo>
                    <a:pt x="850049" y="0"/>
                  </a:lnTo>
                  <a:close/>
                </a:path>
                <a:path w="4457700" h="638175">
                  <a:moveTo>
                    <a:pt x="872832" y="619125"/>
                  </a:moveTo>
                  <a:lnTo>
                    <a:pt x="815682" y="619125"/>
                  </a:lnTo>
                  <a:lnTo>
                    <a:pt x="815682" y="638175"/>
                  </a:lnTo>
                  <a:lnTo>
                    <a:pt x="872832" y="638175"/>
                  </a:lnTo>
                  <a:lnTo>
                    <a:pt x="872832" y="619125"/>
                  </a:lnTo>
                  <a:close/>
                </a:path>
                <a:path w="4457700" h="638175">
                  <a:moveTo>
                    <a:pt x="944829" y="0"/>
                  </a:moveTo>
                  <a:lnTo>
                    <a:pt x="887679" y="0"/>
                  </a:lnTo>
                  <a:lnTo>
                    <a:pt x="887679" y="19050"/>
                  </a:lnTo>
                  <a:lnTo>
                    <a:pt x="944829" y="19050"/>
                  </a:lnTo>
                  <a:lnTo>
                    <a:pt x="944829" y="0"/>
                  </a:lnTo>
                  <a:close/>
                </a:path>
                <a:path w="4457700" h="638175">
                  <a:moveTo>
                    <a:pt x="967613" y="619125"/>
                  </a:moveTo>
                  <a:lnTo>
                    <a:pt x="910463" y="619125"/>
                  </a:lnTo>
                  <a:lnTo>
                    <a:pt x="910463" y="638175"/>
                  </a:lnTo>
                  <a:lnTo>
                    <a:pt x="967613" y="638175"/>
                  </a:lnTo>
                  <a:lnTo>
                    <a:pt x="967613" y="619125"/>
                  </a:lnTo>
                  <a:close/>
                </a:path>
                <a:path w="4457700" h="638175">
                  <a:moveTo>
                    <a:pt x="1039609" y="0"/>
                  </a:moveTo>
                  <a:lnTo>
                    <a:pt x="982459" y="0"/>
                  </a:lnTo>
                  <a:lnTo>
                    <a:pt x="982459" y="19050"/>
                  </a:lnTo>
                  <a:lnTo>
                    <a:pt x="1039609" y="19050"/>
                  </a:lnTo>
                  <a:lnTo>
                    <a:pt x="1039609" y="0"/>
                  </a:lnTo>
                  <a:close/>
                </a:path>
                <a:path w="4457700" h="638175">
                  <a:moveTo>
                    <a:pt x="1062393" y="619125"/>
                  </a:moveTo>
                  <a:lnTo>
                    <a:pt x="1005243" y="619125"/>
                  </a:lnTo>
                  <a:lnTo>
                    <a:pt x="1005243" y="638175"/>
                  </a:lnTo>
                  <a:lnTo>
                    <a:pt x="1062393" y="638175"/>
                  </a:lnTo>
                  <a:lnTo>
                    <a:pt x="1062393" y="619125"/>
                  </a:lnTo>
                  <a:close/>
                </a:path>
                <a:path w="4457700" h="638175">
                  <a:moveTo>
                    <a:pt x="1134376" y="0"/>
                  </a:moveTo>
                  <a:lnTo>
                    <a:pt x="1077226" y="0"/>
                  </a:lnTo>
                  <a:lnTo>
                    <a:pt x="1077226" y="19050"/>
                  </a:lnTo>
                  <a:lnTo>
                    <a:pt x="1134376" y="19050"/>
                  </a:lnTo>
                  <a:lnTo>
                    <a:pt x="1134376" y="0"/>
                  </a:lnTo>
                  <a:close/>
                </a:path>
                <a:path w="4457700" h="638175">
                  <a:moveTo>
                    <a:pt x="1157173" y="619125"/>
                  </a:moveTo>
                  <a:lnTo>
                    <a:pt x="1100023" y="619125"/>
                  </a:lnTo>
                  <a:lnTo>
                    <a:pt x="1100023" y="638175"/>
                  </a:lnTo>
                  <a:lnTo>
                    <a:pt x="1157173" y="638175"/>
                  </a:lnTo>
                  <a:lnTo>
                    <a:pt x="1157173" y="619125"/>
                  </a:lnTo>
                  <a:close/>
                </a:path>
                <a:path w="4457700" h="638175">
                  <a:moveTo>
                    <a:pt x="1229156" y="0"/>
                  </a:moveTo>
                  <a:lnTo>
                    <a:pt x="1172006" y="0"/>
                  </a:lnTo>
                  <a:lnTo>
                    <a:pt x="1172006" y="19050"/>
                  </a:lnTo>
                  <a:lnTo>
                    <a:pt x="1229156" y="19050"/>
                  </a:lnTo>
                  <a:lnTo>
                    <a:pt x="1229156" y="0"/>
                  </a:lnTo>
                  <a:close/>
                </a:path>
                <a:path w="4457700" h="638175">
                  <a:moveTo>
                    <a:pt x="1251953" y="619125"/>
                  </a:moveTo>
                  <a:lnTo>
                    <a:pt x="1194803" y="619125"/>
                  </a:lnTo>
                  <a:lnTo>
                    <a:pt x="1194803" y="638175"/>
                  </a:lnTo>
                  <a:lnTo>
                    <a:pt x="1251953" y="638175"/>
                  </a:lnTo>
                  <a:lnTo>
                    <a:pt x="1251953" y="619125"/>
                  </a:lnTo>
                  <a:close/>
                </a:path>
                <a:path w="4457700" h="638175">
                  <a:moveTo>
                    <a:pt x="1323936" y="0"/>
                  </a:moveTo>
                  <a:lnTo>
                    <a:pt x="1266786" y="0"/>
                  </a:lnTo>
                  <a:lnTo>
                    <a:pt x="1266786" y="19050"/>
                  </a:lnTo>
                  <a:lnTo>
                    <a:pt x="1323936" y="19050"/>
                  </a:lnTo>
                  <a:lnTo>
                    <a:pt x="1323936" y="0"/>
                  </a:lnTo>
                  <a:close/>
                </a:path>
                <a:path w="4457700" h="638175">
                  <a:moveTo>
                    <a:pt x="1346720" y="619125"/>
                  </a:moveTo>
                  <a:lnTo>
                    <a:pt x="1289570" y="619125"/>
                  </a:lnTo>
                  <a:lnTo>
                    <a:pt x="1289570" y="638175"/>
                  </a:lnTo>
                  <a:lnTo>
                    <a:pt x="1346720" y="638175"/>
                  </a:lnTo>
                  <a:lnTo>
                    <a:pt x="1346720" y="619125"/>
                  </a:lnTo>
                  <a:close/>
                </a:path>
                <a:path w="4457700" h="638175">
                  <a:moveTo>
                    <a:pt x="1418717" y="0"/>
                  </a:moveTo>
                  <a:lnTo>
                    <a:pt x="1361567" y="0"/>
                  </a:lnTo>
                  <a:lnTo>
                    <a:pt x="1361567" y="19050"/>
                  </a:lnTo>
                  <a:lnTo>
                    <a:pt x="1418717" y="19050"/>
                  </a:lnTo>
                  <a:lnTo>
                    <a:pt x="1418717" y="0"/>
                  </a:lnTo>
                  <a:close/>
                </a:path>
                <a:path w="4457700" h="638175">
                  <a:moveTo>
                    <a:pt x="1441500" y="619125"/>
                  </a:moveTo>
                  <a:lnTo>
                    <a:pt x="1384350" y="619125"/>
                  </a:lnTo>
                  <a:lnTo>
                    <a:pt x="1384350" y="638175"/>
                  </a:lnTo>
                  <a:lnTo>
                    <a:pt x="1441500" y="638175"/>
                  </a:lnTo>
                  <a:lnTo>
                    <a:pt x="1441500" y="619125"/>
                  </a:lnTo>
                  <a:close/>
                </a:path>
                <a:path w="4457700" h="638175">
                  <a:moveTo>
                    <a:pt x="1513497" y="0"/>
                  </a:moveTo>
                  <a:lnTo>
                    <a:pt x="1456347" y="0"/>
                  </a:lnTo>
                  <a:lnTo>
                    <a:pt x="1456347" y="19050"/>
                  </a:lnTo>
                  <a:lnTo>
                    <a:pt x="1513497" y="19050"/>
                  </a:lnTo>
                  <a:lnTo>
                    <a:pt x="1513497" y="0"/>
                  </a:lnTo>
                  <a:close/>
                </a:path>
                <a:path w="4457700" h="638175">
                  <a:moveTo>
                    <a:pt x="1536280" y="619125"/>
                  </a:moveTo>
                  <a:lnTo>
                    <a:pt x="1479130" y="619125"/>
                  </a:lnTo>
                  <a:lnTo>
                    <a:pt x="1479130" y="638175"/>
                  </a:lnTo>
                  <a:lnTo>
                    <a:pt x="1536280" y="638175"/>
                  </a:lnTo>
                  <a:lnTo>
                    <a:pt x="1536280" y="619125"/>
                  </a:lnTo>
                  <a:close/>
                </a:path>
                <a:path w="4457700" h="638175">
                  <a:moveTo>
                    <a:pt x="1608277" y="0"/>
                  </a:moveTo>
                  <a:lnTo>
                    <a:pt x="1551127" y="0"/>
                  </a:lnTo>
                  <a:lnTo>
                    <a:pt x="1551127" y="19050"/>
                  </a:lnTo>
                  <a:lnTo>
                    <a:pt x="1608277" y="19050"/>
                  </a:lnTo>
                  <a:lnTo>
                    <a:pt x="1608277" y="0"/>
                  </a:lnTo>
                  <a:close/>
                </a:path>
                <a:path w="4457700" h="638175">
                  <a:moveTo>
                    <a:pt x="1631061" y="619125"/>
                  </a:moveTo>
                  <a:lnTo>
                    <a:pt x="1573911" y="619125"/>
                  </a:lnTo>
                  <a:lnTo>
                    <a:pt x="1573911" y="638175"/>
                  </a:lnTo>
                  <a:lnTo>
                    <a:pt x="1631061" y="638175"/>
                  </a:lnTo>
                  <a:lnTo>
                    <a:pt x="1631061" y="619125"/>
                  </a:lnTo>
                  <a:close/>
                </a:path>
                <a:path w="4457700" h="638175">
                  <a:moveTo>
                    <a:pt x="1703057" y="0"/>
                  </a:moveTo>
                  <a:lnTo>
                    <a:pt x="1645907" y="0"/>
                  </a:lnTo>
                  <a:lnTo>
                    <a:pt x="1645907" y="19050"/>
                  </a:lnTo>
                  <a:lnTo>
                    <a:pt x="1703057" y="19050"/>
                  </a:lnTo>
                  <a:lnTo>
                    <a:pt x="1703057" y="0"/>
                  </a:lnTo>
                  <a:close/>
                </a:path>
                <a:path w="4457700" h="638175">
                  <a:moveTo>
                    <a:pt x="1725841" y="619125"/>
                  </a:moveTo>
                  <a:lnTo>
                    <a:pt x="1668691" y="619125"/>
                  </a:lnTo>
                  <a:lnTo>
                    <a:pt x="1668691" y="638175"/>
                  </a:lnTo>
                  <a:lnTo>
                    <a:pt x="1725841" y="638175"/>
                  </a:lnTo>
                  <a:lnTo>
                    <a:pt x="1725841" y="619125"/>
                  </a:lnTo>
                  <a:close/>
                </a:path>
                <a:path w="4457700" h="638175">
                  <a:moveTo>
                    <a:pt x="1797837" y="0"/>
                  </a:moveTo>
                  <a:lnTo>
                    <a:pt x="1740687" y="0"/>
                  </a:lnTo>
                  <a:lnTo>
                    <a:pt x="1740687" y="19050"/>
                  </a:lnTo>
                  <a:lnTo>
                    <a:pt x="1797837" y="19050"/>
                  </a:lnTo>
                  <a:lnTo>
                    <a:pt x="1797837" y="0"/>
                  </a:lnTo>
                  <a:close/>
                </a:path>
                <a:path w="4457700" h="638175">
                  <a:moveTo>
                    <a:pt x="1820621" y="619125"/>
                  </a:moveTo>
                  <a:lnTo>
                    <a:pt x="1763471" y="619125"/>
                  </a:lnTo>
                  <a:lnTo>
                    <a:pt x="1763471" y="638175"/>
                  </a:lnTo>
                  <a:lnTo>
                    <a:pt x="1820621" y="638175"/>
                  </a:lnTo>
                  <a:lnTo>
                    <a:pt x="1820621" y="619125"/>
                  </a:lnTo>
                  <a:close/>
                </a:path>
                <a:path w="4457700" h="638175">
                  <a:moveTo>
                    <a:pt x="1892604" y="0"/>
                  </a:moveTo>
                  <a:lnTo>
                    <a:pt x="1835454" y="0"/>
                  </a:lnTo>
                  <a:lnTo>
                    <a:pt x="1835454" y="19050"/>
                  </a:lnTo>
                  <a:lnTo>
                    <a:pt x="1892604" y="19050"/>
                  </a:lnTo>
                  <a:lnTo>
                    <a:pt x="1892604" y="0"/>
                  </a:lnTo>
                  <a:close/>
                </a:path>
                <a:path w="4457700" h="638175">
                  <a:moveTo>
                    <a:pt x="1915401" y="619125"/>
                  </a:moveTo>
                  <a:lnTo>
                    <a:pt x="1858251" y="619125"/>
                  </a:lnTo>
                  <a:lnTo>
                    <a:pt x="1858251" y="638175"/>
                  </a:lnTo>
                  <a:lnTo>
                    <a:pt x="1915401" y="638175"/>
                  </a:lnTo>
                  <a:lnTo>
                    <a:pt x="1915401" y="619125"/>
                  </a:lnTo>
                  <a:close/>
                </a:path>
                <a:path w="4457700" h="638175">
                  <a:moveTo>
                    <a:pt x="1987384" y="0"/>
                  </a:moveTo>
                  <a:lnTo>
                    <a:pt x="1930234" y="0"/>
                  </a:lnTo>
                  <a:lnTo>
                    <a:pt x="1930234" y="19050"/>
                  </a:lnTo>
                  <a:lnTo>
                    <a:pt x="1987384" y="19050"/>
                  </a:lnTo>
                  <a:lnTo>
                    <a:pt x="1987384" y="0"/>
                  </a:lnTo>
                  <a:close/>
                </a:path>
                <a:path w="4457700" h="638175">
                  <a:moveTo>
                    <a:pt x="2010168" y="619125"/>
                  </a:moveTo>
                  <a:lnTo>
                    <a:pt x="1953018" y="619125"/>
                  </a:lnTo>
                  <a:lnTo>
                    <a:pt x="1953018" y="638175"/>
                  </a:lnTo>
                  <a:lnTo>
                    <a:pt x="2010168" y="638175"/>
                  </a:lnTo>
                  <a:lnTo>
                    <a:pt x="2010168" y="619125"/>
                  </a:lnTo>
                  <a:close/>
                </a:path>
                <a:path w="4457700" h="638175">
                  <a:moveTo>
                    <a:pt x="2082165" y="0"/>
                  </a:moveTo>
                  <a:lnTo>
                    <a:pt x="2025015" y="0"/>
                  </a:lnTo>
                  <a:lnTo>
                    <a:pt x="2025015" y="19050"/>
                  </a:lnTo>
                  <a:lnTo>
                    <a:pt x="2082165" y="19050"/>
                  </a:lnTo>
                  <a:lnTo>
                    <a:pt x="2082165" y="0"/>
                  </a:lnTo>
                  <a:close/>
                </a:path>
                <a:path w="4457700" h="638175">
                  <a:moveTo>
                    <a:pt x="2104948" y="619125"/>
                  </a:moveTo>
                  <a:lnTo>
                    <a:pt x="2047798" y="619125"/>
                  </a:lnTo>
                  <a:lnTo>
                    <a:pt x="2047798" y="638175"/>
                  </a:lnTo>
                  <a:lnTo>
                    <a:pt x="2104948" y="638175"/>
                  </a:lnTo>
                  <a:lnTo>
                    <a:pt x="2104948" y="619125"/>
                  </a:lnTo>
                  <a:close/>
                </a:path>
                <a:path w="4457700" h="638175">
                  <a:moveTo>
                    <a:pt x="2176945" y="0"/>
                  </a:moveTo>
                  <a:lnTo>
                    <a:pt x="2119795" y="0"/>
                  </a:lnTo>
                  <a:lnTo>
                    <a:pt x="2119795" y="19050"/>
                  </a:lnTo>
                  <a:lnTo>
                    <a:pt x="2176945" y="19050"/>
                  </a:lnTo>
                  <a:lnTo>
                    <a:pt x="2176945" y="0"/>
                  </a:lnTo>
                  <a:close/>
                </a:path>
                <a:path w="4457700" h="638175">
                  <a:moveTo>
                    <a:pt x="2199729" y="619125"/>
                  </a:moveTo>
                  <a:lnTo>
                    <a:pt x="2142579" y="619125"/>
                  </a:lnTo>
                  <a:lnTo>
                    <a:pt x="2142579" y="638175"/>
                  </a:lnTo>
                  <a:lnTo>
                    <a:pt x="2199729" y="638175"/>
                  </a:lnTo>
                  <a:lnTo>
                    <a:pt x="2199729" y="619125"/>
                  </a:lnTo>
                  <a:close/>
                </a:path>
                <a:path w="4457700" h="638175">
                  <a:moveTo>
                    <a:pt x="2271725" y="0"/>
                  </a:moveTo>
                  <a:lnTo>
                    <a:pt x="2214575" y="0"/>
                  </a:lnTo>
                  <a:lnTo>
                    <a:pt x="2214575" y="19050"/>
                  </a:lnTo>
                  <a:lnTo>
                    <a:pt x="2271725" y="19050"/>
                  </a:lnTo>
                  <a:lnTo>
                    <a:pt x="2271725" y="0"/>
                  </a:lnTo>
                  <a:close/>
                </a:path>
                <a:path w="4457700" h="638175">
                  <a:moveTo>
                    <a:pt x="2294509" y="619125"/>
                  </a:moveTo>
                  <a:lnTo>
                    <a:pt x="2237359" y="619125"/>
                  </a:lnTo>
                  <a:lnTo>
                    <a:pt x="2237359" y="638175"/>
                  </a:lnTo>
                  <a:lnTo>
                    <a:pt x="2294509" y="638175"/>
                  </a:lnTo>
                  <a:lnTo>
                    <a:pt x="2294509" y="619125"/>
                  </a:lnTo>
                  <a:close/>
                </a:path>
                <a:path w="4457700" h="638175">
                  <a:moveTo>
                    <a:pt x="2366505" y="0"/>
                  </a:moveTo>
                  <a:lnTo>
                    <a:pt x="2309355" y="0"/>
                  </a:lnTo>
                  <a:lnTo>
                    <a:pt x="2309355" y="19050"/>
                  </a:lnTo>
                  <a:lnTo>
                    <a:pt x="2366505" y="19050"/>
                  </a:lnTo>
                  <a:lnTo>
                    <a:pt x="2366505" y="0"/>
                  </a:lnTo>
                  <a:close/>
                </a:path>
                <a:path w="4457700" h="638175">
                  <a:moveTo>
                    <a:pt x="2389289" y="619125"/>
                  </a:moveTo>
                  <a:lnTo>
                    <a:pt x="2332139" y="619125"/>
                  </a:lnTo>
                  <a:lnTo>
                    <a:pt x="2332139" y="638175"/>
                  </a:lnTo>
                  <a:lnTo>
                    <a:pt x="2389289" y="638175"/>
                  </a:lnTo>
                  <a:lnTo>
                    <a:pt x="2389289" y="619125"/>
                  </a:lnTo>
                  <a:close/>
                </a:path>
                <a:path w="4457700" h="638175">
                  <a:moveTo>
                    <a:pt x="2461285" y="0"/>
                  </a:moveTo>
                  <a:lnTo>
                    <a:pt x="2404135" y="0"/>
                  </a:lnTo>
                  <a:lnTo>
                    <a:pt x="2404135" y="19050"/>
                  </a:lnTo>
                  <a:lnTo>
                    <a:pt x="2461285" y="19050"/>
                  </a:lnTo>
                  <a:lnTo>
                    <a:pt x="2461285" y="0"/>
                  </a:lnTo>
                  <a:close/>
                </a:path>
                <a:path w="4457700" h="638175">
                  <a:moveTo>
                    <a:pt x="2484069" y="619125"/>
                  </a:moveTo>
                  <a:lnTo>
                    <a:pt x="2426919" y="619125"/>
                  </a:lnTo>
                  <a:lnTo>
                    <a:pt x="2426919" y="638175"/>
                  </a:lnTo>
                  <a:lnTo>
                    <a:pt x="2484069" y="638175"/>
                  </a:lnTo>
                  <a:lnTo>
                    <a:pt x="2484069" y="619125"/>
                  </a:lnTo>
                  <a:close/>
                </a:path>
                <a:path w="4457700" h="638175">
                  <a:moveTo>
                    <a:pt x="2556052" y="0"/>
                  </a:moveTo>
                  <a:lnTo>
                    <a:pt x="2498902" y="0"/>
                  </a:lnTo>
                  <a:lnTo>
                    <a:pt x="2498902" y="19050"/>
                  </a:lnTo>
                  <a:lnTo>
                    <a:pt x="2556052" y="19050"/>
                  </a:lnTo>
                  <a:lnTo>
                    <a:pt x="2556052" y="0"/>
                  </a:lnTo>
                  <a:close/>
                </a:path>
                <a:path w="4457700" h="638175">
                  <a:moveTo>
                    <a:pt x="2578849" y="619125"/>
                  </a:moveTo>
                  <a:lnTo>
                    <a:pt x="2521699" y="619125"/>
                  </a:lnTo>
                  <a:lnTo>
                    <a:pt x="2521699" y="638175"/>
                  </a:lnTo>
                  <a:lnTo>
                    <a:pt x="2578849" y="638175"/>
                  </a:lnTo>
                  <a:lnTo>
                    <a:pt x="2578849" y="619125"/>
                  </a:lnTo>
                  <a:close/>
                </a:path>
                <a:path w="4457700" h="638175">
                  <a:moveTo>
                    <a:pt x="2650833" y="0"/>
                  </a:moveTo>
                  <a:lnTo>
                    <a:pt x="2593683" y="0"/>
                  </a:lnTo>
                  <a:lnTo>
                    <a:pt x="2593683" y="19050"/>
                  </a:lnTo>
                  <a:lnTo>
                    <a:pt x="2650833" y="19050"/>
                  </a:lnTo>
                  <a:lnTo>
                    <a:pt x="2650833" y="0"/>
                  </a:lnTo>
                  <a:close/>
                </a:path>
                <a:path w="4457700" h="638175">
                  <a:moveTo>
                    <a:pt x="2673629" y="619125"/>
                  </a:moveTo>
                  <a:lnTo>
                    <a:pt x="2616479" y="619125"/>
                  </a:lnTo>
                  <a:lnTo>
                    <a:pt x="2616479" y="638175"/>
                  </a:lnTo>
                  <a:lnTo>
                    <a:pt x="2673629" y="638175"/>
                  </a:lnTo>
                  <a:lnTo>
                    <a:pt x="2673629" y="619125"/>
                  </a:lnTo>
                  <a:close/>
                </a:path>
                <a:path w="4457700" h="638175">
                  <a:moveTo>
                    <a:pt x="2745613" y="0"/>
                  </a:moveTo>
                  <a:lnTo>
                    <a:pt x="2688463" y="0"/>
                  </a:lnTo>
                  <a:lnTo>
                    <a:pt x="2688463" y="19050"/>
                  </a:lnTo>
                  <a:lnTo>
                    <a:pt x="2745613" y="19050"/>
                  </a:lnTo>
                  <a:lnTo>
                    <a:pt x="2745613" y="0"/>
                  </a:lnTo>
                  <a:close/>
                </a:path>
                <a:path w="4457700" h="638175">
                  <a:moveTo>
                    <a:pt x="2768396" y="619125"/>
                  </a:moveTo>
                  <a:lnTo>
                    <a:pt x="2711246" y="619125"/>
                  </a:lnTo>
                  <a:lnTo>
                    <a:pt x="2711246" y="638175"/>
                  </a:lnTo>
                  <a:lnTo>
                    <a:pt x="2768396" y="638175"/>
                  </a:lnTo>
                  <a:lnTo>
                    <a:pt x="2768396" y="619125"/>
                  </a:lnTo>
                  <a:close/>
                </a:path>
                <a:path w="4457700" h="638175">
                  <a:moveTo>
                    <a:pt x="2840393" y="0"/>
                  </a:moveTo>
                  <a:lnTo>
                    <a:pt x="2783243" y="0"/>
                  </a:lnTo>
                  <a:lnTo>
                    <a:pt x="2783243" y="19050"/>
                  </a:lnTo>
                  <a:lnTo>
                    <a:pt x="2840393" y="19050"/>
                  </a:lnTo>
                  <a:lnTo>
                    <a:pt x="2840393" y="0"/>
                  </a:lnTo>
                  <a:close/>
                </a:path>
                <a:path w="4457700" h="638175">
                  <a:moveTo>
                    <a:pt x="2863177" y="619125"/>
                  </a:moveTo>
                  <a:lnTo>
                    <a:pt x="2806027" y="619125"/>
                  </a:lnTo>
                  <a:lnTo>
                    <a:pt x="2806027" y="638175"/>
                  </a:lnTo>
                  <a:lnTo>
                    <a:pt x="2863177" y="638175"/>
                  </a:lnTo>
                  <a:lnTo>
                    <a:pt x="2863177" y="619125"/>
                  </a:lnTo>
                  <a:close/>
                </a:path>
                <a:path w="4457700" h="638175">
                  <a:moveTo>
                    <a:pt x="2935173" y="0"/>
                  </a:moveTo>
                  <a:lnTo>
                    <a:pt x="2878023" y="0"/>
                  </a:lnTo>
                  <a:lnTo>
                    <a:pt x="2878023" y="19050"/>
                  </a:lnTo>
                  <a:lnTo>
                    <a:pt x="2935173" y="19050"/>
                  </a:lnTo>
                  <a:lnTo>
                    <a:pt x="2935173" y="0"/>
                  </a:lnTo>
                  <a:close/>
                </a:path>
                <a:path w="4457700" h="638175">
                  <a:moveTo>
                    <a:pt x="2957957" y="619125"/>
                  </a:moveTo>
                  <a:lnTo>
                    <a:pt x="2900807" y="619125"/>
                  </a:lnTo>
                  <a:lnTo>
                    <a:pt x="2900807" y="638175"/>
                  </a:lnTo>
                  <a:lnTo>
                    <a:pt x="2957957" y="638175"/>
                  </a:lnTo>
                  <a:lnTo>
                    <a:pt x="2957957" y="619125"/>
                  </a:lnTo>
                  <a:close/>
                </a:path>
                <a:path w="4457700" h="638175">
                  <a:moveTo>
                    <a:pt x="3029953" y="0"/>
                  </a:moveTo>
                  <a:lnTo>
                    <a:pt x="2972803" y="0"/>
                  </a:lnTo>
                  <a:lnTo>
                    <a:pt x="2972803" y="19050"/>
                  </a:lnTo>
                  <a:lnTo>
                    <a:pt x="3029953" y="19050"/>
                  </a:lnTo>
                  <a:lnTo>
                    <a:pt x="3029953" y="0"/>
                  </a:lnTo>
                  <a:close/>
                </a:path>
                <a:path w="4457700" h="638175">
                  <a:moveTo>
                    <a:pt x="3052737" y="619125"/>
                  </a:moveTo>
                  <a:lnTo>
                    <a:pt x="2995587" y="619125"/>
                  </a:lnTo>
                  <a:lnTo>
                    <a:pt x="2995587" y="638175"/>
                  </a:lnTo>
                  <a:lnTo>
                    <a:pt x="3052737" y="638175"/>
                  </a:lnTo>
                  <a:lnTo>
                    <a:pt x="3052737" y="619125"/>
                  </a:lnTo>
                  <a:close/>
                </a:path>
                <a:path w="4457700" h="638175">
                  <a:moveTo>
                    <a:pt x="3124733" y="0"/>
                  </a:moveTo>
                  <a:lnTo>
                    <a:pt x="3067583" y="0"/>
                  </a:lnTo>
                  <a:lnTo>
                    <a:pt x="3067583" y="19050"/>
                  </a:lnTo>
                  <a:lnTo>
                    <a:pt x="3124733" y="19050"/>
                  </a:lnTo>
                  <a:lnTo>
                    <a:pt x="3124733" y="0"/>
                  </a:lnTo>
                  <a:close/>
                </a:path>
                <a:path w="4457700" h="638175">
                  <a:moveTo>
                    <a:pt x="3147517" y="619125"/>
                  </a:moveTo>
                  <a:lnTo>
                    <a:pt x="3090367" y="619125"/>
                  </a:lnTo>
                  <a:lnTo>
                    <a:pt x="3090367" y="638175"/>
                  </a:lnTo>
                  <a:lnTo>
                    <a:pt x="3147517" y="638175"/>
                  </a:lnTo>
                  <a:lnTo>
                    <a:pt x="3147517" y="619125"/>
                  </a:lnTo>
                  <a:close/>
                </a:path>
                <a:path w="4457700" h="638175">
                  <a:moveTo>
                    <a:pt x="3219513" y="0"/>
                  </a:moveTo>
                  <a:lnTo>
                    <a:pt x="3162363" y="0"/>
                  </a:lnTo>
                  <a:lnTo>
                    <a:pt x="3162363" y="19050"/>
                  </a:lnTo>
                  <a:lnTo>
                    <a:pt x="3219513" y="19050"/>
                  </a:lnTo>
                  <a:lnTo>
                    <a:pt x="3219513" y="0"/>
                  </a:lnTo>
                  <a:close/>
                </a:path>
                <a:path w="4457700" h="638175">
                  <a:moveTo>
                    <a:pt x="3242297" y="619125"/>
                  </a:moveTo>
                  <a:lnTo>
                    <a:pt x="3185147" y="619125"/>
                  </a:lnTo>
                  <a:lnTo>
                    <a:pt x="3185147" y="638175"/>
                  </a:lnTo>
                  <a:lnTo>
                    <a:pt x="3242297" y="638175"/>
                  </a:lnTo>
                  <a:lnTo>
                    <a:pt x="3242297" y="619125"/>
                  </a:lnTo>
                  <a:close/>
                </a:path>
                <a:path w="4457700" h="638175">
                  <a:moveTo>
                    <a:pt x="3314281" y="0"/>
                  </a:moveTo>
                  <a:lnTo>
                    <a:pt x="3257131" y="0"/>
                  </a:lnTo>
                  <a:lnTo>
                    <a:pt x="3257131" y="19050"/>
                  </a:lnTo>
                  <a:lnTo>
                    <a:pt x="3314281" y="19050"/>
                  </a:lnTo>
                  <a:lnTo>
                    <a:pt x="3314281" y="0"/>
                  </a:lnTo>
                  <a:close/>
                </a:path>
                <a:path w="4457700" h="638175">
                  <a:moveTo>
                    <a:pt x="3337077" y="619125"/>
                  </a:moveTo>
                  <a:lnTo>
                    <a:pt x="3279927" y="619125"/>
                  </a:lnTo>
                  <a:lnTo>
                    <a:pt x="3279927" y="638175"/>
                  </a:lnTo>
                  <a:lnTo>
                    <a:pt x="3337077" y="638175"/>
                  </a:lnTo>
                  <a:lnTo>
                    <a:pt x="3337077" y="619125"/>
                  </a:lnTo>
                  <a:close/>
                </a:path>
                <a:path w="4457700" h="638175">
                  <a:moveTo>
                    <a:pt x="3409061" y="0"/>
                  </a:moveTo>
                  <a:lnTo>
                    <a:pt x="3351911" y="0"/>
                  </a:lnTo>
                  <a:lnTo>
                    <a:pt x="3351911" y="19050"/>
                  </a:lnTo>
                  <a:lnTo>
                    <a:pt x="3409061" y="19050"/>
                  </a:lnTo>
                  <a:lnTo>
                    <a:pt x="3409061" y="0"/>
                  </a:lnTo>
                  <a:close/>
                </a:path>
                <a:path w="4457700" h="638175">
                  <a:moveTo>
                    <a:pt x="3431857" y="619125"/>
                  </a:moveTo>
                  <a:lnTo>
                    <a:pt x="3374707" y="619125"/>
                  </a:lnTo>
                  <a:lnTo>
                    <a:pt x="3374707" y="638175"/>
                  </a:lnTo>
                  <a:lnTo>
                    <a:pt x="3431857" y="638175"/>
                  </a:lnTo>
                  <a:lnTo>
                    <a:pt x="3431857" y="619125"/>
                  </a:lnTo>
                  <a:close/>
                </a:path>
                <a:path w="4457700" h="638175">
                  <a:moveTo>
                    <a:pt x="3503841" y="0"/>
                  </a:moveTo>
                  <a:lnTo>
                    <a:pt x="3446691" y="0"/>
                  </a:lnTo>
                  <a:lnTo>
                    <a:pt x="3446691" y="19050"/>
                  </a:lnTo>
                  <a:lnTo>
                    <a:pt x="3503841" y="19050"/>
                  </a:lnTo>
                  <a:lnTo>
                    <a:pt x="3503841" y="0"/>
                  </a:lnTo>
                  <a:close/>
                </a:path>
                <a:path w="4457700" h="638175">
                  <a:moveTo>
                    <a:pt x="3526625" y="619125"/>
                  </a:moveTo>
                  <a:lnTo>
                    <a:pt x="3469475" y="619125"/>
                  </a:lnTo>
                  <a:lnTo>
                    <a:pt x="3469475" y="638175"/>
                  </a:lnTo>
                  <a:lnTo>
                    <a:pt x="3526625" y="638175"/>
                  </a:lnTo>
                  <a:lnTo>
                    <a:pt x="3526625" y="619125"/>
                  </a:lnTo>
                  <a:close/>
                </a:path>
                <a:path w="4457700" h="638175">
                  <a:moveTo>
                    <a:pt x="3598621" y="0"/>
                  </a:moveTo>
                  <a:lnTo>
                    <a:pt x="3541471" y="0"/>
                  </a:lnTo>
                  <a:lnTo>
                    <a:pt x="3541471" y="19050"/>
                  </a:lnTo>
                  <a:lnTo>
                    <a:pt x="3598621" y="19050"/>
                  </a:lnTo>
                  <a:lnTo>
                    <a:pt x="3598621" y="0"/>
                  </a:lnTo>
                  <a:close/>
                </a:path>
                <a:path w="4457700" h="638175">
                  <a:moveTo>
                    <a:pt x="3621405" y="619125"/>
                  </a:moveTo>
                  <a:lnTo>
                    <a:pt x="3564255" y="619125"/>
                  </a:lnTo>
                  <a:lnTo>
                    <a:pt x="3564255" y="638175"/>
                  </a:lnTo>
                  <a:lnTo>
                    <a:pt x="3621405" y="638175"/>
                  </a:lnTo>
                  <a:lnTo>
                    <a:pt x="3621405" y="619125"/>
                  </a:lnTo>
                  <a:close/>
                </a:path>
                <a:path w="4457700" h="638175">
                  <a:moveTo>
                    <a:pt x="3693401" y="0"/>
                  </a:moveTo>
                  <a:lnTo>
                    <a:pt x="3636251" y="0"/>
                  </a:lnTo>
                  <a:lnTo>
                    <a:pt x="3636251" y="19050"/>
                  </a:lnTo>
                  <a:lnTo>
                    <a:pt x="3693401" y="19050"/>
                  </a:lnTo>
                  <a:lnTo>
                    <a:pt x="3693401" y="0"/>
                  </a:lnTo>
                  <a:close/>
                </a:path>
                <a:path w="4457700" h="638175">
                  <a:moveTo>
                    <a:pt x="3716185" y="619125"/>
                  </a:moveTo>
                  <a:lnTo>
                    <a:pt x="3659035" y="619125"/>
                  </a:lnTo>
                  <a:lnTo>
                    <a:pt x="3659035" y="638175"/>
                  </a:lnTo>
                  <a:lnTo>
                    <a:pt x="3716185" y="638175"/>
                  </a:lnTo>
                  <a:lnTo>
                    <a:pt x="3716185" y="619125"/>
                  </a:lnTo>
                  <a:close/>
                </a:path>
                <a:path w="4457700" h="638175">
                  <a:moveTo>
                    <a:pt x="3788181" y="0"/>
                  </a:moveTo>
                  <a:lnTo>
                    <a:pt x="3731031" y="0"/>
                  </a:lnTo>
                  <a:lnTo>
                    <a:pt x="3731031" y="19050"/>
                  </a:lnTo>
                  <a:lnTo>
                    <a:pt x="3788181" y="19050"/>
                  </a:lnTo>
                  <a:lnTo>
                    <a:pt x="3788181" y="0"/>
                  </a:lnTo>
                  <a:close/>
                </a:path>
                <a:path w="4457700" h="638175">
                  <a:moveTo>
                    <a:pt x="3810965" y="619125"/>
                  </a:moveTo>
                  <a:lnTo>
                    <a:pt x="3753815" y="619125"/>
                  </a:lnTo>
                  <a:lnTo>
                    <a:pt x="3753815" y="638175"/>
                  </a:lnTo>
                  <a:lnTo>
                    <a:pt x="3810965" y="638175"/>
                  </a:lnTo>
                  <a:lnTo>
                    <a:pt x="3810965" y="619125"/>
                  </a:lnTo>
                  <a:close/>
                </a:path>
                <a:path w="4457700" h="638175">
                  <a:moveTo>
                    <a:pt x="3882961" y="0"/>
                  </a:moveTo>
                  <a:lnTo>
                    <a:pt x="3825811" y="0"/>
                  </a:lnTo>
                  <a:lnTo>
                    <a:pt x="3825811" y="19050"/>
                  </a:lnTo>
                  <a:lnTo>
                    <a:pt x="3882961" y="19050"/>
                  </a:lnTo>
                  <a:lnTo>
                    <a:pt x="3882961" y="0"/>
                  </a:lnTo>
                  <a:close/>
                </a:path>
                <a:path w="4457700" h="638175">
                  <a:moveTo>
                    <a:pt x="3905745" y="619125"/>
                  </a:moveTo>
                  <a:lnTo>
                    <a:pt x="3848595" y="619125"/>
                  </a:lnTo>
                  <a:lnTo>
                    <a:pt x="3848595" y="638175"/>
                  </a:lnTo>
                  <a:lnTo>
                    <a:pt x="3905745" y="638175"/>
                  </a:lnTo>
                  <a:lnTo>
                    <a:pt x="3905745" y="619125"/>
                  </a:lnTo>
                  <a:close/>
                </a:path>
                <a:path w="4457700" h="638175">
                  <a:moveTo>
                    <a:pt x="3977741" y="0"/>
                  </a:moveTo>
                  <a:lnTo>
                    <a:pt x="3920591" y="0"/>
                  </a:lnTo>
                  <a:lnTo>
                    <a:pt x="3920591" y="19050"/>
                  </a:lnTo>
                  <a:lnTo>
                    <a:pt x="3977741" y="19050"/>
                  </a:lnTo>
                  <a:lnTo>
                    <a:pt x="3977741" y="0"/>
                  </a:lnTo>
                  <a:close/>
                </a:path>
                <a:path w="4457700" h="638175">
                  <a:moveTo>
                    <a:pt x="4000525" y="619125"/>
                  </a:moveTo>
                  <a:lnTo>
                    <a:pt x="3943375" y="619125"/>
                  </a:lnTo>
                  <a:lnTo>
                    <a:pt x="3943375" y="638175"/>
                  </a:lnTo>
                  <a:lnTo>
                    <a:pt x="4000525" y="638175"/>
                  </a:lnTo>
                  <a:lnTo>
                    <a:pt x="4000525" y="619125"/>
                  </a:lnTo>
                  <a:close/>
                </a:path>
                <a:path w="4457700" h="638175">
                  <a:moveTo>
                    <a:pt x="4072509" y="0"/>
                  </a:moveTo>
                  <a:lnTo>
                    <a:pt x="4015359" y="0"/>
                  </a:lnTo>
                  <a:lnTo>
                    <a:pt x="4015359" y="19050"/>
                  </a:lnTo>
                  <a:lnTo>
                    <a:pt x="4072509" y="19050"/>
                  </a:lnTo>
                  <a:lnTo>
                    <a:pt x="4072509" y="0"/>
                  </a:lnTo>
                  <a:close/>
                </a:path>
                <a:path w="4457700" h="638175">
                  <a:moveTo>
                    <a:pt x="4095305" y="619125"/>
                  </a:moveTo>
                  <a:lnTo>
                    <a:pt x="4038155" y="619125"/>
                  </a:lnTo>
                  <a:lnTo>
                    <a:pt x="4038155" y="638175"/>
                  </a:lnTo>
                  <a:lnTo>
                    <a:pt x="4095305" y="638175"/>
                  </a:lnTo>
                  <a:lnTo>
                    <a:pt x="4095305" y="619125"/>
                  </a:lnTo>
                  <a:close/>
                </a:path>
                <a:path w="4457700" h="638175">
                  <a:moveTo>
                    <a:pt x="4167695" y="1384"/>
                  </a:moveTo>
                  <a:lnTo>
                    <a:pt x="4154208" y="393"/>
                  </a:lnTo>
                  <a:lnTo>
                    <a:pt x="4138523" y="0"/>
                  </a:lnTo>
                  <a:lnTo>
                    <a:pt x="4110139" y="0"/>
                  </a:lnTo>
                  <a:lnTo>
                    <a:pt x="4110139" y="19050"/>
                  </a:lnTo>
                  <a:lnTo>
                    <a:pt x="4138523" y="19050"/>
                  </a:lnTo>
                  <a:lnTo>
                    <a:pt x="4153268" y="19418"/>
                  </a:lnTo>
                  <a:lnTo>
                    <a:pt x="4165955" y="20345"/>
                  </a:lnTo>
                  <a:lnTo>
                    <a:pt x="4166070" y="19050"/>
                  </a:lnTo>
                  <a:lnTo>
                    <a:pt x="4167695" y="1384"/>
                  </a:lnTo>
                  <a:close/>
                </a:path>
                <a:path w="4457700" h="638175">
                  <a:moveTo>
                    <a:pt x="4191330" y="633691"/>
                  </a:moveTo>
                  <a:lnTo>
                    <a:pt x="4188180" y="614908"/>
                  </a:lnTo>
                  <a:lnTo>
                    <a:pt x="4182541" y="615886"/>
                  </a:lnTo>
                  <a:lnTo>
                    <a:pt x="4167936" y="617689"/>
                  </a:lnTo>
                  <a:lnTo>
                    <a:pt x="4153268" y="618769"/>
                  </a:lnTo>
                  <a:lnTo>
                    <a:pt x="4138523" y="619125"/>
                  </a:lnTo>
                  <a:lnTo>
                    <a:pt x="4132935" y="619125"/>
                  </a:lnTo>
                  <a:lnTo>
                    <a:pt x="4132935" y="638175"/>
                  </a:lnTo>
                  <a:lnTo>
                    <a:pt x="4138523" y="638175"/>
                  </a:lnTo>
                  <a:lnTo>
                    <a:pt x="4154208" y="637794"/>
                  </a:lnTo>
                  <a:lnTo>
                    <a:pt x="4169803" y="636651"/>
                  </a:lnTo>
                  <a:lnTo>
                    <a:pt x="4185335" y="634733"/>
                  </a:lnTo>
                  <a:lnTo>
                    <a:pt x="4191330" y="633691"/>
                  </a:lnTo>
                  <a:close/>
                </a:path>
                <a:path w="4457700" h="638175">
                  <a:moveTo>
                    <a:pt x="4262577" y="25158"/>
                  </a:moveTo>
                  <a:lnTo>
                    <a:pt x="4216082" y="9575"/>
                  </a:lnTo>
                  <a:lnTo>
                    <a:pt x="4206303" y="7378"/>
                  </a:lnTo>
                  <a:lnTo>
                    <a:pt x="4202252" y="25984"/>
                  </a:lnTo>
                  <a:lnTo>
                    <a:pt x="4211447" y="28054"/>
                  </a:lnTo>
                  <a:lnTo>
                    <a:pt x="4225620" y="31978"/>
                  </a:lnTo>
                  <a:lnTo>
                    <a:pt x="4239590" y="36588"/>
                  </a:lnTo>
                  <a:lnTo>
                    <a:pt x="4253344" y="41897"/>
                  </a:lnTo>
                  <a:lnTo>
                    <a:pt x="4255173" y="42697"/>
                  </a:lnTo>
                  <a:lnTo>
                    <a:pt x="4262577" y="25158"/>
                  </a:lnTo>
                  <a:close/>
                </a:path>
                <a:path w="4457700" h="638175">
                  <a:moveTo>
                    <a:pt x="4283748" y="603123"/>
                  </a:moveTo>
                  <a:lnTo>
                    <a:pt x="4275074" y="586168"/>
                  </a:lnTo>
                  <a:lnTo>
                    <a:pt x="4266831" y="590321"/>
                  </a:lnTo>
                  <a:lnTo>
                    <a:pt x="4253344" y="596290"/>
                  </a:lnTo>
                  <a:lnTo>
                    <a:pt x="4239590" y="601599"/>
                  </a:lnTo>
                  <a:lnTo>
                    <a:pt x="4225620" y="606209"/>
                  </a:lnTo>
                  <a:lnTo>
                    <a:pt x="4223537" y="606793"/>
                  </a:lnTo>
                  <a:lnTo>
                    <a:pt x="4228935" y="625055"/>
                  </a:lnTo>
                  <a:lnTo>
                    <a:pt x="4231157" y="624446"/>
                  </a:lnTo>
                  <a:lnTo>
                    <a:pt x="4246003" y="619531"/>
                  </a:lnTo>
                  <a:lnTo>
                    <a:pt x="4260634" y="613892"/>
                  </a:lnTo>
                  <a:lnTo>
                    <a:pt x="4274972" y="607542"/>
                  </a:lnTo>
                  <a:lnTo>
                    <a:pt x="4283748" y="603123"/>
                  </a:lnTo>
                  <a:close/>
                </a:path>
                <a:path w="4457700" h="638175">
                  <a:moveTo>
                    <a:pt x="4345533" y="76377"/>
                  </a:moveTo>
                  <a:lnTo>
                    <a:pt x="4302557" y="45389"/>
                  </a:lnTo>
                  <a:lnTo>
                    <a:pt x="4297261" y="42392"/>
                  </a:lnTo>
                  <a:lnTo>
                    <a:pt x="4287786" y="58915"/>
                  </a:lnTo>
                  <a:lnTo>
                    <a:pt x="4292765" y="61734"/>
                  </a:lnTo>
                  <a:lnTo>
                    <a:pt x="4305224" y="69621"/>
                  </a:lnTo>
                  <a:lnTo>
                    <a:pt x="4317276" y="78105"/>
                  </a:lnTo>
                  <a:lnTo>
                    <a:pt x="4328871" y="87160"/>
                  </a:lnTo>
                  <a:lnTo>
                    <a:pt x="4333176" y="90868"/>
                  </a:lnTo>
                  <a:lnTo>
                    <a:pt x="4345533" y="76377"/>
                  </a:lnTo>
                  <a:close/>
                </a:path>
                <a:path w="4457700" h="638175">
                  <a:moveTo>
                    <a:pt x="4362932" y="545884"/>
                  </a:moveTo>
                  <a:lnTo>
                    <a:pt x="4349534" y="532345"/>
                  </a:lnTo>
                  <a:lnTo>
                    <a:pt x="4340009" y="541426"/>
                  </a:lnTo>
                  <a:lnTo>
                    <a:pt x="4328871" y="551027"/>
                  </a:lnTo>
                  <a:lnTo>
                    <a:pt x="4317276" y="560082"/>
                  </a:lnTo>
                  <a:lnTo>
                    <a:pt x="4306697" y="567524"/>
                  </a:lnTo>
                  <a:lnTo>
                    <a:pt x="4317377" y="583298"/>
                  </a:lnTo>
                  <a:lnTo>
                    <a:pt x="4328630" y="575373"/>
                  </a:lnTo>
                  <a:lnTo>
                    <a:pt x="4340961" y="565759"/>
                  </a:lnTo>
                  <a:lnTo>
                    <a:pt x="4352798" y="555536"/>
                  </a:lnTo>
                  <a:lnTo>
                    <a:pt x="4362932" y="545884"/>
                  </a:lnTo>
                  <a:close/>
                </a:path>
                <a:path w="4457700" h="638175">
                  <a:moveTo>
                    <a:pt x="4409237" y="150342"/>
                  </a:moveTo>
                  <a:lnTo>
                    <a:pt x="4385195" y="116662"/>
                  </a:lnTo>
                  <a:lnTo>
                    <a:pt x="4373600" y="103378"/>
                  </a:lnTo>
                  <a:lnTo>
                    <a:pt x="4359567" y="116255"/>
                  </a:lnTo>
                  <a:lnTo>
                    <a:pt x="4360850" y="117614"/>
                  </a:lnTo>
                  <a:lnTo>
                    <a:pt x="4370463" y="128752"/>
                  </a:lnTo>
                  <a:lnTo>
                    <a:pt x="4379506" y="140347"/>
                  </a:lnTo>
                  <a:lnTo>
                    <a:pt x="4388002" y="152400"/>
                  </a:lnTo>
                  <a:lnTo>
                    <a:pt x="4393082" y="160413"/>
                  </a:lnTo>
                  <a:lnTo>
                    <a:pt x="4409237" y="150342"/>
                  </a:lnTo>
                  <a:close/>
                </a:path>
                <a:path w="4457700" h="638175">
                  <a:moveTo>
                    <a:pt x="4421048" y="467321"/>
                  </a:moveTo>
                  <a:lnTo>
                    <a:pt x="4404182" y="458470"/>
                  </a:lnTo>
                  <a:lnTo>
                    <a:pt x="4403141" y="460527"/>
                  </a:lnTo>
                  <a:lnTo>
                    <a:pt x="4395889" y="473329"/>
                  </a:lnTo>
                  <a:lnTo>
                    <a:pt x="4388002" y="485787"/>
                  </a:lnTo>
                  <a:lnTo>
                    <a:pt x="4379506" y="497840"/>
                  </a:lnTo>
                  <a:lnTo>
                    <a:pt x="4373892" y="505040"/>
                  </a:lnTo>
                  <a:lnTo>
                    <a:pt x="4388840" y="516839"/>
                  </a:lnTo>
                  <a:lnTo>
                    <a:pt x="4394809" y="509193"/>
                  </a:lnTo>
                  <a:lnTo>
                    <a:pt x="4403839" y="496366"/>
                  </a:lnTo>
                  <a:lnTo>
                    <a:pt x="4412234" y="483120"/>
                  </a:lnTo>
                  <a:lnTo>
                    <a:pt x="4419943" y="469506"/>
                  </a:lnTo>
                  <a:lnTo>
                    <a:pt x="4421048" y="467321"/>
                  </a:lnTo>
                  <a:close/>
                </a:path>
                <a:path w="4457700" h="638175">
                  <a:moveTo>
                    <a:pt x="4447679" y="240182"/>
                  </a:moveTo>
                  <a:lnTo>
                    <a:pt x="4443882" y="226466"/>
                  </a:lnTo>
                  <a:lnTo>
                    <a:pt x="4438967" y="211607"/>
                  </a:lnTo>
                  <a:lnTo>
                    <a:pt x="4433328" y="196989"/>
                  </a:lnTo>
                  <a:lnTo>
                    <a:pt x="4427829" y="184569"/>
                  </a:lnTo>
                  <a:lnTo>
                    <a:pt x="4410557" y="192595"/>
                  </a:lnTo>
                  <a:lnTo>
                    <a:pt x="4415726" y="204279"/>
                  </a:lnTo>
                  <a:lnTo>
                    <a:pt x="4421035" y="218033"/>
                  </a:lnTo>
                  <a:lnTo>
                    <a:pt x="4425645" y="231990"/>
                  </a:lnTo>
                  <a:lnTo>
                    <a:pt x="4429214" y="244894"/>
                  </a:lnTo>
                  <a:lnTo>
                    <a:pt x="4447679" y="240182"/>
                  </a:lnTo>
                  <a:close/>
                </a:path>
                <a:path w="4457700" h="638175">
                  <a:moveTo>
                    <a:pt x="4452531" y="375297"/>
                  </a:moveTo>
                  <a:lnTo>
                    <a:pt x="4433786" y="371944"/>
                  </a:lnTo>
                  <a:lnTo>
                    <a:pt x="4432795" y="377621"/>
                  </a:lnTo>
                  <a:lnTo>
                    <a:pt x="4429569" y="392010"/>
                  </a:lnTo>
                  <a:lnTo>
                    <a:pt x="4425645" y="406196"/>
                  </a:lnTo>
                  <a:lnTo>
                    <a:pt x="4421035" y="420154"/>
                  </a:lnTo>
                  <a:lnTo>
                    <a:pt x="4419054" y="425284"/>
                  </a:lnTo>
                  <a:lnTo>
                    <a:pt x="4436872" y="432028"/>
                  </a:lnTo>
                  <a:lnTo>
                    <a:pt x="4438967" y="426567"/>
                  </a:lnTo>
                  <a:lnTo>
                    <a:pt x="4443882" y="411721"/>
                  </a:lnTo>
                  <a:lnTo>
                    <a:pt x="4448048" y="396646"/>
                  </a:lnTo>
                  <a:lnTo>
                    <a:pt x="4451489" y="381342"/>
                  </a:lnTo>
                  <a:lnTo>
                    <a:pt x="4452531" y="375297"/>
                  </a:lnTo>
                  <a:close/>
                </a:path>
                <a:path w="4457700" h="638175">
                  <a:moveTo>
                    <a:pt x="4457611" y="319087"/>
                  </a:moveTo>
                  <a:lnTo>
                    <a:pt x="4457230" y="303415"/>
                  </a:lnTo>
                  <a:lnTo>
                    <a:pt x="4456087" y="287820"/>
                  </a:lnTo>
                  <a:lnTo>
                    <a:pt x="4454918" y="278358"/>
                  </a:lnTo>
                  <a:lnTo>
                    <a:pt x="4436034" y="280784"/>
                  </a:lnTo>
                  <a:lnTo>
                    <a:pt x="4437126" y="289687"/>
                  </a:lnTo>
                  <a:lnTo>
                    <a:pt x="4438205" y="304355"/>
                  </a:lnTo>
                  <a:lnTo>
                    <a:pt x="4438561" y="319087"/>
                  </a:lnTo>
                  <a:lnTo>
                    <a:pt x="4438205" y="333832"/>
                  </a:lnTo>
                  <a:lnTo>
                    <a:pt x="4438091" y="335368"/>
                  </a:lnTo>
                  <a:lnTo>
                    <a:pt x="4457116" y="336410"/>
                  </a:lnTo>
                  <a:lnTo>
                    <a:pt x="4457192" y="335368"/>
                  </a:lnTo>
                  <a:lnTo>
                    <a:pt x="4457255" y="333832"/>
                  </a:lnTo>
                  <a:lnTo>
                    <a:pt x="4457611" y="31908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54500" y="3624212"/>
            <a:ext cx="3669665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ru-RU" sz="2300" spc="55" dirty="0">
                <a:solidFill>
                  <a:srgbClr val="878787"/>
                </a:solidFill>
                <a:latin typeface="Lucida Sans Unicode"/>
                <a:cs typeface="Lucida Sans Unicode"/>
              </a:rPr>
              <a:t>Шамрай Илья </a:t>
            </a:r>
            <a:endParaRPr sz="2300" dirty="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49" y="4705349"/>
            <a:ext cx="571499" cy="5714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3254" y="131404"/>
            <a:ext cx="2229403" cy="2231558"/>
          </a:xfrm>
          <a:prstGeom prst="rect">
            <a:avLst/>
          </a:prstGeom>
        </p:spPr>
      </p:pic>
      <p:grpSp>
        <p:nvGrpSpPr>
          <p:cNvPr id="10" name="object 4"/>
          <p:cNvGrpSpPr/>
          <p:nvPr/>
        </p:nvGrpSpPr>
        <p:grpSpPr>
          <a:xfrm>
            <a:off x="4269740" y="4152898"/>
            <a:ext cx="3612643" cy="425084"/>
            <a:chOff x="3867149" y="3495674"/>
            <a:chExt cx="4457700" cy="638175"/>
          </a:xfrm>
        </p:grpSpPr>
        <p:sp>
          <p:nvSpPr>
            <p:cNvPr id="11" name="object 5"/>
            <p:cNvSpPr/>
            <p:nvPr/>
          </p:nvSpPr>
          <p:spPr>
            <a:xfrm>
              <a:off x="3867149" y="3495674"/>
              <a:ext cx="4457700" cy="638175"/>
            </a:xfrm>
            <a:custGeom>
              <a:avLst/>
              <a:gdLst/>
              <a:ahLst/>
              <a:cxnLst/>
              <a:rect l="l" t="t" r="r" b="b"/>
              <a:pathLst>
                <a:path w="4457700" h="638175">
                  <a:moveTo>
                    <a:pt x="4138612" y="638174"/>
                  </a:moveTo>
                  <a:lnTo>
                    <a:pt x="319087" y="638174"/>
                  </a:lnTo>
                  <a:lnTo>
                    <a:pt x="303411" y="637791"/>
                  </a:lnTo>
                  <a:lnTo>
                    <a:pt x="256836" y="632043"/>
                  </a:lnTo>
                  <a:lnTo>
                    <a:pt x="211606" y="619530"/>
                  </a:lnTo>
                  <a:lnTo>
                    <a:pt x="168668" y="600500"/>
                  </a:lnTo>
                  <a:lnTo>
                    <a:pt x="128990" y="575371"/>
                  </a:lnTo>
                  <a:lnTo>
                    <a:pt x="93458" y="544716"/>
                  </a:lnTo>
                  <a:lnTo>
                    <a:pt x="62803" y="509183"/>
                  </a:lnTo>
                  <a:lnTo>
                    <a:pt x="37673" y="469505"/>
                  </a:lnTo>
                  <a:lnTo>
                    <a:pt x="18643" y="426567"/>
                  </a:lnTo>
                  <a:lnTo>
                    <a:pt x="6130" y="381338"/>
                  </a:lnTo>
                  <a:lnTo>
                    <a:pt x="382" y="334763"/>
                  </a:lnTo>
                  <a:lnTo>
                    <a:pt x="0" y="319087"/>
                  </a:lnTo>
                  <a:lnTo>
                    <a:pt x="382" y="303411"/>
                  </a:lnTo>
                  <a:lnTo>
                    <a:pt x="6130" y="256836"/>
                  </a:lnTo>
                  <a:lnTo>
                    <a:pt x="18643" y="211607"/>
                  </a:lnTo>
                  <a:lnTo>
                    <a:pt x="37673" y="168668"/>
                  </a:lnTo>
                  <a:lnTo>
                    <a:pt x="62803" y="128990"/>
                  </a:lnTo>
                  <a:lnTo>
                    <a:pt x="93458" y="93458"/>
                  </a:lnTo>
                  <a:lnTo>
                    <a:pt x="128990" y="62803"/>
                  </a:lnTo>
                  <a:lnTo>
                    <a:pt x="168668" y="37673"/>
                  </a:lnTo>
                  <a:lnTo>
                    <a:pt x="211606" y="18643"/>
                  </a:lnTo>
                  <a:lnTo>
                    <a:pt x="256836" y="6130"/>
                  </a:lnTo>
                  <a:lnTo>
                    <a:pt x="303411" y="383"/>
                  </a:lnTo>
                  <a:lnTo>
                    <a:pt x="319087" y="0"/>
                  </a:lnTo>
                  <a:lnTo>
                    <a:pt x="4138612" y="0"/>
                  </a:lnTo>
                  <a:lnTo>
                    <a:pt x="4185413" y="3448"/>
                  </a:lnTo>
                  <a:lnTo>
                    <a:pt x="4231238" y="13736"/>
                  </a:lnTo>
                  <a:lnTo>
                    <a:pt x="4275057" y="30641"/>
                  </a:lnTo>
                  <a:lnTo>
                    <a:pt x="4315886" y="53775"/>
                  </a:lnTo>
                  <a:lnTo>
                    <a:pt x="4352884" y="82644"/>
                  </a:lnTo>
                  <a:lnTo>
                    <a:pt x="4385272" y="116658"/>
                  </a:lnTo>
                  <a:lnTo>
                    <a:pt x="4412313" y="155058"/>
                  </a:lnTo>
                  <a:lnTo>
                    <a:pt x="4433409" y="196977"/>
                  </a:lnTo>
                  <a:lnTo>
                    <a:pt x="4448133" y="241536"/>
                  </a:lnTo>
                  <a:lnTo>
                    <a:pt x="4456166" y="287811"/>
                  </a:lnTo>
                  <a:lnTo>
                    <a:pt x="4457699" y="319087"/>
                  </a:lnTo>
                  <a:lnTo>
                    <a:pt x="4457316" y="334763"/>
                  </a:lnTo>
                  <a:lnTo>
                    <a:pt x="4451567" y="381338"/>
                  </a:lnTo>
                  <a:lnTo>
                    <a:pt x="4439054" y="426567"/>
                  </a:lnTo>
                  <a:lnTo>
                    <a:pt x="4420024" y="469505"/>
                  </a:lnTo>
                  <a:lnTo>
                    <a:pt x="4394895" y="509183"/>
                  </a:lnTo>
                  <a:lnTo>
                    <a:pt x="4364240" y="544716"/>
                  </a:lnTo>
                  <a:lnTo>
                    <a:pt x="4328708" y="575371"/>
                  </a:lnTo>
                  <a:lnTo>
                    <a:pt x="4289030" y="600500"/>
                  </a:lnTo>
                  <a:lnTo>
                    <a:pt x="4246091" y="619530"/>
                  </a:lnTo>
                  <a:lnTo>
                    <a:pt x="4200862" y="632043"/>
                  </a:lnTo>
                  <a:lnTo>
                    <a:pt x="4154287" y="637791"/>
                  </a:lnTo>
                  <a:lnTo>
                    <a:pt x="4138612" y="638174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/>
            <p:cNvSpPr/>
            <p:nvPr/>
          </p:nvSpPr>
          <p:spPr>
            <a:xfrm>
              <a:off x="3867226" y="3495674"/>
              <a:ext cx="4457700" cy="638175"/>
            </a:xfrm>
            <a:custGeom>
              <a:avLst/>
              <a:gdLst/>
              <a:ahLst/>
              <a:cxnLst/>
              <a:rect l="l" t="t" r="r" b="b"/>
              <a:pathLst>
                <a:path w="4457700" h="638175">
                  <a:moveTo>
                    <a:pt x="24663" y="260921"/>
                  </a:moveTo>
                  <a:lnTo>
                    <a:pt x="304" y="303415"/>
                  </a:lnTo>
                  <a:lnTo>
                    <a:pt x="0" y="315836"/>
                  </a:lnTo>
                  <a:lnTo>
                    <a:pt x="19037" y="316026"/>
                  </a:lnTo>
                  <a:lnTo>
                    <a:pt x="19050" y="315836"/>
                  </a:lnTo>
                  <a:lnTo>
                    <a:pt x="19329" y="304355"/>
                  </a:lnTo>
                  <a:lnTo>
                    <a:pt x="19392" y="303415"/>
                  </a:lnTo>
                  <a:lnTo>
                    <a:pt x="20408" y="289687"/>
                  </a:lnTo>
                  <a:lnTo>
                    <a:pt x="22212" y="275082"/>
                  </a:lnTo>
                  <a:lnTo>
                    <a:pt x="24663" y="260921"/>
                  </a:lnTo>
                  <a:close/>
                </a:path>
                <a:path w="4457700" h="638175">
                  <a:moveTo>
                    <a:pt x="31915" y="406298"/>
                  </a:moveTo>
                  <a:lnTo>
                    <a:pt x="27965" y="392010"/>
                  </a:lnTo>
                  <a:lnTo>
                    <a:pt x="24726" y="377621"/>
                  </a:lnTo>
                  <a:lnTo>
                    <a:pt x="22212" y="363105"/>
                  </a:lnTo>
                  <a:lnTo>
                    <a:pt x="20828" y="351942"/>
                  </a:lnTo>
                  <a:lnTo>
                    <a:pt x="1905" y="354037"/>
                  </a:lnTo>
                  <a:lnTo>
                    <a:pt x="3365" y="365899"/>
                  </a:lnTo>
                  <a:lnTo>
                    <a:pt x="6045" y="381342"/>
                  </a:lnTo>
                  <a:lnTo>
                    <a:pt x="9486" y="396646"/>
                  </a:lnTo>
                  <a:lnTo>
                    <a:pt x="13690" y="411835"/>
                  </a:lnTo>
                  <a:lnTo>
                    <a:pt x="31915" y="406298"/>
                  </a:lnTo>
                  <a:close/>
                </a:path>
                <a:path w="4457700" h="638175">
                  <a:moveTo>
                    <a:pt x="55943" y="174917"/>
                  </a:moveTo>
                  <a:lnTo>
                    <a:pt x="39243" y="165760"/>
                  </a:lnTo>
                  <a:lnTo>
                    <a:pt x="37592" y="168668"/>
                  </a:lnTo>
                  <a:lnTo>
                    <a:pt x="30556" y="182651"/>
                  </a:lnTo>
                  <a:lnTo>
                    <a:pt x="24206" y="196989"/>
                  </a:lnTo>
                  <a:lnTo>
                    <a:pt x="18554" y="211607"/>
                  </a:lnTo>
                  <a:lnTo>
                    <a:pt x="15824" y="219913"/>
                  </a:lnTo>
                  <a:lnTo>
                    <a:pt x="33921" y="225831"/>
                  </a:lnTo>
                  <a:lnTo>
                    <a:pt x="36499" y="218033"/>
                  </a:lnTo>
                  <a:lnTo>
                    <a:pt x="41808" y="204279"/>
                  </a:lnTo>
                  <a:lnTo>
                    <a:pt x="47777" y="190792"/>
                  </a:lnTo>
                  <a:lnTo>
                    <a:pt x="54394" y="177660"/>
                  </a:lnTo>
                  <a:lnTo>
                    <a:pt x="55943" y="174917"/>
                  </a:lnTo>
                  <a:close/>
                </a:path>
                <a:path w="4457700" h="638175">
                  <a:moveTo>
                    <a:pt x="71869" y="489115"/>
                  </a:moveTo>
                  <a:lnTo>
                    <a:pt x="47777" y="447395"/>
                  </a:lnTo>
                  <a:lnTo>
                    <a:pt x="44792" y="440651"/>
                  </a:lnTo>
                  <a:lnTo>
                    <a:pt x="27381" y="448373"/>
                  </a:lnTo>
                  <a:lnTo>
                    <a:pt x="45300" y="483120"/>
                  </a:lnTo>
                  <a:lnTo>
                    <a:pt x="56184" y="499910"/>
                  </a:lnTo>
                  <a:lnTo>
                    <a:pt x="71869" y="489115"/>
                  </a:lnTo>
                  <a:close/>
                </a:path>
                <a:path w="4457700" h="638175">
                  <a:moveTo>
                    <a:pt x="111950" y="102082"/>
                  </a:moveTo>
                  <a:lnTo>
                    <a:pt x="98806" y="88303"/>
                  </a:lnTo>
                  <a:lnTo>
                    <a:pt x="93370" y="93459"/>
                  </a:lnTo>
                  <a:lnTo>
                    <a:pt x="82562" y="104825"/>
                  </a:lnTo>
                  <a:lnTo>
                    <a:pt x="72339" y="116662"/>
                  </a:lnTo>
                  <a:lnTo>
                    <a:pt x="62725" y="128993"/>
                  </a:lnTo>
                  <a:lnTo>
                    <a:pt x="60045" y="132791"/>
                  </a:lnTo>
                  <a:lnTo>
                    <a:pt x="75501" y="143916"/>
                  </a:lnTo>
                  <a:lnTo>
                    <a:pt x="78016" y="140347"/>
                  </a:lnTo>
                  <a:lnTo>
                    <a:pt x="87071" y="128752"/>
                  </a:lnTo>
                  <a:lnTo>
                    <a:pt x="96672" y="117614"/>
                  </a:lnTo>
                  <a:lnTo>
                    <a:pt x="106845" y="106934"/>
                  </a:lnTo>
                  <a:lnTo>
                    <a:pt x="111950" y="102082"/>
                  </a:lnTo>
                  <a:close/>
                </a:path>
                <a:path w="4457700" h="638175">
                  <a:moveTo>
                    <a:pt x="134848" y="555853"/>
                  </a:moveTo>
                  <a:lnTo>
                    <a:pt x="96672" y="520573"/>
                  </a:lnTo>
                  <a:lnTo>
                    <a:pt x="94335" y="517867"/>
                  </a:lnTo>
                  <a:lnTo>
                    <a:pt x="80073" y="530479"/>
                  </a:lnTo>
                  <a:lnTo>
                    <a:pt x="116573" y="565759"/>
                  </a:lnTo>
                  <a:lnTo>
                    <a:pt x="123164" y="570890"/>
                  </a:lnTo>
                  <a:lnTo>
                    <a:pt x="134848" y="555853"/>
                  </a:lnTo>
                  <a:close/>
                </a:path>
                <a:path w="4457700" h="638175">
                  <a:moveTo>
                    <a:pt x="187312" y="49580"/>
                  </a:moveTo>
                  <a:lnTo>
                    <a:pt x="178943" y="32461"/>
                  </a:lnTo>
                  <a:lnTo>
                    <a:pt x="168579" y="37680"/>
                  </a:lnTo>
                  <a:lnTo>
                    <a:pt x="154978" y="45389"/>
                  </a:lnTo>
                  <a:lnTo>
                    <a:pt x="141732" y="53784"/>
                  </a:lnTo>
                  <a:lnTo>
                    <a:pt x="128905" y="62814"/>
                  </a:lnTo>
                  <a:lnTo>
                    <a:pt x="128460" y="63157"/>
                  </a:lnTo>
                  <a:lnTo>
                    <a:pt x="139839" y="78435"/>
                  </a:lnTo>
                  <a:lnTo>
                    <a:pt x="140258" y="78105"/>
                  </a:lnTo>
                  <a:lnTo>
                    <a:pt x="152311" y="69621"/>
                  </a:lnTo>
                  <a:lnTo>
                    <a:pt x="164769" y="61734"/>
                  </a:lnTo>
                  <a:lnTo>
                    <a:pt x="177571" y="54483"/>
                  </a:lnTo>
                  <a:lnTo>
                    <a:pt x="187312" y="49580"/>
                  </a:lnTo>
                  <a:close/>
                </a:path>
                <a:path w="4457700" h="638175">
                  <a:moveTo>
                    <a:pt x="214972" y="600456"/>
                  </a:moveTo>
                  <a:lnTo>
                    <a:pt x="204190" y="596290"/>
                  </a:lnTo>
                  <a:lnTo>
                    <a:pt x="190703" y="590321"/>
                  </a:lnTo>
                  <a:lnTo>
                    <a:pt x="177571" y="583704"/>
                  </a:lnTo>
                  <a:lnTo>
                    <a:pt x="164973" y="576580"/>
                  </a:lnTo>
                  <a:lnTo>
                    <a:pt x="155194" y="592924"/>
                  </a:lnTo>
                  <a:lnTo>
                    <a:pt x="168490" y="600456"/>
                  </a:lnTo>
                  <a:lnTo>
                    <a:pt x="182562" y="607542"/>
                  </a:lnTo>
                  <a:lnTo>
                    <a:pt x="196900" y="613892"/>
                  </a:lnTo>
                  <a:lnTo>
                    <a:pt x="208368" y="618312"/>
                  </a:lnTo>
                  <a:lnTo>
                    <a:pt x="214972" y="600456"/>
                  </a:lnTo>
                  <a:close/>
                </a:path>
                <a:path w="4457700" h="638175">
                  <a:moveTo>
                    <a:pt x="274840" y="22326"/>
                  </a:moveTo>
                  <a:lnTo>
                    <a:pt x="272034" y="3479"/>
                  </a:lnTo>
                  <a:lnTo>
                    <a:pt x="256755" y="6134"/>
                  </a:lnTo>
                  <a:lnTo>
                    <a:pt x="241452" y="9575"/>
                  </a:lnTo>
                  <a:lnTo>
                    <a:pt x="226377" y="13741"/>
                  </a:lnTo>
                  <a:lnTo>
                    <a:pt x="214807" y="17564"/>
                  </a:lnTo>
                  <a:lnTo>
                    <a:pt x="221030" y="35572"/>
                  </a:lnTo>
                  <a:lnTo>
                    <a:pt x="231902" y="31978"/>
                  </a:lnTo>
                  <a:lnTo>
                    <a:pt x="246087" y="28054"/>
                  </a:lnTo>
                  <a:lnTo>
                    <a:pt x="260464" y="24815"/>
                  </a:lnTo>
                  <a:lnTo>
                    <a:pt x="274840" y="22326"/>
                  </a:lnTo>
                  <a:close/>
                </a:path>
                <a:path w="4457700" h="638175">
                  <a:moveTo>
                    <a:pt x="304965" y="618769"/>
                  </a:moveTo>
                  <a:lnTo>
                    <a:pt x="304266" y="618769"/>
                  </a:lnTo>
                  <a:lnTo>
                    <a:pt x="289598" y="617689"/>
                  </a:lnTo>
                  <a:lnTo>
                    <a:pt x="274993" y="615886"/>
                  </a:lnTo>
                  <a:lnTo>
                    <a:pt x="260464" y="613371"/>
                  </a:lnTo>
                  <a:lnTo>
                    <a:pt x="250050" y="611022"/>
                  </a:lnTo>
                  <a:lnTo>
                    <a:pt x="245668" y="629564"/>
                  </a:lnTo>
                  <a:lnTo>
                    <a:pt x="256755" y="632053"/>
                  </a:lnTo>
                  <a:lnTo>
                    <a:pt x="272199" y="634733"/>
                  </a:lnTo>
                  <a:lnTo>
                    <a:pt x="287731" y="636651"/>
                  </a:lnTo>
                  <a:lnTo>
                    <a:pt x="303326" y="637794"/>
                  </a:lnTo>
                  <a:lnTo>
                    <a:pt x="304076" y="637794"/>
                  </a:lnTo>
                  <a:lnTo>
                    <a:pt x="304126" y="636651"/>
                  </a:lnTo>
                  <a:lnTo>
                    <a:pt x="304215" y="634733"/>
                  </a:lnTo>
                  <a:lnTo>
                    <a:pt x="304342" y="632053"/>
                  </a:lnTo>
                  <a:lnTo>
                    <a:pt x="304457" y="629564"/>
                  </a:lnTo>
                  <a:lnTo>
                    <a:pt x="304965" y="618769"/>
                  </a:lnTo>
                  <a:close/>
                </a:path>
                <a:path w="4457700" h="638175">
                  <a:moveTo>
                    <a:pt x="376148" y="0"/>
                  </a:moveTo>
                  <a:lnTo>
                    <a:pt x="318998" y="0"/>
                  </a:lnTo>
                  <a:lnTo>
                    <a:pt x="310667" y="215"/>
                  </a:lnTo>
                  <a:lnTo>
                    <a:pt x="311162" y="19253"/>
                  </a:lnTo>
                  <a:lnTo>
                    <a:pt x="318998" y="19050"/>
                  </a:lnTo>
                  <a:lnTo>
                    <a:pt x="376148" y="19050"/>
                  </a:lnTo>
                  <a:lnTo>
                    <a:pt x="376148" y="0"/>
                  </a:lnTo>
                  <a:close/>
                </a:path>
                <a:path w="4457700" h="638175">
                  <a:moveTo>
                    <a:pt x="398945" y="619125"/>
                  </a:moveTo>
                  <a:lnTo>
                    <a:pt x="341795" y="619125"/>
                  </a:lnTo>
                  <a:lnTo>
                    <a:pt x="341795" y="638175"/>
                  </a:lnTo>
                  <a:lnTo>
                    <a:pt x="398945" y="638175"/>
                  </a:lnTo>
                  <a:lnTo>
                    <a:pt x="398945" y="619125"/>
                  </a:lnTo>
                  <a:close/>
                </a:path>
                <a:path w="4457700" h="638175">
                  <a:moveTo>
                    <a:pt x="470928" y="0"/>
                  </a:moveTo>
                  <a:lnTo>
                    <a:pt x="413778" y="0"/>
                  </a:lnTo>
                  <a:lnTo>
                    <a:pt x="413778" y="19050"/>
                  </a:lnTo>
                  <a:lnTo>
                    <a:pt x="470928" y="19050"/>
                  </a:lnTo>
                  <a:lnTo>
                    <a:pt x="470928" y="0"/>
                  </a:lnTo>
                  <a:close/>
                </a:path>
                <a:path w="4457700" h="638175">
                  <a:moveTo>
                    <a:pt x="493725" y="619125"/>
                  </a:moveTo>
                  <a:lnTo>
                    <a:pt x="436575" y="619125"/>
                  </a:lnTo>
                  <a:lnTo>
                    <a:pt x="436575" y="638175"/>
                  </a:lnTo>
                  <a:lnTo>
                    <a:pt x="493725" y="638175"/>
                  </a:lnTo>
                  <a:lnTo>
                    <a:pt x="493725" y="619125"/>
                  </a:lnTo>
                  <a:close/>
                </a:path>
                <a:path w="4457700" h="638175">
                  <a:moveTo>
                    <a:pt x="565708" y="0"/>
                  </a:moveTo>
                  <a:lnTo>
                    <a:pt x="508558" y="0"/>
                  </a:lnTo>
                  <a:lnTo>
                    <a:pt x="508558" y="19050"/>
                  </a:lnTo>
                  <a:lnTo>
                    <a:pt x="565708" y="19050"/>
                  </a:lnTo>
                  <a:lnTo>
                    <a:pt x="565708" y="0"/>
                  </a:lnTo>
                  <a:close/>
                </a:path>
                <a:path w="4457700" h="638175">
                  <a:moveTo>
                    <a:pt x="588492" y="619125"/>
                  </a:moveTo>
                  <a:lnTo>
                    <a:pt x="531342" y="619125"/>
                  </a:lnTo>
                  <a:lnTo>
                    <a:pt x="531342" y="638175"/>
                  </a:lnTo>
                  <a:lnTo>
                    <a:pt x="588492" y="638175"/>
                  </a:lnTo>
                  <a:lnTo>
                    <a:pt x="588492" y="619125"/>
                  </a:lnTo>
                  <a:close/>
                </a:path>
                <a:path w="4457700" h="638175">
                  <a:moveTo>
                    <a:pt x="660488" y="0"/>
                  </a:moveTo>
                  <a:lnTo>
                    <a:pt x="603338" y="0"/>
                  </a:lnTo>
                  <a:lnTo>
                    <a:pt x="603338" y="19050"/>
                  </a:lnTo>
                  <a:lnTo>
                    <a:pt x="660488" y="19050"/>
                  </a:lnTo>
                  <a:lnTo>
                    <a:pt x="660488" y="0"/>
                  </a:lnTo>
                  <a:close/>
                </a:path>
                <a:path w="4457700" h="638175">
                  <a:moveTo>
                    <a:pt x="683272" y="619125"/>
                  </a:moveTo>
                  <a:lnTo>
                    <a:pt x="626122" y="619125"/>
                  </a:lnTo>
                  <a:lnTo>
                    <a:pt x="626122" y="638175"/>
                  </a:lnTo>
                  <a:lnTo>
                    <a:pt x="683272" y="638175"/>
                  </a:lnTo>
                  <a:lnTo>
                    <a:pt x="683272" y="619125"/>
                  </a:lnTo>
                  <a:close/>
                </a:path>
                <a:path w="4457700" h="638175">
                  <a:moveTo>
                    <a:pt x="755269" y="0"/>
                  </a:moveTo>
                  <a:lnTo>
                    <a:pt x="698119" y="0"/>
                  </a:lnTo>
                  <a:lnTo>
                    <a:pt x="698119" y="19050"/>
                  </a:lnTo>
                  <a:lnTo>
                    <a:pt x="755269" y="19050"/>
                  </a:lnTo>
                  <a:lnTo>
                    <a:pt x="755269" y="0"/>
                  </a:lnTo>
                  <a:close/>
                </a:path>
                <a:path w="4457700" h="638175">
                  <a:moveTo>
                    <a:pt x="778052" y="619125"/>
                  </a:moveTo>
                  <a:lnTo>
                    <a:pt x="720902" y="619125"/>
                  </a:lnTo>
                  <a:lnTo>
                    <a:pt x="720902" y="638175"/>
                  </a:lnTo>
                  <a:lnTo>
                    <a:pt x="778052" y="638175"/>
                  </a:lnTo>
                  <a:lnTo>
                    <a:pt x="778052" y="619125"/>
                  </a:lnTo>
                  <a:close/>
                </a:path>
                <a:path w="4457700" h="638175">
                  <a:moveTo>
                    <a:pt x="850049" y="0"/>
                  </a:moveTo>
                  <a:lnTo>
                    <a:pt x="792899" y="0"/>
                  </a:lnTo>
                  <a:lnTo>
                    <a:pt x="792899" y="19050"/>
                  </a:lnTo>
                  <a:lnTo>
                    <a:pt x="850049" y="19050"/>
                  </a:lnTo>
                  <a:lnTo>
                    <a:pt x="850049" y="0"/>
                  </a:lnTo>
                  <a:close/>
                </a:path>
                <a:path w="4457700" h="638175">
                  <a:moveTo>
                    <a:pt x="872832" y="619125"/>
                  </a:moveTo>
                  <a:lnTo>
                    <a:pt x="815682" y="619125"/>
                  </a:lnTo>
                  <a:lnTo>
                    <a:pt x="815682" y="638175"/>
                  </a:lnTo>
                  <a:lnTo>
                    <a:pt x="872832" y="638175"/>
                  </a:lnTo>
                  <a:lnTo>
                    <a:pt x="872832" y="619125"/>
                  </a:lnTo>
                  <a:close/>
                </a:path>
                <a:path w="4457700" h="638175">
                  <a:moveTo>
                    <a:pt x="944829" y="0"/>
                  </a:moveTo>
                  <a:lnTo>
                    <a:pt x="887679" y="0"/>
                  </a:lnTo>
                  <a:lnTo>
                    <a:pt x="887679" y="19050"/>
                  </a:lnTo>
                  <a:lnTo>
                    <a:pt x="944829" y="19050"/>
                  </a:lnTo>
                  <a:lnTo>
                    <a:pt x="944829" y="0"/>
                  </a:lnTo>
                  <a:close/>
                </a:path>
                <a:path w="4457700" h="638175">
                  <a:moveTo>
                    <a:pt x="967613" y="619125"/>
                  </a:moveTo>
                  <a:lnTo>
                    <a:pt x="910463" y="619125"/>
                  </a:lnTo>
                  <a:lnTo>
                    <a:pt x="910463" y="638175"/>
                  </a:lnTo>
                  <a:lnTo>
                    <a:pt x="967613" y="638175"/>
                  </a:lnTo>
                  <a:lnTo>
                    <a:pt x="967613" y="619125"/>
                  </a:lnTo>
                  <a:close/>
                </a:path>
                <a:path w="4457700" h="638175">
                  <a:moveTo>
                    <a:pt x="1039609" y="0"/>
                  </a:moveTo>
                  <a:lnTo>
                    <a:pt x="982459" y="0"/>
                  </a:lnTo>
                  <a:lnTo>
                    <a:pt x="982459" y="19050"/>
                  </a:lnTo>
                  <a:lnTo>
                    <a:pt x="1039609" y="19050"/>
                  </a:lnTo>
                  <a:lnTo>
                    <a:pt x="1039609" y="0"/>
                  </a:lnTo>
                  <a:close/>
                </a:path>
                <a:path w="4457700" h="638175">
                  <a:moveTo>
                    <a:pt x="1062393" y="619125"/>
                  </a:moveTo>
                  <a:lnTo>
                    <a:pt x="1005243" y="619125"/>
                  </a:lnTo>
                  <a:lnTo>
                    <a:pt x="1005243" y="638175"/>
                  </a:lnTo>
                  <a:lnTo>
                    <a:pt x="1062393" y="638175"/>
                  </a:lnTo>
                  <a:lnTo>
                    <a:pt x="1062393" y="619125"/>
                  </a:lnTo>
                  <a:close/>
                </a:path>
                <a:path w="4457700" h="638175">
                  <a:moveTo>
                    <a:pt x="1134376" y="0"/>
                  </a:moveTo>
                  <a:lnTo>
                    <a:pt x="1077226" y="0"/>
                  </a:lnTo>
                  <a:lnTo>
                    <a:pt x="1077226" y="19050"/>
                  </a:lnTo>
                  <a:lnTo>
                    <a:pt x="1134376" y="19050"/>
                  </a:lnTo>
                  <a:lnTo>
                    <a:pt x="1134376" y="0"/>
                  </a:lnTo>
                  <a:close/>
                </a:path>
                <a:path w="4457700" h="638175">
                  <a:moveTo>
                    <a:pt x="1157173" y="619125"/>
                  </a:moveTo>
                  <a:lnTo>
                    <a:pt x="1100023" y="619125"/>
                  </a:lnTo>
                  <a:lnTo>
                    <a:pt x="1100023" y="638175"/>
                  </a:lnTo>
                  <a:lnTo>
                    <a:pt x="1157173" y="638175"/>
                  </a:lnTo>
                  <a:lnTo>
                    <a:pt x="1157173" y="619125"/>
                  </a:lnTo>
                  <a:close/>
                </a:path>
                <a:path w="4457700" h="638175">
                  <a:moveTo>
                    <a:pt x="1229156" y="0"/>
                  </a:moveTo>
                  <a:lnTo>
                    <a:pt x="1172006" y="0"/>
                  </a:lnTo>
                  <a:lnTo>
                    <a:pt x="1172006" y="19050"/>
                  </a:lnTo>
                  <a:lnTo>
                    <a:pt x="1229156" y="19050"/>
                  </a:lnTo>
                  <a:lnTo>
                    <a:pt x="1229156" y="0"/>
                  </a:lnTo>
                  <a:close/>
                </a:path>
                <a:path w="4457700" h="638175">
                  <a:moveTo>
                    <a:pt x="1251953" y="619125"/>
                  </a:moveTo>
                  <a:lnTo>
                    <a:pt x="1194803" y="619125"/>
                  </a:lnTo>
                  <a:lnTo>
                    <a:pt x="1194803" y="638175"/>
                  </a:lnTo>
                  <a:lnTo>
                    <a:pt x="1251953" y="638175"/>
                  </a:lnTo>
                  <a:lnTo>
                    <a:pt x="1251953" y="619125"/>
                  </a:lnTo>
                  <a:close/>
                </a:path>
                <a:path w="4457700" h="638175">
                  <a:moveTo>
                    <a:pt x="1323936" y="0"/>
                  </a:moveTo>
                  <a:lnTo>
                    <a:pt x="1266786" y="0"/>
                  </a:lnTo>
                  <a:lnTo>
                    <a:pt x="1266786" y="19050"/>
                  </a:lnTo>
                  <a:lnTo>
                    <a:pt x="1323936" y="19050"/>
                  </a:lnTo>
                  <a:lnTo>
                    <a:pt x="1323936" y="0"/>
                  </a:lnTo>
                  <a:close/>
                </a:path>
                <a:path w="4457700" h="638175">
                  <a:moveTo>
                    <a:pt x="1346720" y="619125"/>
                  </a:moveTo>
                  <a:lnTo>
                    <a:pt x="1289570" y="619125"/>
                  </a:lnTo>
                  <a:lnTo>
                    <a:pt x="1289570" y="638175"/>
                  </a:lnTo>
                  <a:lnTo>
                    <a:pt x="1346720" y="638175"/>
                  </a:lnTo>
                  <a:lnTo>
                    <a:pt x="1346720" y="619125"/>
                  </a:lnTo>
                  <a:close/>
                </a:path>
                <a:path w="4457700" h="638175">
                  <a:moveTo>
                    <a:pt x="1418717" y="0"/>
                  </a:moveTo>
                  <a:lnTo>
                    <a:pt x="1361567" y="0"/>
                  </a:lnTo>
                  <a:lnTo>
                    <a:pt x="1361567" y="19050"/>
                  </a:lnTo>
                  <a:lnTo>
                    <a:pt x="1418717" y="19050"/>
                  </a:lnTo>
                  <a:lnTo>
                    <a:pt x="1418717" y="0"/>
                  </a:lnTo>
                  <a:close/>
                </a:path>
                <a:path w="4457700" h="638175">
                  <a:moveTo>
                    <a:pt x="1441500" y="619125"/>
                  </a:moveTo>
                  <a:lnTo>
                    <a:pt x="1384350" y="619125"/>
                  </a:lnTo>
                  <a:lnTo>
                    <a:pt x="1384350" y="638175"/>
                  </a:lnTo>
                  <a:lnTo>
                    <a:pt x="1441500" y="638175"/>
                  </a:lnTo>
                  <a:lnTo>
                    <a:pt x="1441500" y="619125"/>
                  </a:lnTo>
                  <a:close/>
                </a:path>
                <a:path w="4457700" h="638175">
                  <a:moveTo>
                    <a:pt x="1513497" y="0"/>
                  </a:moveTo>
                  <a:lnTo>
                    <a:pt x="1456347" y="0"/>
                  </a:lnTo>
                  <a:lnTo>
                    <a:pt x="1456347" y="19050"/>
                  </a:lnTo>
                  <a:lnTo>
                    <a:pt x="1513497" y="19050"/>
                  </a:lnTo>
                  <a:lnTo>
                    <a:pt x="1513497" y="0"/>
                  </a:lnTo>
                  <a:close/>
                </a:path>
                <a:path w="4457700" h="638175">
                  <a:moveTo>
                    <a:pt x="1536280" y="619125"/>
                  </a:moveTo>
                  <a:lnTo>
                    <a:pt x="1479130" y="619125"/>
                  </a:lnTo>
                  <a:lnTo>
                    <a:pt x="1479130" y="638175"/>
                  </a:lnTo>
                  <a:lnTo>
                    <a:pt x="1536280" y="638175"/>
                  </a:lnTo>
                  <a:lnTo>
                    <a:pt x="1536280" y="619125"/>
                  </a:lnTo>
                  <a:close/>
                </a:path>
                <a:path w="4457700" h="638175">
                  <a:moveTo>
                    <a:pt x="1608277" y="0"/>
                  </a:moveTo>
                  <a:lnTo>
                    <a:pt x="1551127" y="0"/>
                  </a:lnTo>
                  <a:lnTo>
                    <a:pt x="1551127" y="19050"/>
                  </a:lnTo>
                  <a:lnTo>
                    <a:pt x="1608277" y="19050"/>
                  </a:lnTo>
                  <a:lnTo>
                    <a:pt x="1608277" y="0"/>
                  </a:lnTo>
                  <a:close/>
                </a:path>
                <a:path w="4457700" h="638175">
                  <a:moveTo>
                    <a:pt x="1631061" y="619125"/>
                  </a:moveTo>
                  <a:lnTo>
                    <a:pt x="1573911" y="619125"/>
                  </a:lnTo>
                  <a:lnTo>
                    <a:pt x="1573911" y="638175"/>
                  </a:lnTo>
                  <a:lnTo>
                    <a:pt x="1631061" y="638175"/>
                  </a:lnTo>
                  <a:lnTo>
                    <a:pt x="1631061" y="619125"/>
                  </a:lnTo>
                  <a:close/>
                </a:path>
                <a:path w="4457700" h="638175">
                  <a:moveTo>
                    <a:pt x="1703057" y="0"/>
                  </a:moveTo>
                  <a:lnTo>
                    <a:pt x="1645907" y="0"/>
                  </a:lnTo>
                  <a:lnTo>
                    <a:pt x="1645907" y="19050"/>
                  </a:lnTo>
                  <a:lnTo>
                    <a:pt x="1703057" y="19050"/>
                  </a:lnTo>
                  <a:lnTo>
                    <a:pt x="1703057" y="0"/>
                  </a:lnTo>
                  <a:close/>
                </a:path>
                <a:path w="4457700" h="638175">
                  <a:moveTo>
                    <a:pt x="1725841" y="619125"/>
                  </a:moveTo>
                  <a:lnTo>
                    <a:pt x="1668691" y="619125"/>
                  </a:lnTo>
                  <a:lnTo>
                    <a:pt x="1668691" y="638175"/>
                  </a:lnTo>
                  <a:lnTo>
                    <a:pt x="1725841" y="638175"/>
                  </a:lnTo>
                  <a:lnTo>
                    <a:pt x="1725841" y="619125"/>
                  </a:lnTo>
                  <a:close/>
                </a:path>
                <a:path w="4457700" h="638175">
                  <a:moveTo>
                    <a:pt x="1797837" y="0"/>
                  </a:moveTo>
                  <a:lnTo>
                    <a:pt x="1740687" y="0"/>
                  </a:lnTo>
                  <a:lnTo>
                    <a:pt x="1740687" y="19050"/>
                  </a:lnTo>
                  <a:lnTo>
                    <a:pt x="1797837" y="19050"/>
                  </a:lnTo>
                  <a:lnTo>
                    <a:pt x="1797837" y="0"/>
                  </a:lnTo>
                  <a:close/>
                </a:path>
                <a:path w="4457700" h="638175">
                  <a:moveTo>
                    <a:pt x="1820621" y="619125"/>
                  </a:moveTo>
                  <a:lnTo>
                    <a:pt x="1763471" y="619125"/>
                  </a:lnTo>
                  <a:lnTo>
                    <a:pt x="1763471" y="638175"/>
                  </a:lnTo>
                  <a:lnTo>
                    <a:pt x="1820621" y="638175"/>
                  </a:lnTo>
                  <a:lnTo>
                    <a:pt x="1820621" y="619125"/>
                  </a:lnTo>
                  <a:close/>
                </a:path>
                <a:path w="4457700" h="638175">
                  <a:moveTo>
                    <a:pt x="1892604" y="0"/>
                  </a:moveTo>
                  <a:lnTo>
                    <a:pt x="1835454" y="0"/>
                  </a:lnTo>
                  <a:lnTo>
                    <a:pt x="1835454" y="19050"/>
                  </a:lnTo>
                  <a:lnTo>
                    <a:pt x="1892604" y="19050"/>
                  </a:lnTo>
                  <a:lnTo>
                    <a:pt x="1892604" y="0"/>
                  </a:lnTo>
                  <a:close/>
                </a:path>
                <a:path w="4457700" h="638175">
                  <a:moveTo>
                    <a:pt x="1915401" y="619125"/>
                  </a:moveTo>
                  <a:lnTo>
                    <a:pt x="1858251" y="619125"/>
                  </a:lnTo>
                  <a:lnTo>
                    <a:pt x="1858251" y="638175"/>
                  </a:lnTo>
                  <a:lnTo>
                    <a:pt x="1915401" y="638175"/>
                  </a:lnTo>
                  <a:lnTo>
                    <a:pt x="1915401" y="619125"/>
                  </a:lnTo>
                  <a:close/>
                </a:path>
                <a:path w="4457700" h="638175">
                  <a:moveTo>
                    <a:pt x="1987384" y="0"/>
                  </a:moveTo>
                  <a:lnTo>
                    <a:pt x="1930234" y="0"/>
                  </a:lnTo>
                  <a:lnTo>
                    <a:pt x="1930234" y="19050"/>
                  </a:lnTo>
                  <a:lnTo>
                    <a:pt x="1987384" y="19050"/>
                  </a:lnTo>
                  <a:lnTo>
                    <a:pt x="1987384" y="0"/>
                  </a:lnTo>
                  <a:close/>
                </a:path>
                <a:path w="4457700" h="638175">
                  <a:moveTo>
                    <a:pt x="2010168" y="619125"/>
                  </a:moveTo>
                  <a:lnTo>
                    <a:pt x="1953018" y="619125"/>
                  </a:lnTo>
                  <a:lnTo>
                    <a:pt x="1953018" y="638175"/>
                  </a:lnTo>
                  <a:lnTo>
                    <a:pt x="2010168" y="638175"/>
                  </a:lnTo>
                  <a:lnTo>
                    <a:pt x="2010168" y="619125"/>
                  </a:lnTo>
                  <a:close/>
                </a:path>
                <a:path w="4457700" h="638175">
                  <a:moveTo>
                    <a:pt x="2082165" y="0"/>
                  </a:moveTo>
                  <a:lnTo>
                    <a:pt x="2025015" y="0"/>
                  </a:lnTo>
                  <a:lnTo>
                    <a:pt x="2025015" y="19050"/>
                  </a:lnTo>
                  <a:lnTo>
                    <a:pt x="2082165" y="19050"/>
                  </a:lnTo>
                  <a:lnTo>
                    <a:pt x="2082165" y="0"/>
                  </a:lnTo>
                  <a:close/>
                </a:path>
                <a:path w="4457700" h="638175">
                  <a:moveTo>
                    <a:pt x="2104948" y="619125"/>
                  </a:moveTo>
                  <a:lnTo>
                    <a:pt x="2047798" y="619125"/>
                  </a:lnTo>
                  <a:lnTo>
                    <a:pt x="2047798" y="638175"/>
                  </a:lnTo>
                  <a:lnTo>
                    <a:pt x="2104948" y="638175"/>
                  </a:lnTo>
                  <a:lnTo>
                    <a:pt x="2104948" y="619125"/>
                  </a:lnTo>
                  <a:close/>
                </a:path>
                <a:path w="4457700" h="638175">
                  <a:moveTo>
                    <a:pt x="2176945" y="0"/>
                  </a:moveTo>
                  <a:lnTo>
                    <a:pt x="2119795" y="0"/>
                  </a:lnTo>
                  <a:lnTo>
                    <a:pt x="2119795" y="19050"/>
                  </a:lnTo>
                  <a:lnTo>
                    <a:pt x="2176945" y="19050"/>
                  </a:lnTo>
                  <a:lnTo>
                    <a:pt x="2176945" y="0"/>
                  </a:lnTo>
                  <a:close/>
                </a:path>
                <a:path w="4457700" h="638175">
                  <a:moveTo>
                    <a:pt x="2199729" y="619125"/>
                  </a:moveTo>
                  <a:lnTo>
                    <a:pt x="2142579" y="619125"/>
                  </a:lnTo>
                  <a:lnTo>
                    <a:pt x="2142579" y="638175"/>
                  </a:lnTo>
                  <a:lnTo>
                    <a:pt x="2199729" y="638175"/>
                  </a:lnTo>
                  <a:lnTo>
                    <a:pt x="2199729" y="619125"/>
                  </a:lnTo>
                  <a:close/>
                </a:path>
                <a:path w="4457700" h="638175">
                  <a:moveTo>
                    <a:pt x="2271725" y="0"/>
                  </a:moveTo>
                  <a:lnTo>
                    <a:pt x="2214575" y="0"/>
                  </a:lnTo>
                  <a:lnTo>
                    <a:pt x="2214575" y="19050"/>
                  </a:lnTo>
                  <a:lnTo>
                    <a:pt x="2271725" y="19050"/>
                  </a:lnTo>
                  <a:lnTo>
                    <a:pt x="2271725" y="0"/>
                  </a:lnTo>
                  <a:close/>
                </a:path>
                <a:path w="4457700" h="638175">
                  <a:moveTo>
                    <a:pt x="2294509" y="619125"/>
                  </a:moveTo>
                  <a:lnTo>
                    <a:pt x="2237359" y="619125"/>
                  </a:lnTo>
                  <a:lnTo>
                    <a:pt x="2237359" y="638175"/>
                  </a:lnTo>
                  <a:lnTo>
                    <a:pt x="2294509" y="638175"/>
                  </a:lnTo>
                  <a:lnTo>
                    <a:pt x="2294509" y="619125"/>
                  </a:lnTo>
                  <a:close/>
                </a:path>
                <a:path w="4457700" h="638175">
                  <a:moveTo>
                    <a:pt x="2366505" y="0"/>
                  </a:moveTo>
                  <a:lnTo>
                    <a:pt x="2309355" y="0"/>
                  </a:lnTo>
                  <a:lnTo>
                    <a:pt x="2309355" y="19050"/>
                  </a:lnTo>
                  <a:lnTo>
                    <a:pt x="2366505" y="19050"/>
                  </a:lnTo>
                  <a:lnTo>
                    <a:pt x="2366505" y="0"/>
                  </a:lnTo>
                  <a:close/>
                </a:path>
                <a:path w="4457700" h="638175">
                  <a:moveTo>
                    <a:pt x="2389289" y="619125"/>
                  </a:moveTo>
                  <a:lnTo>
                    <a:pt x="2332139" y="619125"/>
                  </a:lnTo>
                  <a:lnTo>
                    <a:pt x="2332139" y="638175"/>
                  </a:lnTo>
                  <a:lnTo>
                    <a:pt x="2389289" y="638175"/>
                  </a:lnTo>
                  <a:lnTo>
                    <a:pt x="2389289" y="619125"/>
                  </a:lnTo>
                  <a:close/>
                </a:path>
                <a:path w="4457700" h="638175">
                  <a:moveTo>
                    <a:pt x="2461285" y="0"/>
                  </a:moveTo>
                  <a:lnTo>
                    <a:pt x="2404135" y="0"/>
                  </a:lnTo>
                  <a:lnTo>
                    <a:pt x="2404135" y="19050"/>
                  </a:lnTo>
                  <a:lnTo>
                    <a:pt x="2461285" y="19050"/>
                  </a:lnTo>
                  <a:lnTo>
                    <a:pt x="2461285" y="0"/>
                  </a:lnTo>
                  <a:close/>
                </a:path>
                <a:path w="4457700" h="638175">
                  <a:moveTo>
                    <a:pt x="2484069" y="619125"/>
                  </a:moveTo>
                  <a:lnTo>
                    <a:pt x="2426919" y="619125"/>
                  </a:lnTo>
                  <a:lnTo>
                    <a:pt x="2426919" y="638175"/>
                  </a:lnTo>
                  <a:lnTo>
                    <a:pt x="2484069" y="638175"/>
                  </a:lnTo>
                  <a:lnTo>
                    <a:pt x="2484069" y="619125"/>
                  </a:lnTo>
                  <a:close/>
                </a:path>
                <a:path w="4457700" h="638175">
                  <a:moveTo>
                    <a:pt x="2556052" y="0"/>
                  </a:moveTo>
                  <a:lnTo>
                    <a:pt x="2498902" y="0"/>
                  </a:lnTo>
                  <a:lnTo>
                    <a:pt x="2498902" y="19050"/>
                  </a:lnTo>
                  <a:lnTo>
                    <a:pt x="2556052" y="19050"/>
                  </a:lnTo>
                  <a:lnTo>
                    <a:pt x="2556052" y="0"/>
                  </a:lnTo>
                  <a:close/>
                </a:path>
                <a:path w="4457700" h="638175">
                  <a:moveTo>
                    <a:pt x="2578849" y="619125"/>
                  </a:moveTo>
                  <a:lnTo>
                    <a:pt x="2521699" y="619125"/>
                  </a:lnTo>
                  <a:lnTo>
                    <a:pt x="2521699" y="638175"/>
                  </a:lnTo>
                  <a:lnTo>
                    <a:pt x="2578849" y="638175"/>
                  </a:lnTo>
                  <a:lnTo>
                    <a:pt x="2578849" y="619125"/>
                  </a:lnTo>
                  <a:close/>
                </a:path>
                <a:path w="4457700" h="638175">
                  <a:moveTo>
                    <a:pt x="2650833" y="0"/>
                  </a:moveTo>
                  <a:lnTo>
                    <a:pt x="2593683" y="0"/>
                  </a:lnTo>
                  <a:lnTo>
                    <a:pt x="2593683" y="19050"/>
                  </a:lnTo>
                  <a:lnTo>
                    <a:pt x="2650833" y="19050"/>
                  </a:lnTo>
                  <a:lnTo>
                    <a:pt x="2650833" y="0"/>
                  </a:lnTo>
                  <a:close/>
                </a:path>
                <a:path w="4457700" h="638175">
                  <a:moveTo>
                    <a:pt x="2673629" y="619125"/>
                  </a:moveTo>
                  <a:lnTo>
                    <a:pt x="2616479" y="619125"/>
                  </a:lnTo>
                  <a:lnTo>
                    <a:pt x="2616479" y="638175"/>
                  </a:lnTo>
                  <a:lnTo>
                    <a:pt x="2673629" y="638175"/>
                  </a:lnTo>
                  <a:lnTo>
                    <a:pt x="2673629" y="619125"/>
                  </a:lnTo>
                  <a:close/>
                </a:path>
                <a:path w="4457700" h="638175">
                  <a:moveTo>
                    <a:pt x="2745613" y="0"/>
                  </a:moveTo>
                  <a:lnTo>
                    <a:pt x="2688463" y="0"/>
                  </a:lnTo>
                  <a:lnTo>
                    <a:pt x="2688463" y="19050"/>
                  </a:lnTo>
                  <a:lnTo>
                    <a:pt x="2745613" y="19050"/>
                  </a:lnTo>
                  <a:lnTo>
                    <a:pt x="2745613" y="0"/>
                  </a:lnTo>
                  <a:close/>
                </a:path>
                <a:path w="4457700" h="638175">
                  <a:moveTo>
                    <a:pt x="2768396" y="619125"/>
                  </a:moveTo>
                  <a:lnTo>
                    <a:pt x="2711246" y="619125"/>
                  </a:lnTo>
                  <a:lnTo>
                    <a:pt x="2711246" y="638175"/>
                  </a:lnTo>
                  <a:lnTo>
                    <a:pt x="2768396" y="638175"/>
                  </a:lnTo>
                  <a:lnTo>
                    <a:pt x="2768396" y="619125"/>
                  </a:lnTo>
                  <a:close/>
                </a:path>
                <a:path w="4457700" h="638175">
                  <a:moveTo>
                    <a:pt x="2840393" y="0"/>
                  </a:moveTo>
                  <a:lnTo>
                    <a:pt x="2783243" y="0"/>
                  </a:lnTo>
                  <a:lnTo>
                    <a:pt x="2783243" y="19050"/>
                  </a:lnTo>
                  <a:lnTo>
                    <a:pt x="2840393" y="19050"/>
                  </a:lnTo>
                  <a:lnTo>
                    <a:pt x="2840393" y="0"/>
                  </a:lnTo>
                  <a:close/>
                </a:path>
                <a:path w="4457700" h="638175">
                  <a:moveTo>
                    <a:pt x="2863177" y="619125"/>
                  </a:moveTo>
                  <a:lnTo>
                    <a:pt x="2806027" y="619125"/>
                  </a:lnTo>
                  <a:lnTo>
                    <a:pt x="2806027" y="638175"/>
                  </a:lnTo>
                  <a:lnTo>
                    <a:pt x="2863177" y="638175"/>
                  </a:lnTo>
                  <a:lnTo>
                    <a:pt x="2863177" y="619125"/>
                  </a:lnTo>
                  <a:close/>
                </a:path>
                <a:path w="4457700" h="638175">
                  <a:moveTo>
                    <a:pt x="2935173" y="0"/>
                  </a:moveTo>
                  <a:lnTo>
                    <a:pt x="2878023" y="0"/>
                  </a:lnTo>
                  <a:lnTo>
                    <a:pt x="2878023" y="19050"/>
                  </a:lnTo>
                  <a:lnTo>
                    <a:pt x="2935173" y="19050"/>
                  </a:lnTo>
                  <a:lnTo>
                    <a:pt x="2935173" y="0"/>
                  </a:lnTo>
                  <a:close/>
                </a:path>
                <a:path w="4457700" h="638175">
                  <a:moveTo>
                    <a:pt x="2957957" y="619125"/>
                  </a:moveTo>
                  <a:lnTo>
                    <a:pt x="2900807" y="619125"/>
                  </a:lnTo>
                  <a:lnTo>
                    <a:pt x="2900807" y="638175"/>
                  </a:lnTo>
                  <a:lnTo>
                    <a:pt x="2957957" y="638175"/>
                  </a:lnTo>
                  <a:lnTo>
                    <a:pt x="2957957" y="619125"/>
                  </a:lnTo>
                  <a:close/>
                </a:path>
                <a:path w="4457700" h="638175">
                  <a:moveTo>
                    <a:pt x="3029953" y="0"/>
                  </a:moveTo>
                  <a:lnTo>
                    <a:pt x="2972803" y="0"/>
                  </a:lnTo>
                  <a:lnTo>
                    <a:pt x="2972803" y="19050"/>
                  </a:lnTo>
                  <a:lnTo>
                    <a:pt x="3029953" y="19050"/>
                  </a:lnTo>
                  <a:lnTo>
                    <a:pt x="3029953" y="0"/>
                  </a:lnTo>
                  <a:close/>
                </a:path>
                <a:path w="4457700" h="638175">
                  <a:moveTo>
                    <a:pt x="3052737" y="619125"/>
                  </a:moveTo>
                  <a:lnTo>
                    <a:pt x="2995587" y="619125"/>
                  </a:lnTo>
                  <a:lnTo>
                    <a:pt x="2995587" y="638175"/>
                  </a:lnTo>
                  <a:lnTo>
                    <a:pt x="3052737" y="638175"/>
                  </a:lnTo>
                  <a:lnTo>
                    <a:pt x="3052737" y="619125"/>
                  </a:lnTo>
                  <a:close/>
                </a:path>
                <a:path w="4457700" h="638175">
                  <a:moveTo>
                    <a:pt x="3124733" y="0"/>
                  </a:moveTo>
                  <a:lnTo>
                    <a:pt x="3067583" y="0"/>
                  </a:lnTo>
                  <a:lnTo>
                    <a:pt x="3067583" y="19050"/>
                  </a:lnTo>
                  <a:lnTo>
                    <a:pt x="3124733" y="19050"/>
                  </a:lnTo>
                  <a:lnTo>
                    <a:pt x="3124733" y="0"/>
                  </a:lnTo>
                  <a:close/>
                </a:path>
                <a:path w="4457700" h="638175">
                  <a:moveTo>
                    <a:pt x="3147517" y="619125"/>
                  </a:moveTo>
                  <a:lnTo>
                    <a:pt x="3090367" y="619125"/>
                  </a:lnTo>
                  <a:lnTo>
                    <a:pt x="3090367" y="638175"/>
                  </a:lnTo>
                  <a:lnTo>
                    <a:pt x="3147517" y="638175"/>
                  </a:lnTo>
                  <a:lnTo>
                    <a:pt x="3147517" y="619125"/>
                  </a:lnTo>
                  <a:close/>
                </a:path>
                <a:path w="4457700" h="638175">
                  <a:moveTo>
                    <a:pt x="3219513" y="0"/>
                  </a:moveTo>
                  <a:lnTo>
                    <a:pt x="3162363" y="0"/>
                  </a:lnTo>
                  <a:lnTo>
                    <a:pt x="3162363" y="19050"/>
                  </a:lnTo>
                  <a:lnTo>
                    <a:pt x="3219513" y="19050"/>
                  </a:lnTo>
                  <a:lnTo>
                    <a:pt x="3219513" y="0"/>
                  </a:lnTo>
                  <a:close/>
                </a:path>
                <a:path w="4457700" h="638175">
                  <a:moveTo>
                    <a:pt x="3242297" y="619125"/>
                  </a:moveTo>
                  <a:lnTo>
                    <a:pt x="3185147" y="619125"/>
                  </a:lnTo>
                  <a:lnTo>
                    <a:pt x="3185147" y="638175"/>
                  </a:lnTo>
                  <a:lnTo>
                    <a:pt x="3242297" y="638175"/>
                  </a:lnTo>
                  <a:lnTo>
                    <a:pt x="3242297" y="619125"/>
                  </a:lnTo>
                  <a:close/>
                </a:path>
                <a:path w="4457700" h="638175">
                  <a:moveTo>
                    <a:pt x="3314281" y="0"/>
                  </a:moveTo>
                  <a:lnTo>
                    <a:pt x="3257131" y="0"/>
                  </a:lnTo>
                  <a:lnTo>
                    <a:pt x="3257131" y="19050"/>
                  </a:lnTo>
                  <a:lnTo>
                    <a:pt x="3314281" y="19050"/>
                  </a:lnTo>
                  <a:lnTo>
                    <a:pt x="3314281" y="0"/>
                  </a:lnTo>
                  <a:close/>
                </a:path>
                <a:path w="4457700" h="638175">
                  <a:moveTo>
                    <a:pt x="3337077" y="619125"/>
                  </a:moveTo>
                  <a:lnTo>
                    <a:pt x="3279927" y="619125"/>
                  </a:lnTo>
                  <a:lnTo>
                    <a:pt x="3279927" y="638175"/>
                  </a:lnTo>
                  <a:lnTo>
                    <a:pt x="3337077" y="638175"/>
                  </a:lnTo>
                  <a:lnTo>
                    <a:pt x="3337077" y="619125"/>
                  </a:lnTo>
                  <a:close/>
                </a:path>
                <a:path w="4457700" h="638175">
                  <a:moveTo>
                    <a:pt x="3409061" y="0"/>
                  </a:moveTo>
                  <a:lnTo>
                    <a:pt x="3351911" y="0"/>
                  </a:lnTo>
                  <a:lnTo>
                    <a:pt x="3351911" y="19050"/>
                  </a:lnTo>
                  <a:lnTo>
                    <a:pt x="3409061" y="19050"/>
                  </a:lnTo>
                  <a:lnTo>
                    <a:pt x="3409061" y="0"/>
                  </a:lnTo>
                  <a:close/>
                </a:path>
                <a:path w="4457700" h="638175">
                  <a:moveTo>
                    <a:pt x="3431857" y="619125"/>
                  </a:moveTo>
                  <a:lnTo>
                    <a:pt x="3374707" y="619125"/>
                  </a:lnTo>
                  <a:lnTo>
                    <a:pt x="3374707" y="638175"/>
                  </a:lnTo>
                  <a:lnTo>
                    <a:pt x="3431857" y="638175"/>
                  </a:lnTo>
                  <a:lnTo>
                    <a:pt x="3431857" y="619125"/>
                  </a:lnTo>
                  <a:close/>
                </a:path>
                <a:path w="4457700" h="638175">
                  <a:moveTo>
                    <a:pt x="3503841" y="0"/>
                  </a:moveTo>
                  <a:lnTo>
                    <a:pt x="3446691" y="0"/>
                  </a:lnTo>
                  <a:lnTo>
                    <a:pt x="3446691" y="19050"/>
                  </a:lnTo>
                  <a:lnTo>
                    <a:pt x="3503841" y="19050"/>
                  </a:lnTo>
                  <a:lnTo>
                    <a:pt x="3503841" y="0"/>
                  </a:lnTo>
                  <a:close/>
                </a:path>
                <a:path w="4457700" h="638175">
                  <a:moveTo>
                    <a:pt x="3526625" y="619125"/>
                  </a:moveTo>
                  <a:lnTo>
                    <a:pt x="3469475" y="619125"/>
                  </a:lnTo>
                  <a:lnTo>
                    <a:pt x="3469475" y="638175"/>
                  </a:lnTo>
                  <a:lnTo>
                    <a:pt x="3526625" y="638175"/>
                  </a:lnTo>
                  <a:lnTo>
                    <a:pt x="3526625" y="619125"/>
                  </a:lnTo>
                  <a:close/>
                </a:path>
                <a:path w="4457700" h="638175">
                  <a:moveTo>
                    <a:pt x="3598621" y="0"/>
                  </a:moveTo>
                  <a:lnTo>
                    <a:pt x="3541471" y="0"/>
                  </a:lnTo>
                  <a:lnTo>
                    <a:pt x="3541471" y="19050"/>
                  </a:lnTo>
                  <a:lnTo>
                    <a:pt x="3598621" y="19050"/>
                  </a:lnTo>
                  <a:lnTo>
                    <a:pt x="3598621" y="0"/>
                  </a:lnTo>
                  <a:close/>
                </a:path>
                <a:path w="4457700" h="638175">
                  <a:moveTo>
                    <a:pt x="3621405" y="619125"/>
                  </a:moveTo>
                  <a:lnTo>
                    <a:pt x="3564255" y="619125"/>
                  </a:lnTo>
                  <a:lnTo>
                    <a:pt x="3564255" y="638175"/>
                  </a:lnTo>
                  <a:lnTo>
                    <a:pt x="3621405" y="638175"/>
                  </a:lnTo>
                  <a:lnTo>
                    <a:pt x="3621405" y="619125"/>
                  </a:lnTo>
                  <a:close/>
                </a:path>
                <a:path w="4457700" h="638175">
                  <a:moveTo>
                    <a:pt x="3693401" y="0"/>
                  </a:moveTo>
                  <a:lnTo>
                    <a:pt x="3636251" y="0"/>
                  </a:lnTo>
                  <a:lnTo>
                    <a:pt x="3636251" y="19050"/>
                  </a:lnTo>
                  <a:lnTo>
                    <a:pt x="3693401" y="19050"/>
                  </a:lnTo>
                  <a:lnTo>
                    <a:pt x="3693401" y="0"/>
                  </a:lnTo>
                  <a:close/>
                </a:path>
                <a:path w="4457700" h="638175">
                  <a:moveTo>
                    <a:pt x="3716185" y="619125"/>
                  </a:moveTo>
                  <a:lnTo>
                    <a:pt x="3659035" y="619125"/>
                  </a:lnTo>
                  <a:lnTo>
                    <a:pt x="3659035" y="638175"/>
                  </a:lnTo>
                  <a:lnTo>
                    <a:pt x="3716185" y="638175"/>
                  </a:lnTo>
                  <a:lnTo>
                    <a:pt x="3716185" y="619125"/>
                  </a:lnTo>
                  <a:close/>
                </a:path>
                <a:path w="4457700" h="638175">
                  <a:moveTo>
                    <a:pt x="3788181" y="0"/>
                  </a:moveTo>
                  <a:lnTo>
                    <a:pt x="3731031" y="0"/>
                  </a:lnTo>
                  <a:lnTo>
                    <a:pt x="3731031" y="19050"/>
                  </a:lnTo>
                  <a:lnTo>
                    <a:pt x="3788181" y="19050"/>
                  </a:lnTo>
                  <a:lnTo>
                    <a:pt x="3788181" y="0"/>
                  </a:lnTo>
                  <a:close/>
                </a:path>
                <a:path w="4457700" h="638175">
                  <a:moveTo>
                    <a:pt x="3810965" y="619125"/>
                  </a:moveTo>
                  <a:lnTo>
                    <a:pt x="3753815" y="619125"/>
                  </a:lnTo>
                  <a:lnTo>
                    <a:pt x="3753815" y="638175"/>
                  </a:lnTo>
                  <a:lnTo>
                    <a:pt x="3810965" y="638175"/>
                  </a:lnTo>
                  <a:lnTo>
                    <a:pt x="3810965" y="619125"/>
                  </a:lnTo>
                  <a:close/>
                </a:path>
                <a:path w="4457700" h="638175">
                  <a:moveTo>
                    <a:pt x="3882961" y="0"/>
                  </a:moveTo>
                  <a:lnTo>
                    <a:pt x="3825811" y="0"/>
                  </a:lnTo>
                  <a:lnTo>
                    <a:pt x="3825811" y="19050"/>
                  </a:lnTo>
                  <a:lnTo>
                    <a:pt x="3882961" y="19050"/>
                  </a:lnTo>
                  <a:lnTo>
                    <a:pt x="3882961" y="0"/>
                  </a:lnTo>
                  <a:close/>
                </a:path>
                <a:path w="4457700" h="638175">
                  <a:moveTo>
                    <a:pt x="3905745" y="619125"/>
                  </a:moveTo>
                  <a:lnTo>
                    <a:pt x="3848595" y="619125"/>
                  </a:lnTo>
                  <a:lnTo>
                    <a:pt x="3848595" y="638175"/>
                  </a:lnTo>
                  <a:lnTo>
                    <a:pt x="3905745" y="638175"/>
                  </a:lnTo>
                  <a:lnTo>
                    <a:pt x="3905745" y="619125"/>
                  </a:lnTo>
                  <a:close/>
                </a:path>
                <a:path w="4457700" h="638175">
                  <a:moveTo>
                    <a:pt x="3977741" y="0"/>
                  </a:moveTo>
                  <a:lnTo>
                    <a:pt x="3920591" y="0"/>
                  </a:lnTo>
                  <a:lnTo>
                    <a:pt x="3920591" y="19050"/>
                  </a:lnTo>
                  <a:lnTo>
                    <a:pt x="3977741" y="19050"/>
                  </a:lnTo>
                  <a:lnTo>
                    <a:pt x="3977741" y="0"/>
                  </a:lnTo>
                  <a:close/>
                </a:path>
                <a:path w="4457700" h="638175">
                  <a:moveTo>
                    <a:pt x="4000525" y="619125"/>
                  </a:moveTo>
                  <a:lnTo>
                    <a:pt x="3943375" y="619125"/>
                  </a:lnTo>
                  <a:lnTo>
                    <a:pt x="3943375" y="638175"/>
                  </a:lnTo>
                  <a:lnTo>
                    <a:pt x="4000525" y="638175"/>
                  </a:lnTo>
                  <a:lnTo>
                    <a:pt x="4000525" y="619125"/>
                  </a:lnTo>
                  <a:close/>
                </a:path>
                <a:path w="4457700" h="638175">
                  <a:moveTo>
                    <a:pt x="4072509" y="0"/>
                  </a:moveTo>
                  <a:lnTo>
                    <a:pt x="4015359" y="0"/>
                  </a:lnTo>
                  <a:lnTo>
                    <a:pt x="4015359" y="19050"/>
                  </a:lnTo>
                  <a:lnTo>
                    <a:pt x="4072509" y="19050"/>
                  </a:lnTo>
                  <a:lnTo>
                    <a:pt x="4072509" y="0"/>
                  </a:lnTo>
                  <a:close/>
                </a:path>
                <a:path w="4457700" h="638175">
                  <a:moveTo>
                    <a:pt x="4095305" y="619125"/>
                  </a:moveTo>
                  <a:lnTo>
                    <a:pt x="4038155" y="619125"/>
                  </a:lnTo>
                  <a:lnTo>
                    <a:pt x="4038155" y="638175"/>
                  </a:lnTo>
                  <a:lnTo>
                    <a:pt x="4095305" y="638175"/>
                  </a:lnTo>
                  <a:lnTo>
                    <a:pt x="4095305" y="619125"/>
                  </a:lnTo>
                  <a:close/>
                </a:path>
                <a:path w="4457700" h="638175">
                  <a:moveTo>
                    <a:pt x="4167695" y="1384"/>
                  </a:moveTo>
                  <a:lnTo>
                    <a:pt x="4154208" y="393"/>
                  </a:lnTo>
                  <a:lnTo>
                    <a:pt x="4138523" y="0"/>
                  </a:lnTo>
                  <a:lnTo>
                    <a:pt x="4110139" y="0"/>
                  </a:lnTo>
                  <a:lnTo>
                    <a:pt x="4110139" y="19050"/>
                  </a:lnTo>
                  <a:lnTo>
                    <a:pt x="4138523" y="19050"/>
                  </a:lnTo>
                  <a:lnTo>
                    <a:pt x="4153268" y="19418"/>
                  </a:lnTo>
                  <a:lnTo>
                    <a:pt x="4165955" y="20345"/>
                  </a:lnTo>
                  <a:lnTo>
                    <a:pt x="4166070" y="19050"/>
                  </a:lnTo>
                  <a:lnTo>
                    <a:pt x="4167695" y="1384"/>
                  </a:lnTo>
                  <a:close/>
                </a:path>
                <a:path w="4457700" h="638175">
                  <a:moveTo>
                    <a:pt x="4191330" y="633691"/>
                  </a:moveTo>
                  <a:lnTo>
                    <a:pt x="4188180" y="614908"/>
                  </a:lnTo>
                  <a:lnTo>
                    <a:pt x="4182541" y="615886"/>
                  </a:lnTo>
                  <a:lnTo>
                    <a:pt x="4167936" y="617689"/>
                  </a:lnTo>
                  <a:lnTo>
                    <a:pt x="4153268" y="618769"/>
                  </a:lnTo>
                  <a:lnTo>
                    <a:pt x="4138523" y="619125"/>
                  </a:lnTo>
                  <a:lnTo>
                    <a:pt x="4132935" y="619125"/>
                  </a:lnTo>
                  <a:lnTo>
                    <a:pt x="4132935" y="638175"/>
                  </a:lnTo>
                  <a:lnTo>
                    <a:pt x="4138523" y="638175"/>
                  </a:lnTo>
                  <a:lnTo>
                    <a:pt x="4154208" y="637794"/>
                  </a:lnTo>
                  <a:lnTo>
                    <a:pt x="4169803" y="636651"/>
                  </a:lnTo>
                  <a:lnTo>
                    <a:pt x="4185335" y="634733"/>
                  </a:lnTo>
                  <a:lnTo>
                    <a:pt x="4191330" y="633691"/>
                  </a:lnTo>
                  <a:close/>
                </a:path>
                <a:path w="4457700" h="638175">
                  <a:moveTo>
                    <a:pt x="4262577" y="25158"/>
                  </a:moveTo>
                  <a:lnTo>
                    <a:pt x="4216082" y="9575"/>
                  </a:lnTo>
                  <a:lnTo>
                    <a:pt x="4206303" y="7378"/>
                  </a:lnTo>
                  <a:lnTo>
                    <a:pt x="4202252" y="25984"/>
                  </a:lnTo>
                  <a:lnTo>
                    <a:pt x="4211447" y="28054"/>
                  </a:lnTo>
                  <a:lnTo>
                    <a:pt x="4225620" y="31978"/>
                  </a:lnTo>
                  <a:lnTo>
                    <a:pt x="4239590" y="36588"/>
                  </a:lnTo>
                  <a:lnTo>
                    <a:pt x="4253344" y="41897"/>
                  </a:lnTo>
                  <a:lnTo>
                    <a:pt x="4255173" y="42697"/>
                  </a:lnTo>
                  <a:lnTo>
                    <a:pt x="4262577" y="25158"/>
                  </a:lnTo>
                  <a:close/>
                </a:path>
                <a:path w="4457700" h="638175">
                  <a:moveTo>
                    <a:pt x="4283748" y="603123"/>
                  </a:moveTo>
                  <a:lnTo>
                    <a:pt x="4275074" y="586168"/>
                  </a:lnTo>
                  <a:lnTo>
                    <a:pt x="4266831" y="590321"/>
                  </a:lnTo>
                  <a:lnTo>
                    <a:pt x="4253344" y="596290"/>
                  </a:lnTo>
                  <a:lnTo>
                    <a:pt x="4239590" y="601599"/>
                  </a:lnTo>
                  <a:lnTo>
                    <a:pt x="4225620" y="606209"/>
                  </a:lnTo>
                  <a:lnTo>
                    <a:pt x="4223537" y="606793"/>
                  </a:lnTo>
                  <a:lnTo>
                    <a:pt x="4228935" y="625055"/>
                  </a:lnTo>
                  <a:lnTo>
                    <a:pt x="4231157" y="624446"/>
                  </a:lnTo>
                  <a:lnTo>
                    <a:pt x="4246003" y="619531"/>
                  </a:lnTo>
                  <a:lnTo>
                    <a:pt x="4260634" y="613892"/>
                  </a:lnTo>
                  <a:lnTo>
                    <a:pt x="4274972" y="607542"/>
                  </a:lnTo>
                  <a:lnTo>
                    <a:pt x="4283748" y="603123"/>
                  </a:lnTo>
                  <a:close/>
                </a:path>
                <a:path w="4457700" h="638175">
                  <a:moveTo>
                    <a:pt x="4345533" y="76377"/>
                  </a:moveTo>
                  <a:lnTo>
                    <a:pt x="4302557" y="45389"/>
                  </a:lnTo>
                  <a:lnTo>
                    <a:pt x="4297261" y="42392"/>
                  </a:lnTo>
                  <a:lnTo>
                    <a:pt x="4287786" y="58915"/>
                  </a:lnTo>
                  <a:lnTo>
                    <a:pt x="4292765" y="61734"/>
                  </a:lnTo>
                  <a:lnTo>
                    <a:pt x="4305224" y="69621"/>
                  </a:lnTo>
                  <a:lnTo>
                    <a:pt x="4317276" y="78105"/>
                  </a:lnTo>
                  <a:lnTo>
                    <a:pt x="4328871" y="87160"/>
                  </a:lnTo>
                  <a:lnTo>
                    <a:pt x="4333176" y="90868"/>
                  </a:lnTo>
                  <a:lnTo>
                    <a:pt x="4345533" y="76377"/>
                  </a:lnTo>
                  <a:close/>
                </a:path>
                <a:path w="4457700" h="638175">
                  <a:moveTo>
                    <a:pt x="4362932" y="545884"/>
                  </a:moveTo>
                  <a:lnTo>
                    <a:pt x="4349534" y="532345"/>
                  </a:lnTo>
                  <a:lnTo>
                    <a:pt x="4340009" y="541426"/>
                  </a:lnTo>
                  <a:lnTo>
                    <a:pt x="4328871" y="551027"/>
                  </a:lnTo>
                  <a:lnTo>
                    <a:pt x="4317276" y="560082"/>
                  </a:lnTo>
                  <a:lnTo>
                    <a:pt x="4306697" y="567524"/>
                  </a:lnTo>
                  <a:lnTo>
                    <a:pt x="4317377" y="583298"/>
                  </a:lnTo>
                  <a:lnTo>
                    <a:pt x="4328630" y="575373"/>
                  </a:lnTo>
                  <a:lnTo>
                    <a:pt x="4340961" y="565759"/>
                  </a:lnTo>
                  <a:lnTo>
                    <a:pt x="4352798" y="555536"/>
                  </a:lnTo>
                  <a:lnTo>
                    <a:pt x="4362932" y="545884"/>
                  </a:lnTo>
                  <a:close/>
                </a:path>
                <a:path w="4457700" h="638175">
                  <a:moveTo>
                    <a:pt x="4409237" y="150342"/>
                  </a:moveTo>
                  <a:lnTo>
                    <a:pt x="4385195" y="116662"/>
                  </a:lnTo>
                  <a:lnTo>
                    <a:pt x="4373600" y="103378"/>
                  </a:lnTo>
                  <a:lnTo>
                    <a:pt x="4359567" y="116255"/>
                  </a:lnTo>
                  <a:lnTo>
                    <a:pt x="4360850" y="117614"/>
                  </a:lnTo>
                  <a:lnTo>
                    <a:pt x="4370463" y="128752"/>
                  </a:lnTo>
                  <a:lnTo>
                    <a:pt x="4379506" y="140347"/>
                  </a:lnTo>
                  <a:lnTo>
                    <a:pt x="4388002" y="152400"/>
                  </a:lnTo>
                  <a:lnTo>
                    <a:pt x="4393082" y="160413"/>
                  </a:lnTo>
                  <a:lnTo>
                    <a:pt x="4409237" y="150342"/>
                  </a:lnTo>
                  <a:close/>
                </a:path>
                <a:path w="4457700" h="638175">
                  <a:moveTo>
                    <a:pt x="4421048" y="467321"/>
                  </a:moveTo>
                  <a:lnTo>
                    <a:pt x="4404182" y="458470"/>
                  </a:lnTo>
                  <a:lnTo>
                    <a:pt x="4403141" y="460527"/>
                  </a:lnTo>
                  <a:lnTo>
                    <a:pt x="4395889" y="473329"/>
                  </a:lnTo>
                  <a:lnTo>
                    <a:pt x="4388002" y="485787"/>
                  </a:lnTo>
                  <a:lnTo>
                    <a:pt x="4379506" y="497840"/>
                  </a:lnTo>
                  <a:lnTo>
                    <a:pt x="4373892" y="505040"/>
                  </a:lnTo>
                  <a:lnTo>
                    <a:pt x="4388840" y="516839"/>
                  </a:lnTo>
                  <a:lnTo>
                    <a:pt x="4394809" y="509193"/>
                  </a:lnTo>
                  <a:lnTo>
                    <a:pt x="4403839" y="496366"/>
                  </a:lnTo>
                  <a:lnTo>
                    <a:pt x="4412234" y="483120"/>
                  </a:lnTo>
                  <a:lnTo>
                    <a:pt x="4419943" y="469506"/>
                  </a:lnTo>
                  <a:lnTo>
                    <a:pt x="4421048" y="467321"/>
                  </a:lnTo>
                  <a:close/>
                </a:path>
                <a:path w="4457700" h="638175">
                  <a:moveTo>
                    <a:pt x="4447679" y="240182"/>
                  </a:moveTo>
                  <a:lnTo>
                    <a:pt x="4443882" y="226466"/>
                  </a:lnTo>
                  <a:lnTo>
                    <a:pt x="4438967" y="211607"/>
                  </a:lnTo>
                  <a:lnTo>
                    <a:pt x="4433328" y="196989"/>
                  </a:lnTo>
                  <a:lnTo>
                    <a:pt x="4427829" y="184569"/>
                  </a:lnTo>
                  <a:lnTo>
                    <a:pt x="4410557" y="192595"/>
                  </a:lnTo>
                  <a:lnTo>
                    <a:pt x="4415726" y="204279"/>
                  </a:lnTo>
                  <a:lnTo>
                    <a:pt x="4421035" y="218033"/>
                  </a:lnTo>
                  <a:lnTo>
                    <a:pt x="4425645" y="231990"/>
                  </a:lnTo>
                  <a:lnTo>
                    <a:pt x="4429214" y="244894"/>
                  </a:lnTo>
                  <a:lnTo>
                    <a:pt x="4447679" y="240182"/>
                  </a:lnTo>
                  <a:close/>
                </a:path>
                <a:path w="4457700" h="638175">
                  <a:moveTo>
                    <a:pt x="4452531" y="375297"/>
                  </a:moveTo>
                  <a:lnTo>
                    <a:pt x="4433786" y="371944"/>
                  </a:lnTo>
                  <a:lnTo>
                    <a:pt x="4432795" y="377621"/>
                  </a:lnTo>
                  <a:lnTo>
                    <a:pt x="4429569" y="392010"/>
                  </a:lnTo>
                  <a:lnTo>
                    <a:pt x="4425645" y="406196"/>
                  </a:lnTo>
                  <a:lnTo>
                    <a:pt x="4421035" y="420154"/>
                  </a:lnTo>
                  <a:lnTo>
                    <a:pt x="4419054" y="425284"/>
                  </a:lnTo>
                  <a:lnTo>
                    <a:pt x="4436872" y="432028"/>
                  </a:lnTo>
                  <a:lnTo>
                    <a:pt x="4438967" y="426567"/>
                  </a:lnTo>
                  <a:lnTo>
                    <a:pt x="4443882" y="411721"/>
                  </a:lnTo>
                  <a:lnTo>
                    <a:pt x="4448048" y="396646"/>
                  </a:lnTo>
                  <a:lnTo>
                    <a:pt x="4451489" y="381342"/>
                  </a:lnTo>
                  <a:lnTo>
                    <a:pt x="4452531" y="375297"/>
                  </a:lnTo>
                  <a:close/>
                </a:path>
                <a:path w="4457700" h="638175">
                  <a:moveTo>
                    <a:pt x="4457611" y="319087"/>
                  </a:moveTo>
                  <a:lnTo>
                    <a:pt x="4457230" y="303415"/>
                  </a:lnTo>
                  <a:lnTo>
                    <a:pt x="4456087" y="287820"/>
                  </a:lnTo>
                  <a:lnTo>
                    <a:pt x="4454918" y="278358"/>
                  </a:lnTo>
                  <a:lnTo>
                    <a:pt x="4436034" y="280784"/>
                  </a:lnTo>
                  <a:lnTo>
                    <a:pt x="4437126" y="289687"/>
                  </a:lnTo>
                  <a:lnTo>
                    <a:pt x="4438205" y="304355"/>
                  </a:lnTo>
                  <a:lnTo>
                    <a:pt x="4438561" y="319087"/>
                  </a:lnTo>
                  <a:lnTo>
                    <a:pt x="4438205" y="333832"/>
                  </a:lnTo>
                  <a:lnTo>
                    <a:pt x="4438091" y="335368"/>
                  </a:lnTo>
                  <a:lnTo>
                    <a:pt x="4457116" y="336410"/>
                  </a:lnTo>
                  <a:lnTo>
                    <a:pt x="4457192" y="335368"/>
                  </a:lnTo>
                  <a:lnTo>
                    <a:pt x="4457255" y="333832"/>
                  </a:lnTo>
                  <a:lnTo>
                    <a:pt x="4457611" y="31908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Прямоугольник 20"/>
          <p:cNvSpPr/>
          <p:nvPr/>
        </p:nvSpPr>
        <p:spPr>
          <a:xfrm>
            <a:off x="5141280" y="4208650"/>
            <a:ext cx="1709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b="1" spc="50" dirty="0">
                <a:solidFill>
                  <a:srgbClr val="0095B8"/>
                </a:solidFill>
                <a:latin typeface="Arial"/>
                <a:cs typeface="Arial"/>
              </a:rPr>
              <a:t>Красногорск</a:t>
            </a:r>
            <a:endParaRPr lang="ru-RU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71474"/>
            <a:ext cx="457200" cy="4572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30"/>
              </a:spcBef>
            </a:pPr>
            <a:r>
              <a:rPr sz="3450" spc="100" dirty="0"/>
              <a:t>Цель</a:t>
            </a:r>
            <a:r>
              <a:rPr sz="3450" spc="-240" dirty="0"/>
              <a:t> </a:t>
            </a:r>
            <a:r>
              <a:rPr sz="3450" spc="215" dirty="0"/>
              <a:t>и</a:t>
            </a:r>
            <a:r>
              <a:rPr sz="3450" spc="-130" dirty="0"/>
              <a:t> </a:t>
            </a:r>
            <a:r>
              <a:rPr sz="3450" spc="90" dirty="0"/>
              <a:t>Задачи</a:t>
            </a:r>
            <a:endParaRPr sz="3450"/>
          </a:p>
        </p:txBody>
      </p:sp>
      <p:grpSp>
        <p:nvGrpSpPr>
          <p:cNvPr id="4" name="object 4"/>
          <p:cNvGrpSpPr/>
          <p:nvPr/>
        </p:nvGrpSpPr>
        <p:grpSpPr>
          <a:xfrm>
            <a:off x="571499" y="1381124"/>
            <a:ext cx="5429250" cy="1571625"/>
            <a:chOff x="571499" y="1381124"/>
            <a:chExt cx="5429250" cy="1571625"/>
          </a:xfrm>
        </p:grpSpPr>
        <p:sp>
          <p:nvSpPr>
            <p:cNvPr id="5" name="object 5"/>
            <p:cNvSpPr/>
            <p:nvPr/>
          </p:nvSpPr>
          <p:spPr>
            <a:xfrm>
              <a:off x="581024" y="1390649"/>
              <a:ext cx="5410200" cy="1552575"/>
            </a:xfrm>
            <a:custGeom>
              <a:avLst/>
              <a:gdLst/>
              <a:ahLst/>
              <a:cxnLst/>
              <a:rect l="l" t="t" r="r" b="b"/>
              <a:pathLst>
                <a:path w="5410200" h="1552575">
                  <a:moveTo>
                    <a:pt x="5248274" y="1552574"/>
                  </a:moveTo>
                  <a:lnTo>
                    <a:pt x="161924" y="1552574"/>
                  </a:lnTo>
                  <a:lnTo>
                    <a:pt x="153969" y="1552380"/>
                  </a:lnTo>
                  <a:lnTo>
                    <a:pt x="114919" y="1545603"/>
                  </a:lnTo>
                  <a:lnTo>
                    <a:pt x="78686" y="1529542"/>
                  </a:lnTo>
                  <a:lnTo>
                    <a:pt x="47426" y="1505147"/>
                  </a:lnTo>
                  <a:lnTo>
                    <a:pt x="23031" y="1473887"/>
                  </a:lnTo>
                  <a:lnTo>
                    <a:pt x="6970" y="1437654"/>
                  </a:lnTo>
                  <a:lnTo>
                    <a:pt x="194" y="1398604"/>
                  </a:lnTo>
                  <a:lnTo>
                    <a:pt x="0" y="1390649"/>
                  </a:lnTo>
                  <a:lnTo>
                    <a:pt x="0" y="161924"/>
                  </a:lnTo>
                  <a:lnTo>
                    <a:pt x="4853" y="122570"/>
                  </a:lnTo>
                  <a:lnTo>
                    <a:pt x="19118" y="85593"/>
                  </a:lnTo>
                  <a:lnTo>
                    <a:pt x="41939" y="53189"/>
                  </a:lnTo>
                  <a:lnTo>
                    <a:pt x="71964" y="27289"/>
                  </a:lnTo>
                  <a:lnTo>
                    <a:pt x="107382" y="9461"/>
                  </a:lnTo>
                  <a:lnTo>
                    <a:pt x="146053" y="777"/>
                  </a:lnTo>
                  <a:lnTo>
                    <a:pt x="161924" y="0"/>
                  </a:lnTo>
                  <a:lnTo>
                    <a:pt x="5248274" y="0"/>
                  </a:lnTo>
                  <a:lnTo>
                    <a:pt x="5287628" y="4853"/>
                  </a:lnTo>
                  <a:lnTo>
                    <a:pt x="5324605" y="19118"/>
                  </a:lnTo>
                  <a:lnTo>
                    <a:pt x="5357010" y="41939"/>
                  </a:lnTo>
                  <a:lnTo>
                    <a:pt x="5382909" y="71963"/>
                  </a:lnTo>
                  <a:lnTo>
                    <a:pt x="5400737" y="107382"/>
                  </a:lnTo>
                  <a:lnTo>
                    <a:pt x="5409421" y="146053"/>
                  </a:lnTo>
                  <a:lnTo>
                    <a:pt x="5410199" y="161924"/>
                  </a:lnTo>
                  <a:lnTo>
                    <a:pt x="5410199" y="1390649"/>
                  </a:lnTo>
                  <a:lnTo>
                    <a:pt x="5405344" y="1430003"/>
                  </a:lnTo>
                  <a:lnTo>
                    <a:pt x="5391080" y="1466981"/>
                  </a:lnTo>
                  <a:lnTo>
                    <a:pt x="5368259" y="1499385"/>
                  </a:lnTo>
                  <a:lnTo>
                    <a:pt x="5338234" y="1525284"/>
                  </a:lnTo>
                  <a:lnTo>
                    <a:pt x="5302815" y="1543113"/>
                  </a:lnTo>
                  <a:lnTo>
                    <a:pt x="5264145" y="1551796"/>
                  </a:lnTo>
                  <a:lnTo>
                    <a:pt x="5248274" y="1552574"/>
                  </a:lnTo>
                  <a:close/>
                </a:path>
              </a:pathLst>
            </a:custGeom>
            <a:solidFill>
              <a:srgbClr val="F5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024" y="1390649"/>
              <a:ext cx="5410200" cy="1552575"/>
            </a:xfrm>
            <a:custGeom>
              <a:avLst/>
              <a:gdLst/>
              <a:ahLst/>
              <a:cxnLst/>
              <a:rect l="l" t="t" r="r" b="b"/>
              <a:pathLst>
                <a:path w="5410200" h="1552575">
                  <a:moveTo>
                    <a:pt x="0" y="1390649"/>
                  </a:moveTo>
                  <a:lnTo>
                    <a:pt x="0" y="161924"/>
                  </a:lnTo>
                  <a:lnTo>
                    <a:pt x="194" y="153969"/>
                  </a:lnTo>
                  <a:lnTo>
                    <a:pt x="6970" y="114919"/>
                  </a:lnTo>
                  <a:lnTo>
                    <a:pt x="23031" y="78686"/>
                  </a:lnTo>
                  <a:lnTo>
                    <a:pt x="47426" y="47426"/>
                  </a:lnTo>
                  <a:lnTo>
                    <a:pt x="78686" y="23031"/>
                  </a:lnTo>
                  <a:lnTo>
                    <a:pt x="114919" y="6970"/>
                  </a:lnTo>
                  <a:lnTo>
                    <a:pt x="153969" y="194"/>
                  </a:lnTo>
                  <a:lnTo>
                    <a:pt x="161924" y="0"/>
                  </a:lnTo>
                  <a:lnTo>
                    <a:pt x="5248274" y="0"/>
                  </a:lnTo>
                  <a:lnTo>
                    <a:pt x="5287628" y="4853"/>
                  </a:lnTo>
                  <a:lnTo>
                    <a:pt x="5324605" y="19118"/>
                  </a:lnTo>
                  <a:lnTo>
                    <a:pt x="5357010" y="41939"/>
                  </a:lnTo>
                  <a:lnTo>
                    <a:pt x="5382909" y="71963"/>
                  </a:lnTo>
                  <a:lnTo>
                    <a:pt x="5400737" y="107382"/>
                  </a:lnTo>
                  <a:lnTo>
                    <a:pt x="5409421" y="146053"/>
                  </a:lnTo>
                  <a:lnTo>
                    <a:pt x="5410199" y="161924"/>
                  </a:lnTo>
                  <a:lnTo>
                    <a:pt x="5410199" y="1390649"/>
                  </a:lnTo>
                  <a:lnTo>
                    <a:pt x="5405344" y="1430003"/>
                  </a:lnTo>
                  <a:lnTo>
                    <a:pt x="5391080" y="1466981"/>
                  </a:lnTo>
                  <a:lnTo>
                    <a:pt x="5368259" y="1499385"/>
                  </a:lnTo>
                  <a:lnTo>
                    <a:pt x="5338234" y="1525284"/>
                  </a:lnTo>
                  <a:lnTo>
                    <a:pt x="5302815" y="1543113"/>
                  </a:lnTo>
                  <a:lnTo>
                    <a:pt x="5264145" y="1551796"/>
                  </a:lnTo>
                  <a:lnTo>
                    <a:pt x="5248274" y="1552574"/>
                  </a:lnTo>
                  <a:lnTo>
                    <a:pt x="161924" y="1552574"/>
                  </a:lnTo>
                  <a:lnTo>
                    <a:pt x="122570" y="1547720"/>
                  </a:lnTo>
                  <a:lnTo>
                    <a:pt x="85593" y="1533456"/>
                  </a:lnTo>
                  <a:lnTo>
                    <a:pt x="53189" y="1510635"/>
                  </a:lnTo>
                  <a:lnTo>
                    <a:pt x="27289" y="1480610"/>
                  </a:lnTo>
                  <a:lnTo>
                    <a:pt x="9461" y="1445191"/>
                  </a:lnTo>
                  <a:lnTo>
                    <a:pt x="777" y="1406521"/>
                  </a:lnTo>
                  <a:lnTo>
                    <a:pt x="0" y="1390649"/>
                  </a:lnTo>
                  <a:close/>
                </a:path>
              </a:pathLst>
            </a:custGeom>
            <a:ln w="19049">
              <a:solidFill>
                <a:srgbClr val="E6F4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999" y="1962149"/>
              <a:ext cx="5048250" cy="800100"/>
            </a:xfrm>
            <a:custGeom>
              <a:avLst/>
              <a:gdLst/>
              <a:ahLst/>
              <a:cxnLst/>
              <a:rect l="l" t="t" r="r" b="b"/>
              <a:pathLst>
                <a:path w="5048250" h="800100">
                  <a:moveTo>
                    <a:pt x="4952999" y="800099"/>
                  </a:moveTo>
                  <a:lnTo>
                    <a:pt x="95249" y="800099"/>
                  </a:lnTo>
                  <a:lnTo>
                    <a:pt x="85866" y="799646"/>
                  </a:lnTo>
                  <a:lnTo>
                    <a:pt x="42321" y="784061"/>
                  </a:lnTo>
                  <a:lnTo>
                    <a:pt x="11259" y="749795"/>
                  </a:lnTo>
                  <a:lnTo>
                    <a:pt x="0" y="7048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952999" y="0"/>
                  </a:lnTo>
                  <a:lnTo>
                    <a:pt x="4997944" y="11259"/>
                  </a:lnTo>
                  <a:lnTo>
                    <a:pt x="5032211" y="42321"/>
                  </a:lnTo>
                  <a:lnTo>
                    <a:pt x="5047796" y="85866"/>
                  </a:lnTo>
                  <a:lnTo>
                    <a:pt x="5048249" y="95249"/>
                  </a:lnTo>
                  <a:lnTo>
                    <a:pt x="5048249" y="704849"/>
                  </a:lnTo>
                  <a:lnTo>
                    <a:pt x="5036989" y="749795"/>
                  </a:lnTo>
                  <a:lnTo>
                    <a:pt x="5005927" y="784061"/>
                  </a:lnTo>
                  <a:lnTo>
                    <a:pt x="4962382" y="799646"/>
                  </a:lnTo>
                  <a:lnTo>
                    <a:pt x="4952999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987" y="1962149"/>
              <a:ext cx="5048250" cy="800100"/>
            </a:xfrm>
            <a:custGeom>
              <a:avLst/>
              <a:gdLst/>
              <a:ahLst/>
              <a:cxnLst/>
              <a:rect l="l" t="t" r="r" b="b"/>
              <a:pathLst>
                <a:path w="5048250" h="800100">
                  <a:moveTo>
                    <a:pt x="19050" y="575043"/>
                  </a:moveTo>
                  <a:lnTo>
                    <a:pt x="0" y="575043"/>
                  </a:lnTo>
                  <a:lnTo>
                    <a:pt x="0" y="632193"/>
                  </a:lnTo>
                  <a:lnTo>
                    <a:pt x="19050" y="632193"/>
                  </a:lnTo>
                  <a:lnTo>
                    <a:pt x="19050" y="575043"/>
                  </a:lnTo>
                  <a:close/>
                </a:path>
                <a:path w="5048250" h="800100">
                  <a:moveTo>
                    <a:pt x="19050" y="479475"/>
                  </a:moveTo>
                  <a:lnTo>
                    <a:pt x="0" y="479475"/>
                  </a:lnTo>
                  <a:lnTo>
                    <a:pt x="0" y="536625"/>
                  </a:lnTo>
                  <a:lnTo>
                    <a:pt x="19050" y="536625"/>
                  </a:lnTo>
                  <a:lnTo>
                    <a:pt x="19050" y="479475"/>
                  </a:lnTo>
                  <a:close/>
                </a:path>
                <a:path w="5048250" h="800100">
                  <a:moveTo>
                    <a:pt x="19050" y="383908"/>
                  </a:moveTo>
                  <a:lnTo>
                    <a:pt x="0" y="383908"/>
                  </a:lnTo>
                  <a:lnTo>
                    <a:pt x="0" y="441058"/>
                  </a:lnTo>
                  <a:lnTo>
                    <a:pt x="19050" y="441058"/>
                  </a:lnTo>
                  <a:lnTo>
                    <a:pt x="19050" y="383908"/>
                  </a:lnTo>
                  <a:close/>
                </a:path>
                <a:path w="5048250" h="800100">
                  <a:moveTo>
                    <a:pt x="19050" y="288340"/>
                  </a:moveTo>
                  <a:lnTo>
                    <a:pt x="0" y="288340"/>
                  </a:lnTo>
                  <a:lnTo>
                    <a:pt x="0" y="345490"/>
                  </a:lnTo>
                  <a:lnTo>
                    <a:pt x="19050" y="345490"/>
                  </a:lnTo>
                  <a:lnTo>
                    <a:pt x="19050" y="288340"/>
                  </a:lnTo>
                  <a:close/>
                </a:path>
                <a:path w="5048250" h="800100">
                  <a:moveTo>
                    <a:pt x="19050" y="192773"/>
                  </a:moveTo>
                  <a:lnTo>
                    <a:pt x="0" y="192773"/>
                  </a:lnTo>
                  <a:lnTo>
                    <a:pt x="0" y="249923"/>
                  </a:lnTo>
                  <a:lnTo>
                    <a:pt x="19050" y="249923"/>
                  </a:lnTo>
                  <a:lnTo>
                    <a:pt x="19050" y="192773"/>
                  </a:lnTo>
                  <a:close/>
                </a:path>
                <a:path w="5048250" h="800100">
                  <a:moveTo>
                    <a:pt x="19050" y="97205"/>
                  </a:moveTo>
                  <a:lnTo>
                    <a:pt x="0" y="97205"/>
                  </a:lnTo>
                  <a:lnTo>
                    <a:pt x="0" y="154355"/>
                  </a:lnTo>
                  <a:lnTo>
                    <a:pt x="19050" y="154355"/>
                  </a:lnTo>
                  <a:lnTo>
                    <a:pt x="19050" y="97205"/>
                  </a:lnTo>
                  <a:close/>
                </a:path>
                <a:path w="5048250" h="800100">
                  <a:moveTo>
                    <a:pt x="21767" y="724750"/>
                  </a:moveTo>
                  <a:lnTo>
                    <a:pt x="20510" y="719721"/>
                  </a:lnTo>
                  <a:lnTo>
                    <a:pt x="19418" y="712368"/>
                  </a:lnTo>
                  <a:lnTo>
                    <a:pt x="19050" y="704850"/>
                  </a:lnTo>
                  <a:lnTo>
                    <a:pt x="19050" y="670610"/>
                  </a:lnTo>
                  <a:lnTo>
                    <a:pt x="0" y="670610"/>
                  </a:lnTo>
                  <a:lnTo>
                    <a:pt x="0" y="704850"/>
                  </a:lnTo>
                  <a:lnTo>
                    <a:pt x="457" y="714235"/>
                  </a:lnTo>
                  <a:lnTo>
                    <a:pt x="1816" y="723442"/>
                  </a:lnTo>
                  <a:lnTo>
                    <a:pt x="3403" y="729729"/>
                  </a:lnTo>
                  <a:lnTo>
                    <a:pt x="21767" y="724750"/>
                  </a:lnTo>
                  <a:close/>
                </a:path>
                <a:path w="5048250" h="800100">
                  <a:moveTo>
                    <a:pt x="60794" y="27355"/>
                  </a:moveTo>
                  <a:lnTo>
                    <a:pt x="52171" y="10388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648" y="55867"/>
                  </a:lnTo>
                  <a:lnTo>
                    <a:pt x="25971" y="63741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0794" y="27355"/>
                  </a:lnTo>
                  <a:close/>
                </a:path>
                <a:path w="5048250" h="800100">
                  <a:moveTo>
                    <a:pt x="82054" y="779856"/>
                  </a:moveTo>
                  <a:lnTo>
                    <a:pt x="46939" y="763790"/>
                  </a:lnTo>
                  <a:lnTo>
                    <a:pt x="37985" y="755002"/>
                  </a:lnTo>
                  <a:lnTo>
                    <a:pt x="23660" y="767537"/>
                  </a:lnTo>
                  <a:lnTo>
                    <a:pt x="58801" y="792861"/>
                  </a:lnTo>
                  <a:lnTo>
                    <a:pt x="78752" y="798601"/>
                  </a:lnTo>
                  <a:lnTo>
                    <a:pt x="78816" y="798296"/>
                  </a:lnTo>
                  <a:lnTo>
                    <a:pt x="82054" y="779856"/>
                  </a:lnTo>
                  <a:close/>
                </a:path>
                <a:path w="5048250" h="800100">
                  <a:moveTo>
                    <a:pt x="152400" y="0"/>
                  </a:moveTo>
                  <a:lnTo>
                    <a:pt x="93408" y="0"/>
                  </a:lnTo>
                  <a:lnTo>
                    <a:pt x="93776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5048250" h="800100">
                  <a:moveTo>
                    <a:pt x="175514" y="781050"/>
                  </a:moveTo>
                  <a:lnTo>
                    <a:pt x="118364" y="781050"/>
                  </a:lnTo>
                  <a:lnTo>
                    <a:pt x="118364" y="800100"/>
                  </a:lnTo>
                  <a:lnTo>
                    <a:pt x="175514" y="800100"/>
                  </a:lnTo>
                  <a:lnTo>
                    <a:pt x="175514" y="781050"/>
                  </a:lnTo>
                  <a:close/>
                </a:path>
                <a:path w="5048250" h="800100">
                  <a:moveTo>
                    <a:pt x="247967" y="0"/>
                  </a:moveTo>
                  <a:lnTo>
                    <a:pt x="190817" y="0"/>
                  </a:lnTo>
                  <a:lnTo>
                    <a:pt x="190817" y="19050"/>
                  </a:lnTo>
                  <a:lnTo>
                    <a:pt x="247967" y="19050"/>
                  </a:lnTo>
                  <a:lnTo>
                    <a:pt x="247967" y="0"/>
                  </a:lnTo>
                  <a:close/>
                </a:path>
                <a:path w="5048250" h="800100">
                  <a:moveTo>
                    <a:pt x="271081" y="781050"/>
                  </a:moveTo>
                  <a:lnTo>
                    <a:pt x="213931" y="781050"/>
                  </a:lnTo>
                  <a:lnTo>
                    <a:pt x="213931" y="800100"/>
                  </a:lnTo>
                  <a:lnTo>
                    <a:pt x="271081" y="800100"/>
                  </a:lnTo>
                  <a:lnTo>
                    <a:pt x="271081" y="781050"/>
                  </a:lnTo>
                  <a:close/>
                </a:path>
                <a:path w="5048250" h="800100">
                  <a:moveTo>
                    <a:pt x="343535" y="0"/>
                  </a:moveTo>
                  <a:lnTo>
                    <a:pt x="286385" y="0"/>
                  </a:lnTo>
                  <a:lnTo>
                    <a:pt x="286385" y="19050"/>
                  </a:lnTo>
                  <a:lnTo>
                    <a:pt x="343535" y="19050"/>
                  </a:lnTo>
                  <a:lnTo>
                    <a:pt x="343535" y="0"/>
                  </a:lnTo>
                  <a:close/>
                </a:path>
                <a:path w="5048250" h="800100">
                  <a:moveTo>
                    <a:pt x="366649" y="781050"/>
                  </a:moveTo>
                  <a:lnTo>
                    <a:pt x="309499" y="781050"/>
                  </a:lnTo>
                  <a:lnTo>
                    <a:pt x="309499" y="800100"/>
                  </a:lnTo>
                  <a:lnTo>
                    <a:pt x="366649" y="800100"/>
                  </a:lnTo>
                  <a:lnTo>
                    <a:pt x="366649" y="781050"/>
                  </a:lnTo>
                  <a:close/>
                </a:path>
                <a:path w="5048250" h="800100">
                  <a:moveTo>
                    <a:pt x="439102" y="0"/>
                  </a:moveTo>
                  <a:lnTo>
                    <a:pt x="381952" y="0"/>
                  </a:lnTo>
                  <a:lnTo>
                    <a:pt x="381952" y="19050"/>
                  </a:lnTo>
                  <a:lnTo>
                    <a:pt x="439102" y="19050"/>
                  </a:lnTo>
                  <a:lnTo>
                    <a:pt x="439102" y="0"/>
                  </a:lnTo>
                  <a:close/>
                </a:path>
                <a:path w="5048250" h="800100">
                  <a:moveTo>
                    <a:pt x="462216" y="781050"/>
                  </a:moveTo>
                  <a:lnTo>
                    <a:pt x="405066" y="781050"/>
                  </a:lnTo>
                  <a:lnTo>
                    <a:pt x="405066" y="800100"/>
                  </a:lnTo>
                  <a:lnTo>
                    <a:pt x="462216" y="800100"/>
                  </a:lnTo>
                  <a:lnTo>
                    <a:pt x="462216" y="781050"/>
                  </a:lnTo>
                  <a:close/>
                </a:path>
                <a:path w="5048250" h="800100">
                  <a:moveTo>
                    <a:pt x="534670" y="0"/>
                  </a:moveTo>
                  <a:lnTo>
                    <a:pt x="477520" y="0"/>
                  </a:lnTo>
                  <a:lnTo>
                    <a:pt x="477520" y="19050"/>
                  </a:lnTo>
                  <a:lnTo>
                    <a:pt x="534670" y="19050"/>
                  </a:lnTo>
                  <a:lnTo>
                    <a:pt x="534670" y="0"/>
                  </a:lnTo>
                  <a:close/>
                </a:path>
                <a:path w="5048250" h="800100">
                  <a:moveTo>
                    <a:pt x="557784" y="781050"/>
                  </a:moveTo>
                  <a:lnTo>
                    <a:pt x="500634" y="781050"/>
                  </a:lnTo>
                  <a:lnTo>
                    <a:pt x="500634" y="800100"/>
                  </a:lnTo>
                  <a:lnTo>
                    <a:pt x="557784" y="800100"/>
                  </a:lnTo>
                  <a:lnTo>
                    <a:pt x="557784" y="781050"/>
                  </a:lnTo>
                  <a:close/>
                </a:path>
                <a:path w="5048250" h="800100">
                  <a:moveTo>
                    <a:pt x="630237" y="0"/>
                  </a:moveTo>
                  <a:lnTo>
                    <a:pt x="573087" y="0"/>
                  </a:lnTo>
                  <a:lnTo>
                    <a:pt x="573087" y="19050"/>
                  </a:lnTo>
                  <a:lnTo>
                    <a:pt x="630237" y="19050"/>
                  </a:lnTo>
                  <a:lnTo>
                    <a:pt x="630237" y="0"/>
                  </a:lnTo>
                  <a:close/>
                </a:path>
                <a:path w="5048250" h="800100">
                  <a:moveTo>
                    <a:pt x="653351" y="781050"/>
                  </a:moveTo>
                  <a:lnTo>
                    <a:pt x="596201" y="781050"/>
                  </a:lnTo>
                  <a:lnTo>
                    <a:pt x="596201" y="800100"/>
                  </a:lnTo>
                  <a:lnTo>
                    <a:pt x="653351" y="800100"/>
                  </a:lnTo>
                  <a:lnTo>
                    <a:pt x="653351" y="781050"/>
                  </a:lnTo>
                  <a:close/>
                </a:path>
                <a:path w="5048250" h="800100">
                  <a:moveTo>
                    <a:pt x="725805" y="0"/>
                  </a:moveTo>
                  <a:lnTo>
                    <a:pt x="668655" y="0"/>
                  </a:lnTo>
                  <a:lnTo>
                    <a:pt x="668655" y="19050"/>
                  </a:lnTo>
                  <a:lnTo>
                    <a:pt x="725805" y="19050"/>
                  </a:lnTo>
                  <a:lnTo>
                    <a:pt x="725805" y="0"/>
                  </a:lnTo>
                  <a:close/>
                </a:path>
                <a:path w="5048250" h="800100">
                  <a:moveTo>
                    <a:pt x="748919" y="781050"/>
                  </a:moveTo>
                  <a:lnTo>
                    <a:pt x="691769" y="781050"/>
                  </a:lnTo>
                  <a:lnTo>
                    <a:pt x="691769" y="800100"/>
                  </a:lnTo>
                  <a:lnTo>
                    <a:pt x="748919" y="800100"/>
                  </a:lnTo>
                  <a:lnTo>
                    <a:pt x="748919" y="781050"/>
                  </a:lnTo>
                  <a:close/>
                </a:path>
                <a:path w="5048250" h="800100">
                  <a:moveTo>
                    <a:pt x="821372" y="0"/>
                  </a:moveTo>
                  <a:lnTo>
                    <a:pt x="764222" y="0"/>
                  </a:lnTo>
                  <a:lnTo>
                    <a:pt x="764222" y="19050"/>
                  </a:lnTo>
                  <a:lnTo>
                    <a:pt x="821372" y="19050"/>
                  </a:lnTo>
                  <a:lnTo>
                    <a:pt x="821372" y="0"/>
                  </a:lnTo>
                  <a:close/>
                </a:path>
                <a:path w="5048250" h="800100">
                  <a:moveTo>
                    <a:pt x="844486" y="781050"/>
                  </a:moveTo>
                  <a:lnTo>
                    <a:pt x="787336" y="781050"/>
                  </a:lnTo>
                  <a:lnTo>
                    <a:pt x="787336" y="800100"/>
                  </a:lnTo>
                  <a:lnTo>
                    <a:pt x="844486" y="800100"/>
                  </a:lnTo>
                  <a:lnTo>
                    <a:pt x="844486" y="781050"/>
                  </a:lnTo>
                  <a:close/>
                </a:path>
                <a:path w="5048250" h="800100">
                  <a:moveTo>
                    <a:pt x="916940" y="0"/>
                  </a:moveTo>
                  <a:lnTo>
                    <a:pt x="859790" y="0"/>
                  </a:lnTo>
                  <a:lnTo>
                    <a:pt x="859790" y="19050"/>
                  </a:lnTo>
                  <a:lnTo>
                    <a:pt x="916940" y="19050"/>
                  </a:lnTo>
                  <a:lnTo>
                    <a:pt x="916940" y="0"/>
                  </a:lnTo>
                  <a:close/>
                </a:path>
                <a:path w="5048250" h="800100">
                  <a:moveTo>
                    <a:pt x="940054" y="781050"/>
                  </a:moveTo>
                  <a:lnTo>
                    <a:pt x="882904" y="781050"/>
                  </a:lnTo>
                  <a:lnTo>
                    <a:pt x="882904" y="800100"/>
                  </a:lnTo>
                  <a:lnTo>
                    <a:pt x="940054" y="800100"/>
                  </a:lnTo>
                  <a:lnTo>
                    <a:pt x="940054" y="781050"/>
                  </a:lnTo>
                  <a:close/>
                </a:path>
                <a:path w="5048250" h="800100">
                  <a:moveTo>
                    <a:pt x="1012507" y="0"/>
                  </a:moveTo>
                  <a:lnTo>
                    <a:pt x="955357" y="0"/>
                  </a:lnTo>
                  <a:lnTo>
                    <a:pt x="955357" y="19050"/>
                  </a:lnTo>
                  <a:lnTo>
                    <a:pt x="1012507" y="19050"/>
                  </a:lnTo>
                  <a:lnTo>
                    <a:pt x="1012507" y="0"/>
                  </a:lnTo>
                  <a:close/>
                </a:path>
                <a:path w="5048250" h="800100">
                  <a:moveTo>
                    <a:pt x="1035621" y="781050"/>
                  </a:moveTo>
                  <a:lnTo>
                    <a:pt x="978471" y="781050"/>
                  </a:lnTo>
                  <a:lnTo>
                    <a:pt x="978471" y="800100"/>
                  </a:lnTo>
                  <a:lnTo>
                    <a:pt x="1035621" y="800100"/>
                  </a:lnTo>
                  <a:lnTo>
                    <a:pt x="1035621" y="781050"/>
                  </a:lnTo>
                  <a:close/>
                </a:path>
                <a:path w="5048250" h="800100">
                  <a:moveTo>
                    <a:pt x="1108075" y="0"/>
                  </a:moveTo>
                  <a:lnTo>
                    <a:pt x="1050925" y="0"/>
                  </a:lnTo>
                  <a:lnTo>
                    <a:pt x="1050925" y="19050"/>
                  </a:lnTo>
                  <a:lnTo>
                    <a:pt x="1108075" y="19050"/>
                  </a:lnTo>
                  <a:lnTo>
                    <a:pt x="1108075" y="0"/>
                  </a:lnTo>
                  <a:close/>
                </a:path>
                <a:path w="5048250" h="800100">
                  <a:moveTo>
                    <a:pt x="1131189" y="781050"/>
                  </a:moveTo>
                  <a:lnTo>
                    <a:pt x="1074039" y="781050"/>
                  </a:lnTo>
                  <a:lnTo>
                    <a:pt x="1074039" y="800100"/>
                  </a:lnTo>
                  <a:lnTo>
                    <a:pt x="1131189" y="800100"/>
                  </a:lnTo>
                  <a:lnTo>
                    <a:pt x="1131189" y="781050"/>
                  </a:lnTo>
                  <a:close/>
                </a:path>
                <a:path w="5048250" h="800100">
                  <a:moveTo>
                    <a:pt x="1203642" y="0"/>
                  </a:moveTo>
                  <a:lnTo>
                    <a:pt x="1146492" y="0"/>
                  </a:lnTo>
                  <a:lnTo>
                    <a:pt x="1146492" y="19050"/>
                  </a:lnTo>
                  <a:lnTo>
                    <a:pt x="1203642" y="19050"/>
                  </a:lnTo>
                  <a:lnTo>
                    <a:pt x="1203642" y="0"/>
                  </a:lnTo>
                  <a:close/>
                </a:path>
                <a:path w="5048250" h="800100">
                  <a:moveTo>
                    <a:pt x="1226756" y="781050"/>
                  </a:moveTo>
                  <a:lnTo>
                    <a:pt x="1169606" y="781050"/>
                  </a:lnTo>
                  <a:lnTo>
                    <a:pt x="1169606" y="800100"/>
                  </a:lnTo>
                  <a:lnTo>
                    <a:pt x="1226756" y="800100"/>
                  </a:lnTo>
                  <a:lnTo>
                    <a:pt x="1226756" y="781050"/>
                  </a:lnTo>
                  <a:close/>
                </a:path>
                <a:path w="5048250" h="800100">
                  <a:moveTo>
                    <a:pt x="1299210" y="0"/>
                  </a:moveTo>
                  <a:lnTo>
                    <a:pt x="1242060" y="0"/>
                  </a:lnTo>
                  <a:lnTo>
                    <a:pt x="1242060" y="19050"/>
                  </a:lnTo>
                  <a:lnTo>
                    <a:pt x="1299210" y="19050"/>
                  </a:lnTo>
                  <a:lnTo>
                    <a:pt x="1299210" y="0"/>
                  </a:lnTo>
                  <a:close/>
                </a:path>
                <a:path w="5048250" h="800100">
                  <a:moveTo>
                    <a:pt x="1322324" y="781050"/>
                  </a:moveTo>
                  <a:lnTo>
                    <a:pt x="1265174" y="781050"/>
                  </a:lnTo>
                  <a:lnTo>
                    <a:pt x="1265174" y="800100"/>
                  </a:lnTo>
                  <a:lnTo>
                    <a:pt x="1322324" y="800100"/>
                  </a:lnTo>
                  <a:lnTo>
                    <a:pt x="1322324" y="781050"/>
                  </a:lnTo>
                  <a:close/>
                </a:path>
                <a:path w="5048250" h="800100">
                  <a:moveTo>
                    <a:pt x="1394777" y="0"/>
                  </a:moveTo>
                  <a:lnTo>
                    <a:pt x="1337627" y="0"/>
                  </a:lnTo>
                  <a:lnTo>
                    <a:pt x="1337627" y="19050"/>
                  </a:lnTo>
                  <a:lnTo>
                    <a:pt x="1394777" y="19050"/>
                  </a:lnTo>
                  <a:lnTo>
                    <a:pt x="1394777" y="0"/>
                  </a:lnTo>
                  <a:close/>
                </a:path>
                <a:path w="5048250" h="800100">
                  <a:moveTo>
                    <a:pt x="1417891" y="781050"/>
                  </a:moveTo>
                  <a:lnTo>
                    <a:pt x="1360741" y="781050"/>
                  </a:lnTo>
                  <a:lnTo>
                    <a:pt x="1360741" y="800100"/>
                  </a:lnTo>
                  <a:lnTo>
                    <a:pt x="1417891" y="800100"/>
                  </a:lnTo>
                  <a:lnTo>
                    <a:pt x="1417891" y="781050"/>
                  </a:lnTo>
                  <a:close/>
                </a:path>
                <a:path w="5048250" h="800100">
                  <a:moveTo>
                    <a:pt x="1490345" y="0"/>
                  </a:moveTo>
                  <a:lnTo>
                    <a:pt x="1433195" y="0"/>
                  </a:lnTo>
                  <a:lnTo>
                    <a:pt x="1433195" y="19050"/>
                  </a:lnTo>
                  <a:lnTo>
                    <a:pt x="1490345" y="19050"/>
                  </a:lnTo>
                  <a:lnTo>
                    <a:pt x="1490345" y="0"/>
                  </a:lnTo>
                  <a:close/>
                </a:path>
                <a:path w="5048250" h="800100">
                  <a:moveTo>
                    <a:pt x="1513459" y="781050"/>
                  </a:moveTo>
                  <a:lnTo>
                    <a:pt x="1456309" y="781050"/>
                  </a:lnTo>
                  <a:lnTo>
                    <a:pt x="1456309" y="800100"/>
                  </a:lnTo>
                  <a:lnTo>
                    <a:pt x="1513459" y="800100"/>
                  </a:lnTo>
                  <a:lnTo>
                    <a:pt x="1513459" y="781050"/>
                  </a:lnTo>
                  <a:close/>
                </a:path>
                <a:path w="5048250" h="800100">
                  <a:moveTo>
                    <a:pt x="1585912" y="0"/>
                  </a:moveTo>
                  <a:lnTo>
                    <a:pt x="1528762" y="0"/>
                  </a:lnTo>
                  <a:lnTo>
                    <a:pt x="1528762" y="19050"/>
                  </a:lnTo>
                  <a:lnTo>
                    <a:pt x="1585912" y="19050"/>
                  </a:lnTo>
                  <a:lnTo>
                    <a:pt x="1585912" y="0"/>
                  </a:lnTo>
                  <a:close/>
                </a:path>
                <a:path w="5048250" h="800100">
                  <a:moveTo>
                    <a:pt x="1609026" y="781050"/>
                  </a:moveTo>
                  <a:lnTo>
                    <a:pt x="1551876" y="781050"/>
                  </a:lnTo>
                  <a:lnTo>
                    <a:pt x="1551876" y="800100"/>
                  </a:lnTo>
                  <a:lnTo>
                    <a:pt x="1609026" y="800100"/>
                  </a:lnTo>
                  <a:lnTo>
                    <a:pt x="1609026" y="781050"/>
                  </a:lnTo>
                  <a:close/>
                </a:path>
                <a:path w="5048250" h="800100">
                  <a:moveTo>
                    <a:pt x="1681480" y="0"/>
                  </a:moveTo>
                  <a:lnTo>
                    <a:pt x="1624330" y="0"/>
                  </a:lnTo>
                  <a:lnTo>
                    <a:pt x="1624330" y="19050"/>
                  </a:lnTo>
                  <a:lnTo>
                    <a:pt x="1681480" y="19050"/>
                  </a:lnTo>
                  <a:lnTo>
                    <a:pt x="1681480" y="0"/>
                  </a:lnTo>
                  <a:close/>
                </a:path>
                <a:path w="5048250" h="800100">
                  <a:moveTo>
                    <a:pt x="1704594" y="781050"/>
                  </a:moveTo>
                  <a:lnTo>
                    <a:pt x="1647444" y="781050"/>
                  </a:lnTo>
                  <a:lnTo>
                    <a:pt x="1647444" y="800100"/>
                  </a:lnTo>
                  <a:lnTo>
                    <a:pt x="1704594" y="800100"/>
                  </a:lnTo>
                  <a:lnTo>
                    <a:pt x="1704594" y="781050"/>
                  </a:lnTo>
                  <a:close/>
                </a:path>
                <a:path w="5048250" h="800100">
                  <a:moveTo>
                    <a:pt x="1777047" y="0"/>
                  </a:moveTo>
                  <a:lnTo>
                    <a:pt x="1719897" y="0"/>
                  </a:lnTo>
                  <a:lnTo>
                    <a:pt x="1719897" y="19050"/>
                  </a:lnTo>
                  <a:lnTo>
                    <a:pt x="1777047" y="19050"/>
                  </a:lnTo>
                  <a:lnTo>
                    <a:pt x="1777047" y="0"/>
                  </a:lnTo>
                  <a:close/>
                </a:path>
                <a:path w="5048250" h="800100">
                  <a:moveTo>
                    <a:pt x="1800161" y="781050"/>
                  </a:moveTo>
                  <a:lnTo>
                    <a:pt x="1743011" y="781050"/>
                  </a:lnTo>
                  <a:lnTo>
                    <a:pt x="1743011" y="800100"/>
                  </a:lnTo>
                  <a:lnTo>
                    <a:pt x="1800161" y="800100"/>
                  </a:lnTo>
                  <a:lnTo>
                    <a:pt x="1800161" y="781050"/>
                  </a:lnTo>
                  <a:close/>
                </a:path>
                <a:path w="5048250" h="800100">
                  <a:moveTo>
                    <a:pt x="1872615" y="0"/>
                  </a:moveTo>
                  <a:lnTo>
                    <a:pt x="1815465" y="0"/>
                  </a:lnTo>
                  <a:lnTo>
                    <a:pt x="1815465" y="19050"/>
                  </a:lnTo>
                  <a:lnTo>
                    <a:pt x="1872615" y="19050"/>
                  </a:lnTo>
                  <a:lnTo>
                    <a:pt x="1872615" y="0"/>
                  </a:lnTo>
                  <a:close/>
                </a:path>
                <a:path w="5048250" h="800100">
                  <a:moveTo>
                    <a:pt x="1895729" y="781050"/>
                  </a:moveTo>
                  <a:lnTo>
                    <a:pt x="1838579" y="781050"/>
                  </a:lnTo>
                  <a:lnTo>
                    <a:pt x="1838579" y="800100"/>
                  </a:lnTo>
                  <a:lnTo>
                    <a:pt x="1895729" y="800100"/>
                  </a:lnTo>
                  <a:lnTo>
                    <a:pt x="1895729" y="781050"/>
                  </a:lnTo>
                  <a:close/>
                </a:path>
                <a:path w="5048250" h="800100">
                  <a:moveTo>
                    <a:pt x="1968182" y="0"/>
                  </a:moveTo>
                  <a:lnTo>
                    <a:pt x="1911032" y="0"/>
                  </a:lnTo>
                  <a:lnTo>
                    <a:pt x="1911032" y="19050"/>
                  </a:lnTo>
                  <a:lnTo>
                    <a:pt x="1968182" y="19050"/>
                  </a:lnTo>
                  <a:lnTo>
                    <a:pt x="1968182" y="0"/>
                  </a:lnTo>
                  <a:close/>
                </a:path>
                <a:path w="5048250" h="800100">
                  <a:moveTo>
                    <a:pt x="1991296" y="781050"/>
                  </a:moveTo>
                  <a:lnTo>
                    <a:pt x="1934146" y="781050"/>
                  </a:lnTo>
                  <a:lnTo>
                    <a:pt x="1934146" y="800100"/>
                  </a:lnTo>
                  <a:lnTo>
                    <a:pt x="1991296" y="800100"/>
                  </a:lnTo>
                  <a:lnTo>
                    <a:pt x="1991296" y="781050"/>
                  </a:lnTo>
                  <a:close/>
                </a:path>
                <a:path w="5048250" h="800100">
                  <a:moveTo>
                    <a:pt x="2063750" y="0"/>
                  </a:moveTo>
                  <a:lnTo>
                    <a:pt x="2006600" y="0"/>
                  </a:lnTo>
                  <a:lnTo>
                    <a:pt x="2006600" y="19050"/>
                  </a:lnTo>
                  <a:lnTo>
                    <a:pt x="2063750" y="19050"/>
                  </a:lnTo>
                  <a:lnTo>
                    <a:pt x="2063750" y="0"/>
                  </a:lnTo>
                  <a:close/>
                </a:path>
                <a:path w="5048250" h="800100">
                  <a:moveTo>
                    <a:pt x="2086864" y="781050"/>
                  </a:moveTo>
                  <a:lnTo>
                    <a:pt x="2029714" y="781050"/>
                  </a:lnTo>
                  <a:lnTo>
                    <a:pt x="2029714" y="800100"/>
                  </a:lnTo>
                  <a:lnTo>
                    <a:pt x="2086864" y="800100"/>
                  </a:lnTo>
                  <a:lnTo>
                    <a:pt x="2086864" y="781050"/>
                  </a:lnTo>
                  <a:close/>
                </a:path>
                <a:path w="5048250" h="800100">
                  <a:moveTo>
                    <a:pt x="2159317" y="0"/>
                  </a:moveTo>
                  <a:lnTo>
                    <a:pt x="2102167" y="0"/>
                  </a:lnTo>
                  <a:lnTo>
                    <a:pt x="2102167" y="19050"/>
                  </a:lnTo>
                  <a:lnTo>
                    <a:pt x="2159317" y="19050"/>
                  </a:lnTo>
                  <a:lnTo>
                    <a:pt x="2159317" y="0"/>
                  </a:lnTo>
                  <a:close/>
                </a:path>
                <a:path w="5048250" h="800100">
                  <a:moveTo>
                    <a:pt x="2182431" y="781050"/>
                  </a:moveTo>
                  <a:lnTo>
                    <a:pt x="2125281" y="781050"/>
                  </a:lnTo>
                  <a:lnTo>
                    <a:pt x="2125281" y="800100"/>
                  </a:lnTo>
                  <a:lnTo>
                    <a:pt x="2182431" y="800100"/>
                  </a:lnTo>
                  <a:lnTo>
                    <a:pt x="2182431" y="781050"/>
                  </a:lnTo>
                  <a:close/>
                </a:path>
                <a:path w="5048250" h="800100">
                  <a:moveTo>
                    <a:pt x="2254885" y="0"/>
                  </a:moveTo>
                  <a:lnTo>
                    <a:pt x="2197735" y="0"/>
                  </a:lnTo>
                  <a:lnTo>
                    <a:pt x="2197735" y="19050"/>
                  </a:lnTo>
                  <a:lnTo>
                    <a:pt x="2254885" y="19050"/>
                  </a:lnTo>
                  <a:lnTo>
                    <a:pt x="2254885" y="0"/>
                  </a:lnTo>
                  <a:close/>
                </a:path>
                <a:path w="5048250" h="800100">
                  <a:moveTo>
                    <a:pt x="2277999" y="781050"/>
                  </a:moveTo>
                  <a:lnTo>
                    <a:pt x="2220849" y="781050"/>
                  </a:lnTo>
                  <a:lnTo>
                    <a:pt x="2220849" y="800100"/>
                  </a:lnTo>
                  <a:lnTo>
                    <a:pt x="2277999" y="800100"/>
                  </a:lnTo>
                  <a:lnTo>
                    <a:pt x="2277999" y="781050"/>
                  </a:lnTo>
                  <a:close/>
                </a:path>
                <a:path w="5048250" h="800100">
                  <a:moveTo>
                    <a:pt x="2350452" y="0"/>
                  </a:moveTo>
                  <a:lnTo>
                    <a:pt x="2293302" y="0"/>
                  </a:lnTo>
                  <a:lnTo>
                    <a:pt x="2293302" y="19050"/>
                  </a:lnTo>
                  <a:lnTo>
                    <a:pt x="2350452" y="19050"/>
                  </a:lnTo>
                  <a:lnTo>
                    <a:pt x="2350452" y="0"/>
                  </a:lnTo>
                  <a:close/>
                </a:path>
                <a:path w="5048250" h="800100">
                  <a:moveTo>
                    <a:pt x="2373566" y="781050"/>
                  </a:moveTo>
                  <a:lnTo>
                    <a:pt x="2316416" y="781050"/>
                  </a:lnTo>
                  <a:lnTo>
                    <a:pt x="2316416" y="800100"/>
                  </a:lnTo>
                  <a:lnTo>
                    <a:pt x="2373566" y="800100"/>
                  </a:lnTo>
                  <a:lnTo>
                    <a:pt x="2373566" y="781050"/>
                  </a:lnTo>
                  <a:close/>
                </a:path>
                <a:path w="5048250" h="800100">
                  <a:moveTo>
                    <a:pt x="2446020" y="0"/>
                  </a:moveTo>
                  <a:lnTo>
                    <a:pt x="2388870" y="0"/>
                  </a:lnTo>
                  <a:lnTo>
                    <a:pt x="2388870" y="19050"/>
                  </a:lnTo>
                  <a:lnTo>
                    <a:pt x="2446020" y="19050"/>
                  </a:lnTo>
                  <a:lnTo>
                    <a:pt x="2446020" y="0"/>
                  </a:lnTo>
                  <a:close/>
                </a:path>
                <a:path w="5048250" h="800100">
                  <a:moveTo>
                    <a:pt x="2469134" y="781050"/>
                  </a:moveTo>
                  <a:lnTo>
                    <a:pt x="2411984" y="781050"/>
                  </a:lnTo>
                  <a:lnTo>
                    <a:pt x="2411984" y="800100"/>
                  </a:lnTo>
                  <a:lnTo>
                    <a:pt x="2469134" y="800100"/>
                  </a:lnTo>
                  <a:lnTo>
                    <a:pt x="2469134" y="781050"/>
                  </a:lnTo>
                  <a:close/>
                </a:path>
                <a:path w="5048250" h="800100">
                  <a:moveTo>
                    <a:pt x="2541587" y="0"/>
                  </a:moveTo>
                  <a:lnTo>
                    <a:pt x="2484437" y="0"/>
                  </a:lnTo>
                  <a:lnTo>
                    <a:pt x="2484437" y="19050"/>
                  </a:lnTo>
                  <a:lnTo>
                    <a:pt x="2541587" y="19050"/>
                  </a:lnTo>
                  <a:lnTo>
                    <a:pt x="2541587" y="0"/>
                  </a:lnTo>
                  <a:close/>
                </a:path>
                <a:path w="5048250" h="800100">
                  <a:moveTo>
                    <a:pt x="2564701" y="781050"/>
                  </a:moveTo>
                  <a:lnTo>
                    <a:pt x="2507551" y="781050"/>
                  </a:lnTo>
                  <a:lnTo>
                    <a:pt x="2507551" y="800100"/>
                  </a:lnTo>
                  <a:lnTo>
                    <a:pt x="2564701" y="800100"/>
                  </a:lnTo>
                  <a:lnTo>
                    <a:pt x="2564701" y="781050"/>
                  </a:lnTo>
                  <a:close/>
                </a:path>
                <a:path w="5048250" h="800100">
                  <a:moveTo>
                    <a:pt x="2637155" y="0"/>
                  </a:moveTo>
                  <a:lnTo>
                    <a:pt x="2580005" y="0"/>
                  </a:lnTo>
                  <a:lnTo>
                    <a:pt x="2580005" y="19050"/>
                  </a:lnTo>
                  <a:lnTo>
                    <a:pt x="2637155" y="19050"/>
                  </a:lnTo>
                  <a:lnTo>
                    <a:pt x="2637155" y="0"/>
                  </a:lnTo>
                  <a:close/>
                </a:path>
                <a:path w="5048250" h="800100">
                  <a:moveTo>
                    <a:pt x="2660269" y="781050"/>
                  </a:moveTo>
                  <a:lnTo>
                    <a:pt x="2603119" y="781050"/>
                  </a:lnTo>
                  <a:lnTo>
                    <a:pt x="2603119" y="800100"/>
                  </a:lnTo>
                  <a:lnTo>
                    <a:pt x="2660269" y="800100"/>
                  </a:lnTo>
                  <a:lnTo>
                    <a:pt x="2660269" y="781050"/>
                  </a:lnTo>
                  <a:close/>
                </a:path>
                <a:path w="5048250" h="800100">
                  <a:moveTo>
                    <a:pt x="2732722" y="0"/>
                  </a:moveTo>
                  <a:lnTo>
                    <a:pt x="2675572" y="0"/>
                  </a:lnTo>
                  <a:lnTo>
                    <a:pt x="2675572" y="19050"/>
                  </a:lnTo>
                  <a:lnTo>
                    <a:pt x="2732722" y="19050"/>
                  </a:lnTo>
                  <a:lnTo>
                    <a:pt x="2732722" y="0"/>
                  </a:lnTo>
                  <a:close/>
                </a:path>
                <a:path w="5048250" h="800100">
                  <a:moveTo>
                    <a:pt x="2755836" y="781050"/>
                  </a:moveTo>
                  <a:lnTo>
                    <a:pt x="2698686" y="781050"/>
                  </a:lnTo>
                  <a:lnTo>
                    <a:pt x="2698686" y="800100"/>
                  </a:lnTo>
                  <a:lnTo>
                    <a:pt x="2755836" y="800100"/>
                  </a:lnTo>
                  <a:lnTo>
                    <a:pt x="2755836" y="781050"/>
                  </a:lnTo>
                  <a:close/>
                </a:path>
                <a:path w="5048250" h="800100">
                  <a:moveTo>
                    <a:pt x="2828290" y="0"/>
                  </a:moveTo>
                  <a:lnTo>
                    <a:pt x="2771140" y="0"/>
                  </a:lnTo>
                  <a:lnTo>
                    <a:pt x="2771140" y="19050"/>
                  </a:lnTo>
                  <a:lnTo>
                    <a:pt x="2828290" y="19050"/>
                  </a:lnTo>
                  <a:lnTo>
                    <a:pt x="2828290" y="0"/>
                  </a:lnTo>
                  <a:close/>
                </a:path>
                <a:path w="5048250" h="800100">
                  <a:moveTo>
                    <a:pt x="2851404" y="781050"/>
                  </a:moveTo>
                  <a:lnTo>
                    <a:pt x="2794254" y="781050"/>
                  </a:lnTo>
                  <a:lnTo>
                    <a:pt x="2794254" y="800100"/>
                  </a:lnTo>
                  <a:lnTo>
                    <a:pt x="2851404" y="800100"/>
                  </a:lnTo>
                  <a:lnTo>
                    <a:pt x="2851404" y="781050"/>
                  </a:lnTo>
                  <a:close/>
                </a:path>
                <a:path w="5048250" h="800100">
                  <a:moveTo>
                    <a:pt x="2923857" y="0"/>
                  </a:moveTo>
                  <a:lnTo>
                    <a:pt x="2866707" y="0"/>
                  </a:lnTo>
                  <a:lnTo>
                    <a:pt x="2866707" y="19050"/>
                  </a:lnTo>
                  <a:lnTo>
                    <a:pt x="2923857" y="19050"/>
                  </a:lnTo>
                  <a:lnTo>
                    <a:pt x="2923857" y="0"/>
                  </a:lnTo>
                  <a:close/>
                </a:path>
                <a:path w="5048250" h="800100">
                  <a:moveTo>
                    <a:pt x="2946971" y="781050"/>
                  </a:moveTo>
                  <a:lnTo>
                    <a:pt x="2889821" y="781050"/>
                  </a:lnTo>
                  <a:lnTo>
                    <a:pt x="2889821" y="800100"/>
                  </a:lnTo>
                  <a:lnTo>
                    <a:pt x="2946971" y="800100"/>
                  </a:lnTo>
                  <a:lnTo>
                    <a:pt x="2946971" y="781050"/>
                  </a:lnTo>
                  <a:close/>
                </a:path>
                <a:path w="5048250" h="800100">
                  <a:moveTo>
                    <a:pt x="3019425" y="0"/>
                  </a:moveTo>
                  <a:lnTo>
                    <a:pt x="2962275" y="0"/>
                  </a:lnTo>
                  <a:lnTo>
                    <a:pt x="2962275" y="19050"/>
                  </a:lnTo>
                  <a:lnTo>
                    <a:pt x="3019425" y="19050"/>
                  </a:lnTo>
                  <a:lnTo>
                    <a:pt x="3019425" y="0"/>
                  </a:lnTo>
                  <a:close/>
                </a:path>
                <a:path w="5048250" h="800100">
                  <a:moveTo>
                    <a:pt x="3042539" y="781050"/>
                  </a:moveTo>
                  <a:lnTo>
                    <a:pt x="2985389" y="781050"/>
                  </a:lnTo>
                  <a:lnTo>
                    <a:pt x="2985389" y="800100"/>
                  </a:lnTo>
                  <a:lnTo>
                    <a:pt x="3042539" y="800100"/>
                  </a:lnTo>
                  <a:lnTo>
                    <a:pt x="3042539" y="781050"/>
                  </a:lnTo>
                  <a:close/>
                </a:path>
                <a:path w="5048250" h="800100">
                  <a:moveTo>
                    <a:pt x="3114992" y="0"/>
                  </a:moveTo>
                  <a:lnTo>
                    <a:pt x="3057842" y="0"/>
                  </a:lnTo>
                  <a:lnTo>
                    <a:pt x="3057842" y="19050"/>
                  </a:lnTo>
                  <a:lnTo>
                    <a:pt x="3114992" y="19050"/>
                  </a:lnTo>
                  <a:lnTo>
                    <a:pt x="3114992" y="0"/>
                  </a:lnTo>
                  <a:close/>
                </a:path>
                <a:path w="5048250" h="800100">
                  <a:moveTo>
                    <a:pt x="3138106" y="781050"/>
                  </a:moveTo>
                  <a:lnTo>
                    <a:pt x="3080956" y="781050"/>
                  </a:lnTo>
                  <a:lnTo>
                    <a:pt x="3080956" y="800100"/>
                  </a:lnTo>
                  <a:lnTo>
                    <a:pt x="3138106" y="800100"/>
                  </a:lnTo>
                  <a:lnTo>
                    <a:pt x="3138106" y="781050"/>
                  </a:lnTo>
                  <a:close/>
                </a:path>
                <a:path w="5048250" h="800100">
                  <a:moveTo>
                    <a:pt x="3210560" y="0"/>
                  </a:moveTo>
                  <a:lnTo>
                    <a:pt x="3153410" y="0"/>
                  </a:lnTo>
                  <a:lnTo>
                    <a:pt x="3153410" y="19050"/>
                  </a:lnTo>
                  <a:lnTo>
                    <a:pt x="3210560" y="19050"/>
                  </a:lnTo>
                  <a:lnTo>
                    <a:pt x="3210560" y="0"/>
                  </a:lnTo>
                  <a:close/>
                </a:path>
                <a:path w="5048250" h="800100">
                  <a:moveTo>
                    <a:pt x="3233674" y="781050"/>
                  </a:moveTo>
                  <a:lnTo>
                    <a:pt x="3176524" y="781050"/>
                  </a:lnTo>
                  <a:lnTo>
                    <a:pt x="3176524" y="800100"/>
                  </a:lnTo>
                  <a:lnTo>
                    <a:pt x="3233674" y="800100"/>
                  </a:lnTo>
                  <a:lnTo>
                    <a:pt x="3233674" y="781050"/>
                  </a:lnTo>
                  <a:close/>
                </a:path>
                <a:path w="5048250" h="800100">
                  <a:moveTo>
                    <a:pt x="3306127" y="0"/>
                  </a:moveTo>
                  <a:lnTo>
                    <a:pt x="3248977" y="0"/>
                  </a:lnTo>
                  <a:lnTo>
                    <a:pt x="3248977" y="19050"/>
                  </a:lnTo>
                  <a:lnTo>
                    <a:pt x="3306127" y="19050"/>
                  </a:lnTo>
                  <a:lnTo>
                    <a:pt x="3306127" y="0"/>
                  </a:lnTo>
                  <a:close/>
                </a:path>
                <a:path w="5048250" h="800100">
                  <a:moveTo>
                    <a:pt x="3329241" y="781050"/>
                  </a:moveTo>
                  <a:lnTo>
                    <a:pt x="3272091" y="781050"/>
                  </a:lnTo>
                  <a:lnTo>
                    <a:pt x="3272091" y="800100"/>
                  </a:lnTo>
                  <a:lnTo>
                    <a:pt x="3329241" y="800100"/>
                  </a:lnTo>
                  <a:lnTo>
                    <a:pt x="3329241" y="781050"/>
                  </a:lnTo>
                  <a:close/>
                </a:path>
                <a:path w="5048250" h="800100">
                  <a:moveTo>
                    <a:pt x="3401695" y="0"/>
                  </a:moveTo>
                  <a:lnTo>
                    <a:pt x="3344545" y="0"/>
                  </a:lnTo>
                  <a:lnTo>
                    <a:pt x="3344545" y="19050"/>
                  </a:lnTo>
                  <a:lnTo>
                    <a:pt x="3401695" y="19050"/>
                  </a:lnTo>
                  <a:lnTo>
                    <a:pt x="3401695" y="0"/>
                  </a:lnTo>
                  <a:close/>
                </a:path>
                <a:path w="5048250" h="800100">
                  <a:moveTo>
                    <a:pt x="3424809" y="781050"/>
                  </a:moveTo>
                  <a:lnTo>
                    <a:pt x="3367659" y="781050"/>
                  </a:lnTo>
                  <a:lnTo>
                    <a:pt x="3367659" y="800100"/>
                  </a:lnTo>
                  <a:lnTo>
                    <a:pt x="3424809" y="800100"/>
                  </a:lnTo>
                  <a:lnTo>
                    <a:pt x="3424809" y="781050"/>
                  </a:lnTo>
                  <a:close/>
                </a:path>
                <a:path w="5048250" h="800100">
                  <a:moveTo>
                    <a:pt x="3497262" y="0"/>
                  </a:moveTo>
                  <a:lnTo>
                    <a:pt x="3440112" y="0"/>
                  </a:lnTo>
                  <a:lnTo>
                    <a:pt x="3440112" y="19050"/>
                  </a:lnTo>
                  <a:lnTo>
                    <a:pt x="3497262" y="19050"/>
                  </a:lnTo>
                  <a:lnTo>
                    <a:pt x="3497262" y="0"/>
                  </a:lnTo>
                  <a:close/>
                </a:path>
                <a:path w="5048250" h="800100">
                  <a:moveTo>
                    <a:pt x="3520376" y="781050"/>
                  </a:moveTo>
                  <a:lnTo>
                    <a:pt x="3463226" y="781050"/>
                  </a:lnTo>
                  <a:lnTo>
                    <a:pt x="3463226" y="800100"/>
                  </a:lnTo>
                  <a:lnTo>
                    <a:pt x="3520376" y="800100"/>
                  </a:lnTo>
                  <a:lnTo>
                    <a:pt x="3520376" y="781050"/>
                  </a:lnTo>
                  <a:close/>
                </a:path>
                <a:path w="5048250" h="800100">
                  <a:moveTo>
                    <a:pt x="3592830" y="0"/>
                  </a:moveTo>
                  <a:lnTo>
                    <a:pt x="3535680" y="0"/>
                  </a:lnTo>
                  <a:lnTo>
                    <a:pt x="3535680" y="19050"/>
                  </a:lnTo>
                  <a:lnTo>
                    <a:pt x="3592830" y="19050"/>
                  </a:lnTo>
                  <a:lnTo>
                    <a:pt x="3592830" y="0"/>
                  </a:lnTo>
                  <a:close/>
                </a:path>
                <a:path w="5048250" h="800100">
                  <a:moveTo>
                    <a:pt x="3615944" y="781050"/>
                  </a:moveTo>
                  <a:lnTo>
                    <a:pt x="3558794" y="781050"/>
                  </a:lnTo>
                  <a:lnTo>
                    <a:pt x="3558794" y="800100"/>
                  </a:lnTo>
                  <a:lnTo>
                    <a:pt x="3615944" y="800100"/>
                  </a:lnTo>
                  <a:lnTo>
                    <a:pt x="3615944" y="781050"/>
                  </a:lnTo>
                  <a:close/>
                </a:path>
                <a:path w="5048250" h="800100">
                  <a:moveTo>
                    <a:pt x="3688397" y="0"/>
                  </a:moveTo>
                  <a:lnTo>
                    <a:pt x="3631247" y="0"/>
                  </a:lnTo>
                  <a:lnTo>
                    <a:pt x="3631247" y="19050"/>
                  </a:lnTo>
                  <a:lnTo>
                    <a:pt x="3688397" y="19050"/>
                  </a:lnTo>
                  <a:lnTo>
                    <a:pt x="3688397" y="0"/>
                  </a:lnTo>
                  <a:close/>
                </a:path>
                <a:path w="5048250" h="800100">
                  <a:moveTo>
                    <a:pt x="3711511" y="781050"/>
                  </a:moveTo>
                  <a:lnTo>
                    <a:pt x="3654361" y="781050"/>
                  </a:lnTo>
                  <a:lnTo>
                    <a:pt x="3654361" y="800100"/>
                  </a:lnTo>
                  <a:lnTo>
                    <a:pt x="3711511" y="800100"/>
                  </a:lnTo>
                  <a:lnTo>
                    <a:pt x="3711511" y="781050"/>
                  </a:lnTo>
                  <a:close/>
                </a:path>
                <a:path w="5048250" h="800100">
                  <a:moveTo>
                    <a:pt x="3783965" y="0"/>
                  </a:moveTo>
                  <a:lnTo>
                    <a:pt x="3726815" y="0"/>
                  </a:lnTo>
                  <a:lnTo>
                    <a:pt x="3726815" y="19050"/>
                  </a:lnTo>
                  <a:lnTo>
                    <a:pt x="3783965" y="19050"/>
                  </a:lnTo>
                  <a:lnTo>
                    <a:pt x="3783965" y="0"/>
                  </a:lnTo>
                  <a:close/>
                </a:path>
                <a:path w="5048250" h="800100">
                  <a:moveTo>
                    <a:pt x="3807079" y="781050"/>
                  </a:moveTo>
                  <a:lnTo>
                    <a:pt x="3749929" y="781050"/>
                  </a:lnTo>
                  <a:lnTo>
                    <a:pt x="3749929" y="800100"/>
                  </a:lnTo>
                  <a:lnTo>
                    <a:pt x="3807079" y="800100"/>
                  </a:lnTo>
                  <a:lnTo>
                    <a:pt x="3807079" y="781050"/>
                  </a:lnTo>
                  <a:close/>
                </a:path>
                <a:path w="5048250" h="800100">
                  <a:moveTo>
                    <a:pt x="3879532" y="0"/>
                  </a:moveTo>
                  <a:lnTo>
                    <a:pt x="3822382" y="0"/>
                  </a:lnTo>
                  <a:lnTo>
                    <a:pt x="3822382" y="19050"/>
                  </a:lnTo>
                  <a:lnTo>
                    <a:pt x="3879532" y="19050"/>
                  </a:lnTo>
                  <a:lnTo>
                    <a:pt x="3879532" y="0"/>
                  </a:lnTo>
                  <a:close/>
                </a:path>
                <a:path w="5048250" h="800100">
                  <a:moveTo>
                    <a:pt x="3902646" y="781050"/>
                  </a:moveTo>
                  <a:lnTo>
                    <a:pt x="3845496" y="781050"/>
                  </a:lnTo>
                  <a:lnTo>
                    <a:pt x="3845496" y="800100"/>
                  </a:lnTo>
                  <a:lnTo>
                    <a:pt x="3902646" y="800100"/>
                  </a:lnTo>
                  <a:lnTo>
                    <a:pt x="3902646" y="781050"/>
                  </a:lnTo>
                  <a:close/>
                </a:path>
                <a:path w="5048250" h="800100">
                  <a:moveTo>
                    <a:pt x="3975100" y="0"/>
                  </a:moveTo>
                  <a:lnTo>
                    <a:pt x="3917950" y="0"/>
                  </a:lnTo>
                  <a:lnTo>
                    <a:pt x="3917950" y="19050"/>
                  </a:lnTo>
                  <a:lnTo>
                    <a:pt x="3975100" y="19050"/>
                  </a:lnTo>
                  <a:lnTo>
                    <a:pt x="3975100" y="0"/>
                  </a:lnTo>
                  <a:close/>
                </a:path>
                <a:path w="5048250" h="800100">
                  <a:moveTo>
                    <a:pt x="3998214" y="781050"/>
                  </a:moveTo>
                  <a:lnTo>
                    <a:pt x="3941064" y="781050"/>
                  </a:lnTo>
                  <a:lnTo>
                    <a:pt x="3941064" y="800100"/>
                  </a:lnTo>
                  <a:lnTo>
                    <a:pt x="3998214" y="800100"/>
                  </a:lnTo>
                  <a:lnTo>
                    <a:pt x="3998214" y="781050"/>
                  </a:lnTo>
                  <a:close/>
                </a:path>
                <a:path w="5048250" h="800100">
                  <a:moveTo>
                    <a:pt x="4070667" y="0"/>
                  </a:moveTo>
                  <a:lnTo>
                    <a:pt x="4013517" y="0"/>
                  </a:lnTo>
                  <a:lnTo>
                    <a:pt x="4013517" y="19050"/>
                  </a:lnTo>
                  <a:lnTo>
                    <a:pt x="4070667" y="19050"/>
                  </a:lnTo>
                  <a:lnTo>
                    <a:pt x="4070667" y="0"/>
                  </a:lnTo>
                  <a:close/>
                </a:path>
                <a:path w="5048250" h="800100">
                  <a:moveTo>
                    <a:pt x="4093781" y="781050"/>
                  </a:moveTo>
                  <a:lnTo>
                    <a:pt x="4036631" y="781050"/>
                  </a:lnTo>
                  <a:lnTo>
                    <a:pt x="4036631" y="800100"/>
                  </a:lnTo>
                  <a:lnTo>
                    <a:pt x="4093781" y="800100"/>
                  </a:lnTo>
                  <a:lnTo>
                    <a:pt x="4093781" y="781050"/>
                  </a:lnTo>
                  <a:close/>
                </a:path>
                <a:path w="5048250" h="800100">
                  <a:moveTo>
                    <a:pt x="4166235" y="0"/>
                  </a:moveTo>
                  <a:lnTo>
                    <a:pt x="4109085" y="0"/>
                  </a:lnTo>
                  <a:lnTo>
                    <a:pt x="4109085" y="19050"/>
                  </a:lnTo>
                  <a:lnTo>
                    <a:pt x="4166235" y="19050"/>
                  </a:lnTo>
                  <a:lnTo>
                    <a:pt x="4166235" y="0"/>
                  </a:lnTo>
                  <a:close/>
                </a:path>
                <a:path w="5048250" h="800100">
                  <a:moveTo>
                    <a:pt x="4189349" y="781050"/>
                  </a:moveTo>
                  <a:lnTo>
                    <a:pt x="4132199" y="781050"/>
                  </a:lnTo>
                  <a:lnTo>
                    <a:pt x="4132199" y="800100"/>
                  </a:lnTo>
                  <a:lnTo>
                    <a:pt x="4189349" y="800100"/>
                  </a:lnTo>
                  <a:lnTo>
                    <a:pt x="4189349" y="781050"/>
                  </a:lnTo>
                  <a:close/>
                </a:path>
                <a:path w="5048250" h="800100">
                  <a:moveTo>
                    <a:pt x="4261802" y="0"/>
                  </a:moveTo>
                  <a:lnTo>
                    <a:pt x="4204652" y="0"/>
                  </a:lnTo>
                  <a:lnTo>
                    <a:pt x="4204652" y="19050"/>
                  </a:lnTo>
                  <a:lnTo>
                    <a:pt x="4261802" y="19050"/>
                  </a:lnTo>
                  <a:lnTo>
                    <a:pt x="4261802" y="0"/>
                  </a:lnTo>
                  <a:close/>
                </a:path>
                <a:path w="5048250" h="800100">
                  <a:moveTo>
                    <a:pt x="4284916" y="781050"/>
                  </a:moveTo>
                  <a:lnTo>
                    <a:pt x="4227766" y="781050"/>
                  </a:lnTo>
                  <a:lnTo>
                    <a:pt x="4227766" y="800100"/>
                  </a:lnTo>
                  <a:lnTo>
                    <a:pt x="4284916" y="800100"/>
                  </a:lnTo>
                  <a:lnTo>
                    <a:pt x="4284916" y="781050"/>
                  </a:lnTo>
                  <a:close/>
                </a:path>
                <a:path w="5048250" h="800100">
                  <a:moveTo>
                    <a:pt x="4357370" y="0"/>
                  </a:moveTo>
                  <a:lnTo>
                    <a:pt x="4300220" y="0"/>
                  </a:lnTo>
                  <a:lnTo>
                    <a:pt x="4300220" y="19050"/>
                  </a:lnTo>
                  <a:lnTo>
                    <a:pt x="4357370" y="19050"/>
                  </a:lnTo>
                  <a:lnTo>
                    <a:pt x="4357370" y="0"/>
                  </a:lnTo>
                  <a:close/>
                </a:path>
                <a:path w="5048250" h="800100">
                  <a:moveTo>
                    <a:pt x="4380484" y="781050"/>
                  </a:moveTo>
                  <a:lnTo>
                    <a:pt x="4323334" y="781050"/>
                  </a:lnTo>
                  <a:lnTo>
                    <a:pt x="4323334" y="800100"/>
                  </a:lnTo>
                  <a:lnTo>
                    <a:pt x="4380484" y="800100"/>
                  </a:lnTo>
                  <a:lnTo>
                    <a:pt x="4380484" y="781050"/>
                  </a:lnTo>
                  <a:close/>
                </a:path>
                <a:path w="5048250" h="800100">
                  <a:moveTo>
                    <a:pt x="4452937" y="0"/>
                  </a:moveTo>
                  <a:lnTo>
                    <a:pt x="4395787" y="0"/>
                  </a:lnTo>
                  <a:lnTo>
                    <a:pt x="4395787" y="19050"/>
                  </a:lnTo>
                  <a:lnTo>
                    <a:pt x="4452937" y="19050"/>
                  </a:lnTo>
                  <a:lnTo>
                    <a:pt x="4452937" y="0"/>
                  </a:lnTo>
                  <a:close/>
                </a:path>
                <a:path w="5048250" h="800100">
                  <a:moveTo>
                    <a:pt x="4476051" y="781050"/>
                  </a:moveTo>
                  <a:lnTo>
                    <a:pt x="4418901" y="781050"/>
                  </a:lnTo>
                  <a:lnTo>
                    <a:pt x="4418901" y="800100"/>
                  </a:lnTo>
                  <a:lnTo>
                    <a:pt x="4476051" y="800100"/>
                  </a:lnTo>
                  <a:lnTo>
                    <a:pt x="4476051" y="781050"/>
                  </a:lnTo>
                  <a:close/>
                </a:path>
                <a:path w="5048250" h="800100">
                  <a:moveTo>
                    <a:pt x="4548505" y="0"/>
                  </a:moveTo>
                  <a:lnTo>
                    <a:pt x="4491355" y="0"/>
                  </a:lnTo>
                  <a:lnTo>
                    <a:pt x="4491355" y="19050"/>
                  </a:lnTo>
                  <a:lnTo>
                    <a:pt x="4548505" y="19050"/>
                  </a:lnTo>
                  <a:lnTo>
                    <a:pt x="4548505" y="0"/>
                  </a:lnTo>
                  <a:close/>
                </a:path>
                <a:path w="5048250" h="800100">
                  <a:moveTo>
                    <a:pt x="4571619" y="781050"/>
                  </a:moveTo>
                  <a:lnTo>
                    <a:pt x="4514469" y="781050"/>
                  </a:lnTo>
                  <a:lnTo>
                    <a:pt x="4514469" y="800100"/>
                  </a:lnTo>
                  <a:lnTo>
                    <a:pt x="4571619" y="800100"/>
                  </a:lnTo>
                  <a:lnTo>
                    <a:pt x="4571619" y="781050"/>
                  </a:lnTo>
                  <a:close/>
                </a:path>
                <a:path w="5048250" h="800100">
                  <a:moveTo>
                    <a:pt x="4644072" y="0"/>
                  </a:moveTo>
                  <a:lnTo>
                    <a:pt x="4586922" y="0"/>
                  </a:lnTo>
                  <a:lnTo>
                    <a:pt x="4586922" y="19050"/>
                  </a:lnTo>
                  <a:lnTo>
                    <a:pt x="4644072" y="19050"/>
                  </a:lnTo>
                  <a:lnTo>
                    <a:pt x="4644072" y="0"/>
                  </a:lnTo>
                  <a:close/>
                </a:path>
                <a:path w="5048250" h="800100">
                  <a:moveTo>
                    <a:pt x="4667186" y="781050"/>
                  </a:moveTo>
                  <a:lnTo>
                    <a:pt x="4610036" y="781050"/>
                  </a:lnTo>
                  <a:lnTo>
                    <a:pt x="4610036" y="800100"/>
                  </a:lnTo>
                  <a:lnTo>
                    <a:pt x="4667186" y="800100"/>
                  </a:lnTo>
                  <a:lnTo>
                    <a:pt x="4667186" y="781050"/>
                  </a:lnTo>
                  <a:close/>
                </a:path>
                <a:path w="5048250" h="800100">
                  <a:moveTo>
                    <a:pt x="4739640" y="0"/>
                  </a:moveTo>
                  <a:lnTo>
                    <a:pt x="4682490" y="0"/>
                  </a:lnTo>
                  <a:lnTo>
                    <a:pt x="4682490" y="19050"/>
                  </a:lnTo>
                  <a:lnTo>
                    <a:pt x="4739640" y="19050"/>
                  </a:lnTo>
                  <a:lnTo>
                    <a:pt x="4739640" y="0"/>
                  </a:lnTo>
                  <a:close/>
                </a:path>
                <a:path w="5048250" h="800100">
                  <a:moveTo>
                    <a:pt x="4762754" y="781050"/>
                  </a:moveTo>
                  <a:lnTo>
                    <a:pt x="4705604" y="781050"/>
                  </a:lnTo>
                  <a:lnTo>
                    <a:pt x="4705604" y="800100"/>
                  </a:lnTo>
                  <a:lnTo>
                    <a:pt x="4762754" y="800100"/>
                  </a:lnTo>
                  <a:lnTo>
                    <a:pt x="4762754" y="781050"/>
                  </a:lnTo>
                  <a:close/>
                </a:path>
                <a:path w="5048250" h="800100">
                  <a:moveTo>
                    <a:pt x="4835207" y="0"/>
                  </a:moveTo>
                  <a:lnTo>
                    <a:pt x="4778057" y="0"/>
                  </a:lnTo>
                  <a:lnTo>
                    <a:pt x="4778057" y="19050"/>
                  </a:lnTo>
                  <a:lnTo>
                    <a:pt x="4835207" y="19050"/>
                  </a:lnTo>
                  <a:lnTo>
                    <a:pt x="4835207" y="0"/>
                  </a:lnTo>
                  <a:close/>
                </a:path>
                <a:path w="5048250" h="800100">
                  <a:moveTo>
                    <a:pt x="4858321" y="781050"/>
                  </a:moveTo>
                  <a:lnTo>
                    <a:pt x="4801171" y="781050"/>
                  </a:lnTo>
                  <a:lnTo>
                    <a:pt x="4801171" y="800100"/>
                  </a:lnTo>
                  <a:lnTo>
                    <a:pt x="4858321" y="800100"/>
                  </a:lnTo>
                  <a:lnTo>
                    <a:pt x="4858321" y="781050"/>
                  </a:lnTo>
                  <a:close/>
                </a:path>
                <a:path w="5048250" h="800100">
                  <a:moveTo>
                    <a:pt x="4930775" y="0"/>
                  </a:moveTo>
                  <a:lnTo>
                    <a:pt x="4873625" y="0"/>
                  </a:lnTo>
                  <a:lnTo>
                    <a:pt x="4873625" y="19050"/>
                  </a:lnTo>
                  <a:lnTo>
                    <a:pt x="4930775" y="19050"/>
                  </a:lnTo>
                  <a:lnTo>
                    <a:pt x="4930775" y="0"/>
                  </a:lnTo>
                  <a:close/>
                </a:path>
                <a:path w="5048250" h="800100">
                  <a:moveTo>
                    <a:pt x="4953927" y="800061"/>
                  </a:moveTo>
                  <a:lnTo>
                    <a:pt x="4953736" y="781050"/>
                  </a:lnTo>
                  <a:lnTo>
                    <a:pt x="4896739" y="781050"/>
                  </a:lnTo>
                  <a:lnTo>
                    <a:pt x="4896739" y="800061"/>
                  </a:lnTo>
                  <a:lnTo>
                    <a:pt x="4953927" y="800061"/>
                  </a:lnTo>
                  <a:close/>
                </a:path>
                <a:path w="5048250" h="800100">
                  <a:moveTo>
                    <a:pt x="5025275" y="33312"/>
                  </a:moveTo>
                  <a:lnTo>
                    <a:pt x="4989461" y="7251"/>
                  </a:lnTo>
                  <a:lnTo>
                    <a:pt x="4970475" y="1651"/>
                  </a:lnTo>
                  <a:lnTo>
                    <a:pt x="4970450" y="1816"/>
                  </a:lnTo>
                  <a:lnTo>
                    <a:pt x="4966982" y="20370"/>
                  </a:lnTo>
                  <a:lnTo>
                    <a:pt x="5006886" y="41376"/>
                  </a:lnTo>
                  <a:lnTo>
                    <a:pt x="5010823" y="45707"/>
                  </a:lnTo>
                  <a:lnTo>
                    <a:pt x="5025275" y="33312"/>
                  </a:lnTo>
                  <a:close/>
                </a:path>
                <a:path w="5048250" h="800100">
                  <a:moveTo>
                    <a:pt x="5039207" y="745121"/>
                  </a:moveTo>
                  <a:lnTo>
                    <a:pt x="5021961" y="737069"/>
                  </a:lnTo>
                  <a:lnTo>
                    <a:pt x="5020195" y="740816"/>
                  </a:lnTo>
                  <a:lnTo>
                    <a:pt x="5016373" y="747204"/>
                  </a:lnTo>
                  <a:lnTo>
                    <a:pt x="4986769" y="773087"/>
                  </a:lnTo>
                  <a:lnTo>
                    <a:pt x="4995215" y="790143"/>
                  </a:lnTo>
                  <a:lnTo>
                    <a:pt x="5026672" y="765251"/>
                  </a:lnTo>
                  <a:lnTo>
                    <a:pt x="5036998" y="749808"/>
                  </a:lnTo>
                  <a:lnTo>
                    <a:pt x="5039207" y="745121"/>
                  </a:lnTo>
                  <a:close/>
                </a:path>
                <a:path w="5048250" h="800100">
                  <a:moveTo>
                    <a:pt x="5048250" y="646633"/>
                  </a:moveTo>
                  <a:lnTo>
                    <a:pt x="5029200" y="646633"/>
                  </a:lnTo>
                  <a:lnTo>
                    <a:pt x="5029200" y="703783"/>
                  </a:lnTo>
                  <a:lnTo>
                    <a:pt x="5048250" y="703783"/>
                  </a:lnTo>
                  <a:lnTo>
                    <a:pt x="5048250" y="646633"/>
                  </a:lnTo>
                  <a:close/>
                </a:path>
                <a:path w="5048250" h="800100">
                  <a:moveTo>
                    <a:pt x="5048250" y="551065"/>
                  </a:moveTo>
                  <a:lnTo>
                    <a:pt x="5029200" y="551065"/>
                  </a:lnTo>
                  <a:lnTo>
                    <a:pt x="5029200" y="608215"/>
                  </a:lnTo>
                  <a:lnTo>
                    <a:pt x="5048250" y="608215"/>
                  </a:lnTo>
                  <a:lnTo>
                    <a:pt x="5048250" y="551065"/>
                  </a:lnTo>
                  <a:close/>
                </a:path>
                <a:path w="5048250" h="800100">
                  <a:moveTo>
                    <a:pt x="5048250" y="455498"/>
                  </a:moveTo>
                  <a:lnTo>
                    <a:pt x="5029200" y="455498"/>
                  </a:lnTo>
                  <a:lnTo>
                    <a:pt x="5029200" y="512648"/>
                  </a:lnTo>
                  <a:lnTo>
                    <a:pt x="5048250" y="512648"/>
                  </a:lnTo>
                  <a:lnTo>
                    <a:pt x="5048250" y="455498"/>
                  </a:lnTo>
                  <a:close/>
                </a:path>
                <a:path w="5048250" h="800100">
                  <a:moveTo>
                    <a:pt x="5048250" y="359930"/>
                  </a:moveTo>
                  <a:lnTo>
                    <a:pt x="5029200" y="359930"/>
                  </a:lnTo>
                  <a:lnTo>
                    <a:pt x="5029200" y="417080"/>
                  </a:lnTo>
                  <a:lnTo>
                    <a:pt x="5048250" y="417080"/>
                  </a:lnTo>
                  <a:lnTo>
                    <a:pt x="5048250" y="359930"/>
                  </a:lnTo>
                  <a:close/>
                </a:path>
                <a:path w="5048250" h="800100">
                  <a:moveTo>
                    <a:pt x="5048250" y="264363"/>
                  </a:moveTo>
                  <a:lnTo>
                    <a:pt x="5029200" y="264363"/>
                  </a:lnTo>
                  <a:lnTo>
                    <a:pt x="5029200" y="321513"/>
                  </a:lnTo>
                  <a:lnTo>
                    <a:pt x="5048250" y="321513"/>
                  </a:lnTo>
                  <a:lnTo>
                    <a:pt x="5048250" y="264363"/>
                  </a:lnTo>
                  <a:close/>
                </a:path>
                <a:path w="5048250" h="800100">
                  <a:moveTo>
                    <a:pt x="5048250" y="168795"/>
                  </a:moveTo>
                  <a:lnTo>
                    <a:pt x="5029200" y="168795"/>
                  </a:lnTo>
                  <a:lnTo>
                    <a:pt x="5029200" y="225945"/>
                  </a:lnTo>
                  <a:lnTo>
                    <a:pt x="5048250" y="225945"/>
                  </a:lnTo>
                  <a:lnTo>
                    <a:pt x="5048250" y="168795"/>
                  </a:lnTo>
                  <a:close/>
                </a:path>
                <a:path w="5048250" h="800100">
                  <a:moveTo>
                    <a:pt x="5048250" y="95250"/>
                  </a:moveTo>
                  <a:lnTo>
                    <a:pt x="5047805" y="85877"/>
                  </a:lnTo>
                  <a:lnTo>
                    <a:pt x="5046446" y="76669"/>
                  </a:lnTo>
                  <a:lnTo>
                    <a:pt x="5045113" y="71361"/>
                  </a:lnTo>
                  <a:lnTo>
                    <a:pt x="5026685" y="76136"/>
                  </a:lnTo>
                  <a:lnTo>
                    <a:pt x="5027752" y="80391"/>
                  </a:lnTo>
                  <a:lnTo>
                    <a:pt x="5028844" y="87744"/>
                  </a:lnTo>
                  <a:lnTo>
                    <a:pt x="5029200" y="95250"/>
                  </a:lnTo>
                  <a:lnTo>
                    <a:pt x="5029200" y="130378"/>
                  </a:lnTo>
                  <a:lnTo>
                    <a:pt x="5048250" y="130378"/>
                  </a:lnTo>
                  <a:lnTo>
                    <a:pt x="5048250" y="9525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699" y="1597024"/>
              <a:ext cx="231775" cy="2317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01725" y="1558186"/>
            <a:ext cx="1732914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150" dirty="0">
                <a:solidFill>
                  <a:srgbClr val="0095B8"/>
                </a:solidFill>
                <a:latin typeface="Arial"/>
                <a:cs typeface="Arial"/>
              </a:rPr>
              <a:t>Цель</a:t>
            </a:r>
            <a:r>
              <a:rPr sz="1700" b="1" spc="5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700" b="1" spc="165" dirty="0">
                <a:solidFill>
                  <a:srgbClr val="0095B8"/>
                </a:solidFill>
                <a:latin typeface="Arial"/>
                <a:cs typeface="Arial"/>
              </a:rPr>
              <a:t>проекта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0586" y="2003575"/>
            <a:ext cx="467995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1500" i="1" spc="55" dirty="0">
                <a:solidFill>
                  <a:srgbClr val="878787"/>
                </a:solidFill>
                <a:latin typeface="Arial"/>
                <a:cs typeface="Arial"/>
              </a:rPr>
              <a:t>Цель: разработка 2</a:t>
            </a:r>
            <a:r>
              <a:rPr lang="en-US" sz="1500" i="1" spc="55" dirty="0">
                <a:solidFill>
                  <a:srgbClr val="878787"/>
                </a:solidFill>
                <a:latin typeface="Arial"/>
                <a:cs typeface="Arial"/>
              </a:rPr>
              <a:t>d </a:t>
            </a:r>
            <a:r>
              <a:rPr lang="ru-RU" sz="1500" i="1" spc="55" dirty="0">
                <a:solidFill>
                  <a:srgbClr val="878787"/>
                </a:solidFill>
                <a:latin typeface="Arial"/>
                <a:cs typeface="Arial"/>
              </a:rPr>
              <a:t>игры в стиле </a:t>
            </a:r>
            <a:r>
              <a:rPr lang="en-US" sz="1500" i="1" spc="55" dirty="0">
                <a:solidFill>
                  <a:srgbClr val="878787"/>
                </a:solidFill>
                <a:latin typeface="Arial"/>
                <a:cs typeface="Arial"/>
              </a:rPr>
              <a:t>‘’Shooter’’</a:t>
            </a:r>
            <a:r>
              <a:rPr lang="ru-RU" sz="1500" i="1" spc="55" dirty="0">
                <a:solidFill>
                  <a:srgbClr val="878787"/>
                </a:solidFill>
                <a:latin typeface="Arial"/>
                <a:cs typeface="Arial"/>
              </a:rPr>
              <a:t> на языке программирования </a:t>
            </a:r>
            <a:r>
              <a:rPr lang="en-US" sz="1500" i="1" spc="55" dirty="0">
                <a:solidFill>
                  <a:srgbClr val="878787"/>
                </a:solidFill>
                <a:latin typeface="Arial"/>
                <a:cs typeface="Arial"/>
              </a:rPr>
              <a:t>Python </a:t>
            </a:r>
            <a:r>
              <a:rPr lang="ru-RU" sz="1500" i="1" spc="55" dirty="0">
                <a:solidFill>
                  <a:srgbClr val="878787"/>
                </a:solidFill>
                <a:latin typeface="Arial"/>
                <a:cs typeface="Arial"/>
              </a:rPr>
              <a:t>с использованием библиотеки </a:t>
            </a:r>
            <a:r>
              <a:rPr lang="en-US" sz="1500" i="1" spc="55" dirty="0" err="1">
                <a:solidFill>
                  <a:srgbClr val="878787"/>
                </a:solidFill>
                <a:latin typeface="Arial"/>
                <a:cs typeface="Arial"/>
              </a:rPr>
              <a:t>Pygame</a:t>
            </a:r>
            <a:endParaRPr lang="ru-RU" sz="1500" i="1" spc="55" dirty="0">
              <a:solidFill>
                <a:srgbClr val="878787"/>
              </a:solidFill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90899" y="1533524"/>
            <a:ext cx="2419350" cy="323850"/>
            <a:chOff x="3390899" y="1533524"/>
            <a:chExt cx="2419350" cy="323850"/>
          </a:xfrm>
        </p:grpSpPr>
        <p:sp>
          <p:nvSpPr>
            <p:cNvPr id="13" name="object 13"/>
            <p:cNvSpPr/>
            <p:nvPr/>
          </p:nvSpPr>
          <p:spPr>
            <a:xfrm>
              <a:off x="3390899" y="1533524"/>
              <a:ext cx="2419350" cy="323850"/>
            </a:xfrm>
            <a:custGeom>
              <a:avLst/>
              <a:gdLst/>
              <a:ahLst/>
              <a:cxnLst/>
              <a:rect l="l" t="t" r="r" b="b"/>
              <a:pathLst>
                <a:path w="2419350" h="323850">
                  <a:moveTo>
                    <a:pt x="2257424" y="323849"/>
                  </a:moveTo>
                  <a:lnTo>
                    <a:pt x="161924" y="323849"/>
                  </a:lnTo>
                  <a:lnTo>
                    <a:pt x="153969" y="323655"/>
                  </a:lnTo>
                  <a:lnTo>
                    <a:pt x="114919" y="316879"/>
                  </a:lnTo>
                  <a:lnTo>
                    <a:pt x="78685" y="300818"/>
                  </a:lnTo>
                  <a:lnTo>
                    <a:pt x="47426" y="276423"/>
                  </a:lnTo>
                  <a:lnTo>
                    <a:pt x="23030" y="245163"/>
                  </a:lnTo>
                  <a:lnTo>
                    <a:pt x="6970" y="208929"/>
                  </a:lnTo>
                  <a:lnTo>
                    <a:pt x="194" y="169879"/>
                  </a:lnTo>
                  <a:lnTo>
                    <a:pt x="0" y="161924"/>
                  </a:lnTo>
                  <a:lnTo>
                    <a:pt x="194" y="153969"/>
                  </a:lnTo>
                  <a:lnTo>
                    <a:pt x="6970" y="114919"/>
                  </a:lnTo>
                  <a:lnTo>
                    <a:pt x="23030" y="78686"/>
                  </a:lnTo>
                  <a:lnTo>
                    <a:pt x="47426" y="47426"/>
                  </a:lnTo>
                  <a:lnTo>
                    <a:pt x="78685" y="23031"/>
                  </a:lnTo>
                  <a:lnTo>
                    <a:pt x="114919" y="6970"/>
                  </a:lnTo>
                  <a:lnTo>
                    <a:pt x="153969" y="194"/>
                  </a:lnTo>
                  <a:lnTo>
                    <a:pt x="161924" y="0"/>
                  </a:lnTo>
                  <a:lnTo>
                    <a:pt x="2257424" y="0"/>
                  </a:lnTo>
                  <a:lnTo>
                    <a:pt x="2296778" y="4854"/>
                  </a:lnTo>
                  <a:lnTo>
                    <a:pt x="2333756" y="19118"/>
                  </a:lnTo>
                  <a:lnTo>
                    <a:pt x="2366160" y="41939"/>
                  </a:lnTo>
                  <a:lnTo>
                    <a:pt x="2392060" y="71964"/>
                  </a:lnTo>
                  <a:lnTo>
                    <a:pt x="2409887" y="107382"/>
                  </a:lnTo>
                  <a:lnTo>
                    <a:pt x="2418571" y="146053"/>
                  </a:lnTo>
                  <a:lnTo>
                    <a:pt x="2419349" y="161924"/>
                  </a:lnTo>
                  <a:lnTo>
                    <a:pt x="2419155" y="169879"/>
                  </a:lnTo>
                  <a:lnTo>
                    <a:pt x="2412378" y="208929"/>
                  </a:lnTo>
                  <a:lnTo>
                    <a:pt x="2396318" y="245163"/>
                  </a:lnTo>
                  <a:lnTo>
                    <a:pt x="2371923" y="276423"/>
                  </a:lnTo>
                  <a:lnTo>
                    <a:pt x="2340662" y="300818"/>
                  </a:lnTo>
                  <a:lnTo>
                    <a:pt x="2304429" y="316879"/>
                  </a:lnTo>
                  <a:lnTo>
                    <a:pt x="2265379" y="323655"/>
                  </a:lnTo>
                  <a:lnTo>
                    <a:pt x="2257424" y="32384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4249" y="1631949"/>
              <a:ext cx="123825" cy="127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663950" y="1596304"/>
            <a:ext cx="20243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b="1" spc="75" dirty="0">
                <a:solidFill>
                  <a:srgbClr val="1C1C1C"/>
                </a:solidFill>
                <a:latin typeface="Arial"/>
                <a:cs typeface="Arial"/>
              </a:rPr>
              <a:t>Напиши</a:t>
            </a:r>
            <a:r>
              <a:rPr sz="1050" b="1" spc="75" dirty="0">
                <a:solidFill>
                  <a:srgbClr val="1C1C1C"/>
                </a:solidFill>
                <a:latin typeface="Arial"/>
                <a:cs typeface="Arial"/>
              </a:rPr>
              <a:t>,</a:t>
            </a:r>
            <a:r>
              <a:rPr sz="1050" b="1" spc="8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1C1C1C"/>
                </a:solidFill>
                <a:latin typeface="Arial"/>
                <a:cs typeface="Arial"/>
              </a:rPr>
              <a:t>чего</a:t>
            </a:r>
            <a:r>
              <a:rPr sz="900" b="1" spc="3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ты</a:t>
            </a:r>
            <a:r>
              <a:rPr sz="900" b="1" spc="9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хотел</a:t>
            </a:r>
            <a:r>
              <a:rPr sz="900" b="1" spc="7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spc="35" dirty="0">
                <a:solidFill>
                  <a:srgbClr val="1C1C1C"/>
                </a:solidFill>
                <a:latin typeface="Arial"/>
                <a:cs typeface="Arial"/>
              </a:rPr>
              <a:t>достичь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81726" y="1390649"/>
            <a:ext cx="5429250" cy="2571750"/>
            <a:chOff x="6191249" y="1381124"/>
            <a:chExt cx="5429250" cy="257175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1249" y="1381124"/>
              <a:ext cx="5429249" cy="25717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4449" y="1612899"/>
              <a:ext cx="231775" cy="2032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721475" y="1558186"/>
            <a:ext cx="92646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150" dirty="0">
                <a:solidFill>
                  <a:srgbClr val="0095B8"/>
                </a:solidFill>
                <a:latin typeface="Arial"/>
                <a:cs typeface="Arial"/>
              </a:rPr>
              <a:t>Задачи</a:t>
            </a:r>
            <a:endParaRPr sz="1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07162" y="2076563"/>
            <a:ext cx="104139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spc="-3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66589" y="2008107"/>
            <a:ext cx="4508500" cy="477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500" i="1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lang="ru-RU" sz="1500" i="1" dirty="0">
                <a:solidFill>
                  <a:srgbClr val="878787"/>
                </a:solidFill>
                <a:latin typeface="Arial"/>
                <a:cs typeface="Arial"/>
              </a:rPr>
              <a:t>Реализовать управление игроком и механику стрельбы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07162" y="2714738"/>
            <a:ext cx="135255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67853" y="2646401"/>
            <a:ext cx="4311858" cy="477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1500" i="1" dirty="0">
                <a:solidFill>
                  <a:srgbClr val="878787"/>
                </a:solidFill>
                <a:latin typeface="Arial"/>
                <a:cs typeface="Arial"/>
              </a:rPr>
              <a:t>Добавить врагов, их движение и появление на экране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07162" y="3352913"/>
            <a:ext cx="134620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42236" y="3248151"/>
            <a:ext cx="4102100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1500" i="1" dirty="0">
                <a:solidFill>
                  <a:srgbClr val="878787"/>
                </a:solidFill>
                <a:latin typeface="Arial"/>
                <a:cs typeface="Arial"/>
              </a:rPr>
              <a:t>Настроить систему столкновений под счет очков и экран завершения игры, настроить фон. музыку и звуки взаимодействий</a:t>
            </a:r>
            <a:endParaRPr sz="1650" dirty="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1199" y="1631950"/>
            <a:ext cx="123825" cy="12700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9740899" y="1596304"/>
            <a:ext cx="15601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b="1" spc="90" dirty="0">
                <a:solidFill>
                  <a:srgbClr val="1C1C1C"/>
                </a:solidFill>
                <a:latin typeface="Arial"/>
                <a:cs typeface="Arial"/>
              </a:rPr>
              <a:t>Напиши</a:t>
            </a:r>
            <a:r>
              <a:rPr sz="900" b="1" spc="3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050" b="1" spc="-35" dirty="0">
                <a:solidFill>
                  <a:srgbClr val="1C1C1C"/>
                </a:solidFill>
                <a:latin typeface="Arial"/>
                <a:cs typeface="Arial"/>
              </a:rPr>
              <a:t>3</a:t>
            </a:r>
            <a:r>
              <a:rPr sz="1050" b="1" spc="-8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spc="55" dirty="0">
                <a:solidFill>
                  <a:srgbClr val="1C1C1C"/>
                </a:solidFill>
                <a:latin typeface="Arial"/>
                <a:cs typeface="Arial"/>
              </a:rPr>
              <a:t>главных</a:t>
            </a:r>
            <a:r>
              <a:rPr sz="900" b="1" spc="-6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spc="65" dirty="0">
                <a:solidFill>
                  <a:srgbClr val="1C1C1C"/>
                </a:solidFill>
                <a:latin typeface="Arial"/>
                <a:cs typeface="Arial"/>
              </a:rPr>
              <a:t>шага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65124"/>
            <a:ext cx="463550" cy="4635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92199" y="323451"/>
            <a:ext cx="10007600" cy="5835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20"/>
              </a:spcBef>
            </a:pPr>
            <a:r>
              <a:rPr spc="190" dirty="0"/>
              <a:t>Мои</a:t>
            </a:r>
            <a:r>
              <a:rPr spc="-110" dirty="0"/>
              <a:t> </a:t>
            </a:r>
            <a:r>
              <a:rPr spc="165" dirty="0"/>
              <a:t>Инструменты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71499" y="1571624"/>
            <a:ext cx="6305550" cy="514350"/>
            <a:chOff x="571499" y="1571624"/>
            <a:chExt cx="6305550" cy="514350"/>
          </a:xfrm>
        </p:grpSpPr>
        <p:sp>
          <p:nvSpPr>
            <p:cNvPr id="5" name="object 5"/>
            <p:cNvSpPr/>
            <p:nvPr/>
          </p:nvSpPr>
          <p:spPr>
            <a:xfrm>
              <a:off x="571499" y="1571624"/>
              <a:ext cx="6305550" cy="514350"/>
            </a:xfrm>
            <a:custGeom>
              <a:avLst/>
              <a:gdLst/>
              <a:ahLst/>
              <a:cxnLst/>
              <a:rect l="l" t="t" r="r" b="b"/>
              <a:pathLst>
                <a:path w="6305550" h="514350">
                  <a:moveTo>
                    <a:pt x="6216553" y="514349"/>
                  </a:moveTo>
                  <a:lnTo>
                    <a:pt x="88995" y="514349"/>
                  </a:lnTo>
                  <a:lnTo>
                    <a:pt x="82801" y="513739"/>
                  </a:lnTo>
                  <a:lnTo>
                    <a:pt x="37131" y="494822"/>
                  </a:lnTo>
                  <a:lnTo>
                    <a:pt x="9643" y="461328"/>
                  </a:lnTo>
                  <a:lnTo>
                    <a:pt x="0" y="425354"/>
                  </a:lnTo>
                  <a:lnTo>
                    <a:pt x="0" y="4190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6216553" y="0"/>
                  </a:lnTo>
                  <a:lnTo>
                    <a:pt x="6258016" y="12577"/>
                  </a:lnTo>
                  <a:lnTo>
                    <a:pt x="6292971" y="47531"/>
                  </a:lnTo>
                  <a:lnTo>
                    <a:pt x="6305549" y="88995"/>
                  </a:lnTo>
                  <a:lnTo>
                    <a:pt x="6305549" y="425354"/>
                  </a:lnTo>
                  <a:lnTo>
                    <a:pt x="6292971" y="466817"/>
                  </a:lnTo>
                  <a:lnTo>
                    <a:pt x="6258016" y="501771"/>
                  </a:lnTo>
                  <a:lnTo>
                    <a:pt x="6222747" y="513739"/>
                  </a:lnTo>
                  <a:lnTo>
                    <a:pt x="6216553" y="514349"/>
                  </a:lnTo>
                  <a:close/>
                </a:path>
              </a:pathLst>
            </a:custGeom>
            <a:solidFill>
              <a:srgbClr val="E6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99" y="1743074"/>
              <a:ext cx="171450" cy="17462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16000" y="1697139"/>
            <a:ext cx="568833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dirty="0">
                <a:solidFill>
                  <a:srgbClr val="0095B8"/>
                </a:solidFill>
                <a:latin typeface="Arial"/>
                <a:cs typeface="Arial"/>
              </a:rPr>
              <a:t>Какие</a:t>
            </a:r>
            <a:r>
              <a:rPr sz="1350" b="1" spc="-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095B8"/>
                </a:solidFill>
                <a:latin typeface="Arial"/>
                <a:cs typeface="Arial"/>
              </a:rPr>
              <a:t>программы</a:t>
            </a:r>
            <a:r>
              <a:rPr sz="1450" b="1" dirty="0">
                <a:solidFill>
                  <a:srgbClr val="0095B8"/>
                </a:solidFill>
                <a:latin typeface="Tahoma"/>
                <a:cs typeface="Tahoma"/>
              </a:rPr>
              <a:t>,</a:t>
            </a:r>
            <a:r>
              <a:rPr sz="1450" b="1" spc="60" dirty="0">
                <a:solidFill>
                  <a:srgbClr val="0095B8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0095B8"/>
                </a:solidFill>
                <a:latin typeface="Arial"/>
                <a:cs typeface="Arial"/>
              </a:rPr>
              <a:t>языки</a:t>
            </a:r>
            <a:r>
              <a:rPr sz="1350" b="1" spc="6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095B8"/>
                </a:solidFill>
                <a:latin typeface="Arial"/>
                <a:cs typeface="Arial"/>
              </a:rPr>
              <a:t>или</a:t>
            </a:r>
            <a:r>
              <a:rPr sz="1350" b="1" spc="5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0095B8"/>
                </a:solidFill>
                <a:latin typeface="Arial"/>
                <a:cs typeface="Arial"/>
              </a:rPr>
              <a:t>среду </a:t>
            </a:r>
            <a:r>
              <a:rPr sz="1350" b="1" dirty="0">
                <a:solidFill>
                  <a:srgbClr val="0095B8"/>
                </a:solidFill>
                <a:latin typeface="Arial"/>
                <a:cs typeface="Arial"/>
              </a:rPr>
              <a:t>разработки</a:t>
            </a:r>
            <a:r>
              <a:rPr sz="1350" b="1" spc="6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095B8"/>
                </a:solidFill>
                <a:latin typeface="Arial"/>
                <a:cs typeface="Arial"/>
              </a:rPr>
              <a:t>ты</a:t>
            </a:r>
            <a:r>
              <a:rPr sz="1350" b="1" spc="8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0095B8"/>
                </a:solidFill>
                <a:latin typeface="Arial"/>
                <a:cs typeface="Arial"/>
              </a:rPr>
              <a:t>использовал</a:t>
            </a:r>
            <a:r>
              <a:rPr sz="1450" b="1" spc="-10" dirty="0">
                <a:solidFill>
                  <a:srgbClr val="0095B8"/>
                </a:solidFill>
                <a:latin typeface="Tahoma"/>
                <a:cs typeface="Tahoma"/>
              </a:rPr>
              <a:t>?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94295" y="2371724"/>
            <a:ext cx="2552712" cy="1962150"/>
            <a:chOff x="571487" y="2371724"/>
            <a:chExt cx="2552712" cy="1962150"/>
          </a:xfrm>
        </p:grpSpPr>
        <p:sp>
          <p:nvSpPr>
            <p:cNvPr id="9" name="object 9"/>
            <p:cNvSpPr/>
            <p:nvPr/>
          </p:nvSpPr>
          <p:spPr>
            <a:xfrm>
              <a:off x="571499" y="2371724"/>
              <a:ext cx="2552700" cy="1962150"/>
            </a:xfrm>
            <a:custGeom>
              <a:avLst/>
              <a:gdLst/>
              <a:ahLst/>
              <a:cxnLst/>
              <a:rect l="l" t="t" r="r" b="b"/>
              <a:pathLst>
                <a:path w="2552700" h="1962150">
                  <a:moveTo>
                    <a:pt x="2362199" y="1962149"/>
                  </a:moveTo>
                  <a:lnTo>
                    <a:pt x="190499" y="1962149"/>
                  </a:lnTo>
                  <a:lnTo>
                    <a:pt x="171733" y="1961243"/>
                  </a:lnTo>
                  <a:lnTo>
                    <a:pt x="117598" y="1947648"/>
                  </a:lnTo>
                  <a:lnTo>
                    <a:pt x="69706" y="1918982"/>
                  </a:lnTo>
                  <a:lnTo>
                    <a:pt x="32075" y="1877505"/>
                  </a:lnTo>
                  <a:lnTo>
                    <a:pt x="8156" y="1826866"/>
                  </a:lnTo>
                  <a:lnTo>
                    <a:pt x="0" y="1771649"/>
                  </a:lnTo>
                  <a:lnTo>
                    <a:pt x="0" y="190499"/>
                  </a:lnTo>
                  <a:lnTo>
                    <a:pt x="8156" y="135282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362199" y="0"/>
                  </a:lnTo>
                  <a:lnTo>
                    <a:pt x="2417416" y="8156"/>
                  </a:lnTo>
                  <a:lnTo>
                    <a:pt x="2468055" y="32075"/>
                  </a:lnTo>
                  <a:lnTo>
                    <a:pt x="2509532" y="69706"/>
                  </a:lnTo>
                  <a:lnTo>
                    <a:pt x="2538198" y="117598"/>
                  </a:lnTo>
                  <a:lnTo>
                    <a:pt x="2551793" y="171733"/>
                  </a:lnTo>
                  <a:lnTo>
                    <a:pt x="2552699" y="190499"/>
                  </a:lnTo>
                  <a:lnTo>
                    <a:pt x="2552699" y="1771649"/>
                  </a:lnTo>
                  <a:lnTo>
                    <a:pt x="2544542" y="1826866"/>
                  </a:lnTo>
                  <a:lnTo>
                    <a:pt x="2520624" y="1877505"/>
                  </a:lnTo>
                  <a:lnTo>
                    <a:pt x="2482992" y="1918982"/>
                  </a:lnTo>
                  <a:lnTo>
                    <a:pt x="2435100" y="1947648"/>
                  </a:lnTo>
                  <a:lnTo>
                    <a:pt x="2380965" y="1961243"/>
                  </a:lnTo>
                  <a:lnTo>
                    <a:pt x="2362199" y="196214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487" y="2371724"/>
              <a:ext cx="2552700" cy="1962150"/>
            </a:xfrm>
            <a:custGeom>
              <a:avLst/>
              <a:gdLst/>
              <a:ahLst/>
              <a:cxnLst/>
              <a:rect l="l" t="t" r="r" b="b"/>
              <a:pathLst>
                <a:path w="2552700" h="1962150">
                  <a:moveTo>
                    <a:pt x="28575" y="1651012"/>
                  </a:moveTo>
                  <a:lnTo>
                    <a:pt x="0" y="1651012"/>
                  </a:lnTo>
                  <a:lnTo>
                    <a:pt x="0" y="1708162"/>
                  </a:lnTo>
                  <a:lnTo>
                    <a:pt x="28575" y="1708162"/>
                  </a:lnTo>
                  <a:lnTo>
                    <a:pt x="28575" y="1651012"/>
                  </a:lnTo>
                  <a:close/>
                </a:path>
                <a:path w="2552700" h="1962150">
                  <a:moveTo>
                    <a:pt x="28575" y="1565579"/>
                  </a:moveTo>
                  <a:lnTo>
                    <a:pt x="0" y="1565579"/>
                  </a:lnTo>
                  <a:lnTo>
                    <a:pt x="0" y="1622729"/>
                  </a:lnTo>
                  <a:lnTo>
                    <a:pt x="28575" y="1622729"/>
                  </a:lnTo>
                  <a:lnTo>
                    <a:pt x="28575" y="1565579"/>
                  </a:lnTo>
                  <a:close/>
                </a:path>
                <a:path w="2552700" h="1962150">
                  <a:moveTo>
                    <a:pt x="28575" y="1480134"/>
                  </a:moveTo>
                  <a:lnTo>
                    <a:pt x="0" y="1480134"/>
                  </a:lnTo>
                  <a:lnTo>
                    <a:pt x="0" y="1537284"/>
                  </a:lnTo>
                  <a:lnTo>
                    <a:pt x="28575" y="1537284"/>
                  </a:lnTo>
                  <a:lnTo>
                    <a:pt x="28575" y="1480134"/>
                  </a:lnTo>
                  <a:close/>
                </a:path>
                <a:path w="2552700" h="1962150">
                  <a:moveTo>
                    <a:pt x="28575" y="1394688"/>
                  </a:moveTo>
                  <a:lnTo>
                    <a:pt x="0" y="1394688"/>
                  </a:lnTo>
                  <a:lnTo>
                    <a:pt x="0" y="1451838"/>
                  </a:lnTo>
                  <a:lnTo>
                    <a:pt x="28575" y="1451838"/>
                  </a:lnTo>
                  <a:lnTo>
                    <a:pt x="28575" y="1394688"/>
                  </a:lnTo>
                  <a:close/>
                </a:path>
                <a:path w="2552700" h="1962150">
                  <a:moveTo>
                    <a:pt x="28575" y="1309255"/>
                  </a:moveTo>
                  <a:lnTo>
                    <a:pt x="0" y="1309255"/>
                  </a:lnTo>
                  <a:lnTo>
                    <a:pt x="0" y="1366405"/>
                  </a:lnTo>
                  <a:lnTo>
                    <a:pt x="28575" y="1366405"/>
                  </a:lnTo>
                  <a:lnTo>
                    <a:pt x="28575" y="1309255"/>
                  </a:lnTo>
                  <a:close/>
                </a:path>
                <a:path w="2552700" h="1962150">
                  <a:moveTo>
                    <a:pt x="28575" y="1223810"/>
                  </a:moveTo>
                  <a:lnTo>
                    <a:pt x="0" y="1223810"/>
                  </a:lnTo>
                  <a:lnTo>
                    <a:pt x="0" y="1280960"/>
                  </a:lnTo>
                  <a:lnTo>
                    <a:pt x="28575" y="1280960"/>
                  </a:lnTo>
                  <a:lnTo>
                    <a:pt x="28575" y="1223810"/>
                  </a:lnTo>
                  <a:close/>
                </a:path>
                <a:path w="2552700" h="1962150">
                  <a:moveTo>
                    <a:pt x="28575" y="1138364"/>
                  </a:moveTo>
                  <a:lnTo>
                    <a:pt x="0" y="1138364"/>
                  </a:lnTo>
                  <a:lnTo>
                    <a:pt x="0" y="1195514"/>
                  </a:lnTo>
                  <a:lnTo>
                    <a:pt x="28575" y="1195514"/>
                  </a:lnTo>
                  <a:lnTo>
                    <a:pt x="28575" y="1138364"/>
                  </a:lnTo>
                  <a:close/>
                </a:path>
                <a:path w="2552700" h="1962150">
                  <a:moveTo>
                    <a:pt x="28575" y="1052918"/>
                  </a:moveTo>
                  <a:lnTo>
                    <a:pt x="0" y="1052918"/>
                  </a:lnTo>
                  <a:lnTo>
                    <a:pt x="0" y="1110068"/>
                  </a:lnTo>
                  <a:lnTo>
                    <a:pt x="28575" y="1110068"/>
                  </a:lnTo>
                  <a:lnTo>
                    <a:pt x="28575" y="1052918"/>
                  </a:lnTo>
                  <a:close/>
                </a:path>
                <a:path w="2552700" h="1962150">
                  <a:moveTo>
                    <a:pt x="28575" y="967486"/>
                  </a:moveTo>
                  <a:lnTo>
                    <a:pt x="0" y="967486"/>
                  </a:lnTo>
                  <a:lnTo>
                    <a:pt x="0" y="1024636"/>
                  </a:lnTo>
                  <a:lnTo>
                    <a:pt x="28575" y="1024636"/>
                  </a:lnTo>
                  <a:lnTo>
                    <a:pt x="28575" y="967486"/>
                  </a:lnTo>
                  <a:close/>
                </a:path>
                <a:path w="2552700" h="1962150">
                  <a:moveTo>
                    <a:pt x="28575" y="882040"/>
                  </a:moveTo>
                  <a:lnTo>
                    <a:pt x="0" y="882040"/>
                  </a:lnTo>
                  <a:lnTo>
                    <a:pt x="0" y="939190"/>
                  </a:lnTo>
                  <a:lnTo>
                    <a:pt x="28575" y="939190"/>
                  </a:lnTo>
                  <a:lnTo>
                    <a:pt x="28575" y="882040"/>
                  </a:lnTo>
                  <a:close/>
                </a:path>
                <a:path w="2552700" h="1962150">
                  <a:moveTo>
                    <a:pt x="28575" y="796594"/>
                  </a:moveTo>
                  <a:lnTo>
                    <a:pt x="0" y="796594"/>
                  </a:lnTo>
                  <a:lnTo>
                    <a:pt x="0" y="853744"/>
                  </a:lnTo>
                  <a:lnTo>
                    <a:pt x="28575" y="853744"/>
                  </a:lnTo>
                  <a:lnTo>
                    <a:pt x="28575" y="796594"/>
                  </a:lnTo>
                  <a:close/>
                </a:path>
                <a:path w="2552700" h="1962150">
                  <a:moveTo>
                    <a:pt x="28575" y="711149"/>
                  </a:moveTo>
                  <a:lnTo>
                    <a:pt x="0" y="711149"/>
                  </a:lnTo>
                  <a:lnTo>
                    <a:pt x="0" y="768299"/>
                  </a:lnTo>
                  <a:lnTo>
                    <a:pt x="28575" y="768299"/>
                  </a:lnTo>
                  <a:lnTo>
                    <a:pt x="28575" y="711149"/>
                  </a:lnTo>
                  <a:close/>
                </a:path>
                <a:path w="2552700" h="1962150">
                  <a:moveTo>
                    <a:pt x="28575" y="625716"/>
                  </a:moveTo>
                  <a:lnTo>
                    <a:pt x="0" y="625716"/>
                  </a:lnTo>
                  <a:lnTo>
                    <a:pt x="0" y="682866"/>
                  </a:lnTo>
                  <a:lnTo>
                    <a:pt x="28575" y="682866"/>
                  </a:lnTo>
                  <a:lnTo>
                    <a:pt x="28575" y="625716"/>
                  </a:lnTo>
                  <a:close/>
                </a:path>
                <a:path w="2552700" h="1962150">
                  <a:moveTo>
                    <a:pt x="28575" y="540270"/>
                  </a:moveTo>
                  <a:lnTo>
                    <a:pt x="0" y="540270"/>
                  </a:lnTo>
                  <a:lnTo>
                    <a:pt x="0" y="597420"/>
                  </a:lnTo>
                  <a:lnTo>
                    <a:pt x="28575" y="597420"/>
                  </a:lnTo>
                  <a:lnTo>
                    <a:pt x="28575" y="540270"/>
                  </a:lnTo>
                  <a:close/>
                </a:path>
                <a:path w="2552700" h="1962150">
                  <a:moveTo>
                    <a:pt x="28575" y="454825"/>
                  </a:moveTo>
                  <a:lnTo>
                    <a:pt x="0" y="454825"/>
                  </a:lnTo>
                  <a:lnTo>
                    <a:pt x="0" y="511975"/>
                  </a:lnTo>
                  <a:lnTo>
                    <a:pt x="28575" y="511975"/>
                  </a:lnTo>
                  <a:lnTo>
                    <a:pt x="28575" y="454825"/>
                  </a:lnTo>
                  <a:close/>
                </a:path>
                <a:path w="2552700" h="1962150">
                  <a:moveTo>
                    <a:pt x="28575" y="369392"/>
                  </a:moveTo>
                  <a:lnTo>
                    <a:pt x="0" y="369392"/>
                  </a:lnTo>
                  <a:lnTo>
                    <a:pt x="0" y="426542"/>
                  </a:lnTo>
                  <a:lnTo>
                    <a:pt x="28575" y="426542"/>
                  </a:lnTo>
                  <a:lnTo>
                    <a:pt x="28575" y="369392"/>
                  </a:lnTo>
                  <a:close/>
                </a:path>
                <a:path w="2552700" h="1962150">
                  <a:moveTo>
                    <a:pt x="28575" y="283946"/>
                  </a:moveTo>
                  <a:lnTo>
                    <a:pt x="0" y="283946"/>
                  </a:lnTo>
                  <a:lnTo>
                    <a:pt x="0" y="341096"/>
                  </a:lnTo>
                  <a:lnTo>
                    <a:pt x="28575" y="341096"/>
                  </a:lnTo>
                  <a:lnTo>
                    <a:pt x="28575" y="283946"/>
                  </a:lnTo>
                  <a:close/>
                </a:path>
                <a:path w="2552700" h="1962150">
                  <a:moveTo>
                    <a:pt x="28575" y="198501"/>
                  </a:moveTo>
                  <a:lnTo>
                    <a:pt x="0" y="198501"/>
                  </a:lnTo>
                  <a:lnTo>
                    <a:pt x="0" y="255651"/>
                  </a:lnTo>
                  <a:lnTo>
                    <a:pt x="28575" y="255651"/>
                  </a:lnTo>
                  <a:lnTo>
                    <a:pt x="28575" y="198501"/>
                  </a:lnTo>
                  <a:close/>
                </a:path>
                <a:path w="2552700" h="1962150">
                  <a:moveTo>
                    <a:pt x="29794" y="1790560"/>
                  </a:moveTo>
                  <a:lnTo>
                    <a:pt x="29768" y="1790420"/>
                  </a:lnTo>
                  <a:lnTo>
                    <a:pt x="29349" y="1787601"/>
                  </a:lnTo>
                  <a:lnTo>
                    <a:pt x="28575" y="1771650"/>
                  </a:lnTo>
                  <a:lnTo>
                    <a:pt x="28575" y="1736458"/>
                  </a:lnTo>
                  <a:lnTo>
                    <a:pt x="0" y="1736458"/>
                  </a:lnTo>
                  <a:lnTo>
                    <a:pt x="0" y="1771650"/>
                  </a:lnTo>
                  <a:lnTo>
                    <a:pt x="914" y="1790420"/>
                  </a:lnTo>
                  <a:lnTo>
                    <a:pt x="927" y="1790560"/>
                  </a:lnTo>
                  <a:lnTo>
                    <a:pt x="1422" y="1793900"/>
                  </a:lnTo>
                  <a:lnTo>
                    <a:pt x="29794" y="1790560"/>
                  </a:lnTo>
                  <a:close/>
                </a:path>
                <a:path w="2552700" h="1962150">
                  <a:moveTo>
                    <a:pt x="43434" y="123177"/>
                  </a:moveTo>
                  <a:lnTo>
                    <a:pt x="17487" y="111290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1181" y="169964"/>
                  </a:lnTo>
                  <a:lnTo>
                    <a:pt x="29578" y="173050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3434" y="123177"/>
                  </a:lnTo>
                  <a:close/>
                </a:path>
                <a:path w="2552700" h="1962150">
                  <a:moveTo>
                    <a:pt x="56426" y="1862416"/>
                  </a:moveTo>
                  <a:lnTo>
                    <a:pt x="35509" y="1818589"/>
                  </a:lnTo>
                  <a:lnTo>
                    <a:pt x="34772" y="1815630"/>
                  </a:lnTo>
                  <a:lnTo>
                    <a:pt x="7289" y="1823389"/>
                  </a:lnTo>
                  <a:lnTo>
                    <a:pt x="22529" y="1861553"/>
                  </a:lnTo>
                  <a:lnTo>
                    <a:pt x="32766" y="1878444"/>
                  </a:lnTo>
                  <a:lnTo>
                    <a:pt x="56426" y="1862416"/>
                  </a:lnTo>
                  <a:close/>
                </a:path>
                <a:path w="2552700" h="1962150">
                  <a:moveTo>
                    <a:pt x="90881" y="63004"/>
                  </a:moveTo>
                  <a:lnTo>
                    <a:pt x="73304" y="40513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762" y="85178"/>
                  </a:lnTo>
                  <a:lnTo>
                    <a:pt x="55575" y="100977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90881" y="63004"/>
                  </a:lnTo>
                  <a:close/>
                </a:path>
                <a:path w="2552700" h="1962150">
                  <a:moveTo>
                    <a:pt x="113436" y="1914042"/>
                  </a:moveTo>
                  <a:lnTo>
                    <a:pt x="100533" y="1906320"/>
                  </a:lnTo>
                  <a:lnTo>
                    <a:pt x="87833" y="1896884"/>
                  </a:lnTo>
                  <a:lnTo>
                    <a:pt x="76009" y="1886153"/>
                  </a:lnTo>
                  <a:lnTo>
                    <a:pt x="72605" y="1882406"/>
                  </a:lnTo>
                  <a:lnTo>
                    <a:pt x="51803" y="1901952"/>
                  </a:lnTo>
                  <a:lnTo>
                    <a:pt x="55803" y="1906358"/>
                  </a:lnTo>
                  <a:lnTo>
                    <a:pt x="69710" y="1918982"/>
                  </a:lnTo>
                  <a:lnTo>
                    <a:pt x="84645" y="1930082"/>
                  </a:lnTo>
                  <a:lnTo>
                    <a:pt x="99822" y="1939163"/>
                  </a:lnTo>
                  <a:lnTo>
                    <a:pt x="113436" y="1914042"/>
                  </a:lnTo>
                  <a:close/>
                </a:path>
                <a:path w="2552700" h="1962150">
                  <a:moveTo>
                    <a:pt x="160870" y="31369"/>
                  </a:moveTo>
                  <a:lnTo>
                    <a:pt x="155638" y="3289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8323" y="23888"/>
                  </a:lnTo>
                  <a:lnTo>
                    <a:pt x="112153" y="48882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870" y="31369"/>
                  </a:lnTo>
                  <a:close/>
                </a:path>
                <a:path w="2552700" h="1962150">
                  <a:moveTo>
                    <a:pt x="186982" y="1933409"/>
                  </a:moveTo>
                  <a:lnTo>
                    <a:pt x="174548" y="1932813"/>
                  </a:lnTo>
                  <a:lnTo>
                    <a:pt x="158915" y="1930501"/>
                  </a:lnTo>
                  <a:lnTo>
                    <a:pt x="143573" y="1926653"/>
                  </a:lnTo>
                  <a:lnTo>
                    <a:pt x="136715" y="1924189"/>
                  </a:lnTo>
                  <a:lnTo>
                    <a:pt x="127228" y="1951101"/>
                  </a:lnTo>
                  <a:lnTo>
                    <a:pt x="135293" y="1953996"/>
                  </a:lnTo>
                  <a:lnTo>
                    <a:pt x="153339" y="1958530"/>
                  </a:lnTo>
                  <a:lnTo>
                    <a:pt x="171742" y="1961248"/>
                  </a:lnTo>
                  <a:lnTo>
                    <a:pt x="186359" y="1961959"/>
                  </a:lnTo>
                  <a:lnTo>
                    <a:pt x="186436" y="1958530"/>
                  </a:lnTo>
                  <a:lnTo>
                    <a:pt x="186537" y="1953996"/>
                  </a:lnTo>
                  <a:lnTo>
                    <a:pt x="186588" y="1951101"/>
                  </a:lnTo>
                  <a:lnTo>
                    <a:pt x="186982" y="1933409"/>
                  </a:lnTo>
                  <a:close/>
                </a:path>
                <a:path w="2552700" h="1962150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2552700" h="1962150">
                  <a:moveTo>
                    <a:pt x="271780" y="1933575"/>
                  </a:moveTo>
                  <a:lnTo>
                    <a:pt x="214630" y="1933575"/>
                  </a:lnTo>
                  <a:lnTo>
                    <a:pt x="214630" y="1962150"/>
                  </a:lnTo>
                  <a:lnTo>
                    <a:pt x="271780" y="1962150"/>
                  </a:lnTo>
                  <a:lnTo>
                    <a:pt x="271780" y="1933575"/>
                  </a:lnTo>
                  <a:close/>
                </a:path>
                <a:path w="2552700" h="1962150">
                  <a:moveTo>
                    <a:pt x="333095" y="0"/>
                  </a:moveTo>
                  <a:lnTo>
                    <a:pt x="275945" y="0"/>
                  </a:lnTo>
                  <a:lnTo>
                    <a:pt x="275945" y="28575"/>
                  </a:lnTo>
                  <a:lnTo>
                    <a:pt x="333095" y="28575"/>
                  </a:lnTo>
                  <a:lnTo>
                    <a:pt x="333095" y="0"/>
                  </a:lnTo>
                  <a:close/>
                </a:path>
                <a:path w="2552700" h="1962150">
                  <a:moveTo>
                    <a:pt x="357225" y="1933575"/>
                  </a:moveTo>
                  <a:lnTo>
                    <a:pt x="300075" y="1933575"/>
                  </a:lnTo>
                  <a:lnTo>
                    <a:pt x="300075" y="1962150"/>
                  </a:lnTo>
                  <a:lnTo>
                    <a:pt x="357225" y="1962150"/>
                  </a:lnTo>
                  <a:lnTo>
                    <a:pt x="357225" y="1933575"/>
                  </a:lnTo>
                  <a:close/>
                </a:path>
                <a:path w="2552700" h="1962150">
                  <a:moveTo>
                    <a:pt x="418541" y="0"/>
                  </a:moveTo>
                  <a:lnTo>
                    <a:pt x="361391" y="0"/>
                  </a:lnTo>
                  <a:lnTo>
                    <a:pt x="361391" y="28575"/>
                  </a:lnTo>
                  <a:lnTo>
                    <a:pt x="418541" y="28575"/>
                  </a:lnTo>
                  <a:lnTo>
                    <a:pt x="418541" y="0"/>
                  </a:lnTo>
                  <a:close/>
                </a:path>
                <a:path w="2552700" h="1962150">
                  <a:moveTo>
                    <a:pt x="442671" y="1933575"/>
                  </a:moveTo>
                  <a:lnTo>
                    <a:pt x="385521" y="1933575"/>
                  </a:lnTo>
                  <a:lnTo>
                    <a:pt x="385521" y="1962150"/>
                  </a:lnTo>
                  <a:lnTo>
                    <a:pt x="442671" y="1962150"/>
                  </a:lnTo>
                  <a:lnTo>
                    <a:pt x="442671" y="1933575"/>
                  </a:lnTo>
                  <a:close/>
                </a:path>
                <a:path w="2552700" h="1962150">
                  <a:moveTo>
                    <a:pt x="503986" y="0"/>
                  </a:moveTo>
                  <a:lnTo>
                    <a:pt x="446836" y="0"/>
                  </a:lnTo>
                  <a:lnTo>
                    <a:pt x="446836" y="28575"/>
                  </a:lnTo>
                  <a:lnTo>
                    <a:pt x="503986" y="28575"/>
                  </a:lnTo>
                  <a:lnTo>
                    <a:pt x="503986" y="0"/>
                  </a:lnTo>
                  <a:close/>
                </a:path>
                <a:path w="2552700" h="1962150">
                  <a:moveTo>
                    <a:pt x="528116" y="1933575"/>
                  </a:moveTo>
                  <a:lnTo>
                    <a:pt x="470966" y="1933575"/>
                  </a:lnTo>
                  <a:lnTo>
                    <a:pt x="470966" y="1962150"/>
                  </a:lnTo>
                  <a:lnTo>
                    <a:pt x="528116" y="1962150"/>
                  </a:lnTo>
                  <a:lnTo>
                    <a:pt x="528116" y="1933575"/>
                  </a:lnTo>
                  <a:close/>
                </a:path>
                <a:path w="2552700" h="1962150">
                  <a:moveTo>
                    <a:pt x="589419" y="0"/>
                  </a:moveTo>
                  <a:lnTo>
                    <a:pt x="532269" y="0"/>
                  </a:lnTo>
                  <a:lnTo>
                    <a:pt x="532269" y="28575"/>
                  </a:lnTo>
                  <a:lnTo>
                    <a:pt x="589419" y="28575"/>
                  </a:lnTo>
                  <a:lnTo>
                    <a:pt x="589419" y="0"/>
                  </a:lnTo>
                  <a:close/>
                </a:path>
                <a:path w="2552700" h="1962150">
                  <a:moveTo>
                    <a:pt x="613549" y="1933575"/>
                  </a:moveTo>
                  <a:lnTo>
                    <a:pt x="556399" y="1933575"/>
                  </a:lnTo>
                  <a:lnTo>
                    <a:pt x="556399" y="1962150"/>
                  </a:lnTo>
                  <a:lnTo>
                    <a:pt x="613549" y="1962150"/>
                  </a:lnTo>
                  <a:lnTo>
                    <a:pt x="613549" y="1933575"/>
                  </a:lnTo>
                  <a:close/>
                </a:path>
                <a:path w="2552700" h="1962150">
                  <a:moveTo>
                    <a:pt x="674865" y="0"/>
                  </a:moveTo>
                  <a:lnTo>
                    <a:pt x="617715" y="0"/>
                  </a:lnTo>
                  <a:lnTo>
                    <a:pt x="617715" y="28575"/>
                  </a:lnTo>
                  <a:lnTo>
                    <a:pt x="674865" y="28575"/>
                  </a:lnTo>
                  <a:lnTo>
                    <a:pt x="674865" y="0"/>
                  </a:lnTo>
                  <a:close/>
                </a:path>
                <a:path w="2552700" h="1962150">
                  <a:moveTo>
                    <a:pt x="698995" y="1933575"/>
                  </a:moveTo>
                  <a:lnTo>
                    <a:pt x="641845" y="1933575"/>
                  </a:lnTo>
                  <a:lnTo>
                    <a:pt x="641845" y="1962150"/>
                  </a:lnTo>
                  <a:lnTo>
                    <a:pt x="698995" y="1962150"/>
                  </a:lnTo>
                  <a:lnTo>
                    <a:pt x="698995" y="1933575"/>
                  </a:lnTo>
                  <a:close/>
                </a:path>
                <a:path w="2552700" h="1962150">
                  <a:moveTo>
                    <a:pt x="760310" y="0"/>
                  </a:moveTo>
                  <a:lnTo>
                    <a:pt x="703160" y="0"/>
                  </a:lnTo>
                  <a:lnTo>
                    <a:pt x="703160" y="28575"/>
                  </a:lnTo>
                  <a:lnTo>
                    <a:pt x="760310" y="28575"/>
                  </a:lnTo>
                  <a:lnTo>
                    <a:pt x="760310" y="0"/>
                  </a:lnTo>
                  <a:close/>
                </a:path>
                <a:path w="2552700" h="1962150">
                  <a:moveTo>
                    <a:pt x="784440" y="1933575"/>
                  </a:moveTo>
                  <a:lnTo>
                    <a:pt x="727290" y="1933575"/>
                  </a:lnTo>
                  <a:lnTo>
                    <a:pt x="727290" y="1962150"/>
                  </a:lnTo>
                  <a:lnTo>
                    <a:pt x="784440" y="1962150"/>
                  </a:lnTo>
                  <a:lnTo>
                    <a:pt x="784440" y="1933575"/>
                  </a:lnTo>
                  <a:close/>
                </a:path>
                <a:path w="2552700" h="1962150">
                  <a:moveTo>
                    <a:pt x="845756" y="0"/>
                  </a:moveTo>
                  <a:lnTo>
                    <a:pt x="788606" y="0"/>
                  </a:lnTo>
                  <a:lnTo>
                    <a:pt x="788606" y="28575"/>
                  </a:lnTo>
                  <a:lnTo>
                    <a:pt x="845756" y="28575"/>
                  </a:lnTo>
                  <a:lnTo>
                    <a:pt x="845756" y="0"/>
                  </a:lnTo>
                  <a:close/>
                </a:path>
                <a:path w="2552700" h="1962150">
                  <a:moveTo>
                    <a:pt x="869886" y="1933575"/>
                  </a:moveTo>
                  <a:lnTo>
                    <a:pt x="812736" y="1933575"/>
                  </a:lnTo>
                  <a:lnTo>
                    <a:pt x="812736" y="1962150"/>
                  </a:lnTo>
                  <a:lnTo>
                    <a:pt x="869886" y="1962150"/>
                  </a:lnTo>
                  <a:lnTo>
                    <a:pt x="869886" y="1933575"/>
                  </a:lnTo>
                  <a:close/>
                </a:path>
                <a:path w="2552700" h="1962150">
                  <a:moveTo>
                    <a:pt x="931189" y="0"/>
                  </a:moveTo>
                  <a:lnTo>
                    <a:pt x="874039" y="0"/>
                  </a:lnTo>
                  <a:lnTo>
                    <a:pt x="874039" y="28575"/>
                  </a:lnTo>
                  <a:lnTo>
                    <a:pt x="931189" y="28575"/>
                  </a:lnTo>
                  <a:lnTo>
                    <a:pt x="931189" y="0"/>
                  </a:lnTo>
                  <a:close/>
                </a:path>
                <a:path w="2552700" h="1962150">
                  <a:moveTo>
                    <a:pt x="955319" y="1933575"/>
                  </a:moveTo>
                  <a:lnTo>
                    <a:pt x="898169" y="1933575"/>
                  </a:lnTo>
                  <a:lnTo>
                    <a:pt x="898169" y="1962150"/>
                  </a:lnTo>
                  <a:lnTo>
                    <a:pt x="955319" y="1962150"/>
                  </a:lnTo>
                  <a:lnTo>
                    <a:pt x="955319" y="1933575"/>
                  </a:lnTo>
                  <a:close/>
                </a:path>
                <a:path w="2552700" h="1962150">
                  <a:moveTo>
                    <a:pt x="1016635" y="0"/>
                  </a:moveTo>
                  <a:lnTo>
                    <a:pt x="959485" y="0"/>
                  </a:lnTo>
                  <a:lnTo>
                    <a:pt x="959485" y="28575"/>
                  </a:lnTo>
                  <a:lnTo>
                    <a:pt x="1016635" y="28575"/>
                  </a:lnTo>
                  <a:lnTo>
                    <a:pt x="1016635" y="0"/>
                  </a:lnTo>
                  <a:close/>
                </a:path>
                <a:path w="2552700" h="1962150">
                  <a:moveTo>
                    <a:pt x="1040765" y="1933575"/>
                  </a:moveTo>
                  <a:lnTo>
                    <a:pt x="983615" y="1933575"/>
                  </a:lnTo>
                  <a:lnTo>
                    <a:pt x="983615" y="1962150"/>
                  </a:lnTo>
                  <a:lnTo>
                    <a:pt x="1040765" y="1962150"/>
                  </a:lnTo>
                  <a:lnTo>
                    <a:pt x="1040765" y="1933575"/>
                  </a:lnTo>
                  <a:close/>
                </a:path>
                <a:path w="2552700" h="1962150">
                  <a:moveTo>
                    <a:pt x="1102080" y="0"/>
                  </a:moveTo>
                  <a:lnTo>
                    <a:pt x="1044930" y="0"/>
                  </a:lnTo>
                  <a:lnTo>
                    <a:pt x="1044930" y="28575"/>
                  </a:lnTo>
                  <a:lnTo>
                    <a:pt x="1102080" y="28575"/>
                  </a:lnTo>
                  <a:lnTo>
                    <a:pt x="1102080" y="0"/>
                  </a:lnTo>
                  <a:close/>
                </a:path>
                <a:path w="2552700" h="1962150">
                  <a:moveTo>
                    <a:pt x="1126210" y="1933575"/>
                  </a:moveTo>
                  <a:lnTo>
                    <a:pt x="1069060" y="1933575"/>
                  </a:lnTo>
                  <a:lnTo>
                    <a:pt x="1069060" y="1962150"/>
                  </a:lnTo>
                  <a:lnTo>
                    <a:pt x="1126210" y="1962150"/>
                  </a:lnTo>
                  <a:lnTo>
                    <a:pt x="1126210" y="1933575"/>
                  </a:lnTo>
                  <a:close/>
                </a:path>
                <a:path w="2552700" h="1962150">
                  <a:moveTo>
                    <a:pt x="1187513" y="0"/>
                  </a:moveTo>
                  <a:lnTo>
                    <a:pt x="1130363" y="0"/>
                  </a:lnTo>
                  <a:lnTo>
                    <a:pt x="1130363" y="28575"/>
                  </a:lnTo>
                  <a:lnTo>
                    <a:pt x="1187513" y="28575"/>
                  </a:lnTo>
                  <a:lnTo>
                    <a:pt x="1187513" y="0"/>
                  </a:lnTo>
                  <a:close/>
                </a:path>
                <a:path w="2552700" h="1962150">
                  <a:moveTo>
                    <a:pt x="1211643" y="1933575"/>
                  </a:moveTo>
                  <a:lnTo>
                    <a:pt x="1154493" y="1933575"/>
                  </a:lnTo>
                  <a:lnTo>
                    <a:pt x="1154493" y="1962150"/>
                  </a:lnTo>
                  <a:lnTo>
                    <a:pt x="1211643" y="1962150"/>
                  </a:lnTo>
                  <a:lnTo>
                    <a:pt x="1211643" y="1933575"/>
                  </a:lnTo>
                  <a:close/>
                </a:path>
                <a:path w="2552700" h="1962150">
                  <a:moveTo>
                    <a:pt x="1272959" y="0"/>
                  </a:moveTo>
                  <a:lnTo>
                    <a:pt x="1215809" y="0"/>
                  </a:lnTo>
                  <a:lnTo>
                    <a:pt x="1215809" y="28575"/>
                  </a:lnTo>
                  <a:lnTo>
                    <a:pt x="1272959" y="28575"/>
                  </a:lnTo>
                  <a:lnTo>
                    <a:pt x="1272959" y="0"/>
                  </a:lnTo>
                  <a:close/>
                </a:path>
                <a:path w="2552700" h="1962150">
                  <a:moveTo>
                    <a:pt x="1297089" y="1933575"/>
                  </a:moveTo>
                  <a:lnTo>
                    <a:pt x="1239939" y="1933575"/>
                  </a:lnTo>
                  <a:lnTo>
                    <a:pt x="1239939" y="1962150"/>
                  </a:lnTo>
                  <a:lnTo>
                    <a:pt x="1297089" y="1962150"/>
                  </a:lnTo>
                  <a:lnTo>
                    <a:pt x="1297089" y="1933575"/>
                  </a:lnTo>
                  <a:close/>
                </a:path>
                <a:path w="2552700" h="1962150">
                  <a:moveTo>
                    <a:pt x="1358404" y="0"/>
                  </a:moveTo>
                  <a:lnTo>
                    <a:pt x="1301254" y="0"/>
                  </a:lnTo>
                  <a:lnTo>
                    <a:pt x="1301254" y="28575"/>
                  </a:lnTo>
                  <a:lnTo>
                    <a:pt x="1358404" y="28575"/>
                  </a:lnTo>
                  <a:lnTo>
                    <a:pt x="1358404" y="0"/>
                  </a:lnTo>
                  <a:close/>
                </a:path>
                <a:path w="2552700" h="1962150">
                  <a:moveTo>
                    <a:pt x="1382534" y="1933575"/>
                  </a:moveTo>
                  <a:lnTo>
                    <a:pt x="1325384" y="1933575"/>
                  </a:lnTo>
                  <a:lnTo>
                    <a:pt x="1325384" y="1962150"/>
                  </a:lnTo>
                  <a:lnTo>
                    <a:pt x="1382534" y="1962150"/>
                  </a:lnTo>
                  <a:lnTo>
                    <a:pt x="1382534" y="1933575"/>
                  </a:lnTo>
                  <a:close/>
                </a:path>
                <a:path w="2552700" h="1962150">
                  <a:moveTo>
                    <a:pt x="1443850" y="0"/>
                  </a:moveTo>
                  <a:lnTo>
                    <a:pt x="1386700" y="0"/>
                  </a:lnTo>
                  <a:lnTo>
                    <a:pt x="1386700" y="28575"/>
                  </a:lnTo>
                  <a:lnTo>
                    <a:pt x="1443850" y="28575"/>
                  </a:lnTo>
                  <a:lnTo>
                    <a:pt x="1443850" y="0"/>
                  </a:lnTo>
                  <a:close/>
                </a:path>
                <a:path w="2552700" h="1962150">
                  <a:moveTo>
                    <a:pt x="1467980" y="1933575"/>
                  </a:moveTo>
                  <a:lnTo>
                    <a:pt x="1410830" y="1933575"/>
                  </a:lnTo>
                  <a:lnTo>
                    <a:pt x="1410830" y="1962150"/>
                  </a:lnTo>
                  <a:lnTo>
                    <a:pt x="1467980" y="1962150"/>
                  </a:lnTo>
                  <a:lnTo>
                    <a:pt x="1467980" y="1933575"/>
                  </a:lnTo>
                  <a:close/>
                </a:path>
                <a:path w="2552700" h="1962150">
                  <a:moveTo>
                    <a:pt x="1529283" y="0"/>
                  </a:moveTo>
                  <a:lnTo>
                    <a:pt x="1472133" y="0"/>
                  </a:lnTo>
                  <a:lnTo>
                    <a:pt x="1472133" y="28575"/>
                  </a:lnTo>
                  <a:lnTo>
                    <a:pt x="1529283" y="28575"/>
                  </a:lnTo>
                  <a:lnTo>
                    <a:pt x="1529283" y="0"/>
                  </a:lnTo>
                  <a:close/>
                </a:path>
                <a:path w="2552700" h="1962150">
                  <a:moveTo>
                    <a:pt x="1553413" y="1933575"/>
                  </a:moveTo>
                  <a:lnTo>
                    <a:pt x="1496263" y="1933575"/>
                  </a:lnTo>
                  <a:lnTo>
                    <a:pt x="1496263" y="1962150"/>
                  </a:lnTo>
                  <a:lnTo>
                    <a:pt x="1553413" y="1962150"/>
                  </a:lnTo>
                  <a:lnTo>
                    <a:pt x="1553413" y="1933575"/>
                  </a:lnTo>
                  <a:close/>
                </a:path>
                <a:path w="2552700" h="1962150">
                  <a:moveTo>
                    <a:pt x="1614728" y="0"/>
                  </a:moveTo>
                  <a:lnTo>
                    <a:pt x="1557578" y="0"/>
                  </a:lnTo>
                  <a:lnTo>
                    <a:pt x="1557578" y="28575"/>
                  </a:lnTo>
                  <a:lnTo>
                    <a:pt x="1614728" y="28575"/>
                  </a:lnTo>
                  <a:lnTo>
                    <a:pt x="1614728" y="0"/>
                  </a:lnTo>
                  <a:close/>
                </a:path>
                <a:path w="2552700" h="1962150">
                  <a:moveTo>
                    <a:pt x="1638858" y="1933575"/>
                  </a:moveTo>
                  <a:lnTo>
                    <a:pt x="1581708" y="1933575"/>
                  </a:lnTo>
                  <a:lnTo>
                    <a:pt x="1581708" y="1962150"/>
                  </a:lnTo>
                  <a:lnTo>
                    <a:pt x="1638858" y="1962150"/>
                  </a:lnTo>
                  <a:lnTo>
                    <a:pt x="1638858" y="1933575"/>
                  </a:lnTo>
                  <a:close/>
                </a:path>
                <a:path w="2552700" h="1962150">
                  <a:moveTo>
                    <a:pt x="1700174" y="0"/>
                  </a:moveTo>
                  <a:lnTo>
                    <a:pt x="1643024" y="0"/>
                  </a:lnTo>
                  <a:lnTo>
                    <a:pt x="1643024" y="28575"/>
                  </a:lnTo>
                  <a:lnTo>
                    <a:pt x="1700174" y="28575"/>
                  </a:lnTo>
                  <a:lnTo>
                    <a:pt x="1700174" y="0"/>
                  </a:lnTo>
                  <a:close/>
                </a:path>
                <a:path w="2552700" h="1962150">
                  <a:moveTo>
                    <a:pt x="1724304" y="1933575"/>
                  </a:moveTo>
                  <a:lnTo>
                    <a:pt x="1667154" y="1933575"/>
                  </a:lnTo>
                  <a:lnTo>
                    <a:pt x="1667154" y="1962150"/>
                  </a:lnTo>
                  <a:lnTo>
                    <a:pt x="1724304" y="1962150"/>
                  </a:lnTo>
                  <a:lnTo>
                    <a:pt x="1724304" y="1933575"/>
                  </a:lnTo>
                  <a:close/>
                </a:path>
                <a:path w="2552700" h="1962150">
                  <a:moveTo>
                    <a:pt x="1785607" y="0"/>
                  </a:moveTo>
                  <a:lnTo>
                    <a:pt x="1728457" y="0"/>
                  </a:lnTo>
                  <a:lnTo>
                    <a:pt x="1728457" y="28575"/>
                  </a:lnTo>
                  <a:lnTo>
                    <a:pt x="1785607" y="28575"/>
                  </a:lnTo>
                  <a:lnTo>
                    <a:pt x="1785607" y="0"/>
                  </a:lnTo>
                  <a:close/>
                </a:path>
                <a:path w="2552700" h="1962150">
                  <a:moveTo>
                    <a:pt x="1809737" y="1933575"/>
                  </a:moveTo>
                  <a:lnTo>
                    <a:pt x="1752587" y="1933575"/>
                  </a:lnTo>
                  <a:lnTo>
                    <a:pt x="1752587" y="1962150"/>
                  </a:lnTo>
                  <a:lnTo>
                    <a:pt x="1809737" y="1962150"/>
                  </a:lnTo>
                  <a:lnTo>
                    <a:pt x="1809737" y="1933575"/>
                  </a:lnTo>
                  <a:close/>
                </a:path>
                <a:path w="2552700" h="1962150">
                  <a:moveTo>
                    <a:pt x="1871052" y="0"/>
                  </a:moveTo>
                  <a:lnTo>
                    <a:pt x="1813902" y="0"/>
                  </a:lnTo>
                  <a:lnTo>
                    <a:pt x="1813902" y="28575"/>
                  </a:lnTo>
                  <a:lnTo>
                    <a:pt x="1871052" y="28575"/>
                  </a:lnTo>
                  <a:lnTo>
                    <a:pt x="1871052" y="0"/>
                  </a:lnTo>
                  <a:close/>
                </a:path>
                <a:path w="2552700" h="1962150">
                  <a:moveTo>
                    <a:pt x="1895182" y="1933575"/>
                  </a:moveTo>
                  <a:lnTo>
                    <a:pt x="1838032" y="1933575"/>
                  </a:lnTo>
                  <a:lnTo>
                    <a:pt x="1838032" y="1962150"/>
                  </a:lnTo>
                  <a:lnTo>
                    <a:pt x="1895182" y="1962150"/>
                  </a:lnTo>
                  <a:lnTo>
                    <a:pt x="1895182" y="1933575"/>
                  </a:lnTo>
                  <a:close/>
                </a:path>
                <a:path w="2552700" h="1962150">
                  <a:moveTo>
                    <a:pt x="1956498" y="0"/>
                  </a:moveTo>
                  <a:lnTo>
                    <a:pt x="1899348" y="0"/>
                  </a:lnTo>
                  <a:lnTo>
                    <a:pt x="1899348" y="28575"/>
                  </a:lnTo>
                  <a:lnTo>
                    <a:pt x="1956498" y="28575"/>
                  </a:lnTo>
                  <a:lnTo>
                    <a:pt x="1956498" y="0"/>
                  </a:lnTo>
                  <a:close/>
                </a:path>
                <a:path w="2552700" h="1962150">
                  <a:moveTo>
                    <a:pt x="1980628" y="1933575"/>
                  </a:moveTo>
                  <a:lnTo>
                    <a:pt x="1923478" y="1933575"/>
                  </a:lnTo>
                  <a:lnTo>
                    <a:pt x="1923478" y="1962150"/>
                  </a:lnTo>
                  <a:lnTo>
                    <a:pt x="1980628" y="1962150"/>
                  </a:lnTo>
                  <a:lnTo>
                    <a:pt x="1980628" y="1933575"/>
                  </a:lnTo>
                  <a:close/>
                </a:path>
                <a:path w="2552700" h="1962150">
                  <a:moveTo>
                    <a:pt x="2041944" y="0"/>
                  </a:moveTo>
                  <a:lnTo>
                    <a:pt x="1984794" y="0"/>
                  </a:lnTo>
                  <a:lnTo>
                    <a:pt x="1984794" y="28575"/>
                  </a:lnTo>
                  <a:lnTo>
                    <a:pt x="2041944" y="28575"/>
                  </a:lnTo>
                  <a:lnTo>
                    <a:pt x="2041944" y="0"/>
                  </a:lnTo>
                  <a:close/>
                </a:path>
                <a:path w="2552700" h="1962150">
                  <a:moveTo>
                    <a:pt x="2066074" y="1933575"/>
                  </a:moveTo>
                  <a:lnTo>
                    <a:pt x="2008924" y="1933575"/>
                  </a:lnTo>
                  <a:lnTo>
                    <a:pt x="2008924" y="1962150"/>
                  </a:lnTo>
                  <a:lnTo>
                    <a:pt x="2066074" y="1962150"/>
                  </a:lnTo>
                  <a:lnTo>
                    <a:pt x="2066074" y="1933575"/>
                  </a:lnTo>
                  <a:close/>
                </a:path>
                <a:path w="2552700" h="1962150">
                  <a:moveTo>
                    <a:pt x="2127377" y="0"/>
                  </a:moveTo>
                  <a:lnTo>
                    <a:pt x="2070227" y="0"/>
                  </a:lnTo>
                  <a:lnTo>
                    <a:pt x="2070227" y="28575"/>
                  </a:lnTo>
                  <a:lnTo>
                    <a:pt x="2127377" y="28575"/>
                  </a:lnTo>
                  <a:lnTo>
                    <a:pt x="2127377" y="0"/>
                  </a:lnTo>
                  <a:close/>
                </a:path>
                <a:path w="2552700" h="1962150">
                  <a:moveTo>
                    <a:pt x="2151507" y="1933575"/>
                  </a:moveTo>
                  <a:lnTo>
                    <a:pt x="2094357" y="1933575"/>
                  </a:lnTo>
                  <a:lnTo>
                    <a:pt x="2094357" y="1962150"/>
                  </a:lnTo>
                  <a:lnTo>
                    <a:pt x="2151507" y="1962150"/>
                  </a:lnTo>
                  <a:lnTo>
                    <a:pt x="2151507" y="1933575"/>
                  </a:lnTo>
                  <a:close/>
                </a:path>
                <a:path w="2552700" h="1962150">
                  <a:moveTo>
                    <a:pt x="2212822" y="0"/>
                  </a:moveTo>
                  <a:lnTo>
                    <a:pt x="2155672" y="0"/>
                  </a:lnTo>
                  <a:lnTo>
                    <a:pt x="2155672" y="28575"/>
                  </a:lnTo>
                  <a:lnTo>
                    <a:pt x="2212822" y="28575"/>
                  </a:lnTo>
                  <a:lnTo>
                    <a:pt x="2212822" y="0"/>
                  </a:lnTo>
                  <a:close/>
                </a:path>
                <a:path w="2552700" h="1962150">
                  <a:moveTo>
                    <a:pt x="2236952" y="1933575"/>
                  </a:moveTo>
                  <a:lnTo>
                    <a:pt x="2179802" y="1933575"/>
                  </a:lnTo>
                  <a:lnTo>
                    <a:pt x="2179802" y="1962150"/>
                  </a:lnTo>
                  <a:lnTo>
                    <a:pt x="2236952" y="1962150"/>
                  </a:lnTo>
                  <a:lnTo>
                    <a:pt x="2236952" y="1933575"/>
                  </a:lnTo>
                  <a:close/>
                </a:path>
                <a:path w="2552700" h="1962150">
                  <a:moveTo>
                    <a:pt x="2298268" y="0"/>
                  </a:moveTo>
                  <a:lnTo>
                    <a:pt x="2241118" y="0"/>
                  </a:lnTo>
                  <a:lnTo>
                    <a:pt x="2241118" y="28575"/>
                  </a:lnTo>
                  <a:lnTo>
                    <a:pt x="2298268" y="28575"/>
                  </a:lnTo>
                  <a:lnTo>
                    <a:pt x="2298268" y="0"/>
                  </a:lnTo>
                  <a:close/>
                </a:path>
                <a:path w="2552700" h="1962150">
                  <a:moveTo>
                    <a:pt x="2322398" y="1933575"/>
                  </a:moveTo>
                  <a:lnTo>
                    <a:pt x="2265248" y="1933575"/>
                  </a:lnTo>
                  <a:lnTo>
                    <a:pt x="2265248" y="1962150"/>
                  </a:lnTo>
                  <a:lnTo>
                    <a:pt x="2322398" y="1962150"/>
                  </a:lnTo>
                  <a:lnTo>
                    <a:pt x="2322398" y="1933575"/>
                  </a:lnTo>
                  <a:close/>
                </a:path>
                <a:path w="2552700" h="1962150">
                  <a:moveTo>
                    <a:pt x="2383980" y="1358"/>
                  </a:moveTo>
                  <a:lnTo>
                    <a:pt x="2380970" y="914"/>
                  </a:lnTo>
                  <a:lnTo>
                    <a:pt x="2362200" y="0"/>
                  </a:lnTo>
                  <a:lnTo>
                    <a:pt x="2326563" y="0"/>
                  </a:lnTo>
                  <a:lnTo>
                    <a:pt x="2326563" y="28575"/>
                  </a:lnTo>
                  <a:lnTo>
                    <a:pt x="2362200" y="28575"/>
                  </a:lnTo>
                  <a:lnTo>
                    <a:pt x="2378151" y="29349"/>
                  </a:lnTo>
                  <a:lnTo>
                    <a:pt x="2380716" y="29730"/>
                  </a:lnTo>
                  <a:lnTo>
                    <a:pt x="2380767" y="29349"/>
                  </a:lnTo>
                  <a:lnTo>
                    <a:pt x="2380856" y="28575"/>
                  </a:lnTo>
                  <a:lnTo>
                    <a:pt x="2383980" y="1358"/>
                  </a:lnTo>
                  <a:close/>
                </a:path>
                <a:path w="2552700" h="1962150">
                  <a:moveTo>
                    <a:pt x="2409088" y="1956092"/>
                  </a:moveTo>
                  <a:lnTo>
                    <a:pt x="2402052" y="1928431"/>
                  </a:lnTo>
                  <a:lnTo>
                    <a:pt x="2393797" y="1930501"/>
                  </a:lnTo>
                  <a:lnTo>
                    <a:pt x="2378151" y="1932813"/>
                  </a:lnTo>
                  <a:lnTo>
                    <a:pt x="2362200" y="1933575"/>
                  </a:lnTo>
                  <a:lnTo>
                    <a:pt x="2350693" y="1933575"/>
                  </a:lnTo>
                  <a:lnTo>
                    <a:pt x="2350693" y="1962150"/>
                  </a:lnTo>
                  <a:lnTo>
                    <a:pt x="2362200" y="1962150"/>
                  </a:lnTo>
                  <a:lnTo>
                    <a:pt x="2380970" y="1961248"/>
                  </a:lnTo>
                  <a:lnTo>
                    <a:pt x="2399373" y="1958530"/>
                  </a:lnTo>
                  <a:lnTo>
                    <a:pt x="2409088" y="1956092"/>
                  </a:lnTo>
                  <a:close/>
                </a:path>
                <a:path w="2552700" h="1962150">
                  <a:moveTo>
                    <a:pt x="2468600" y="32486"/>
                  </a:moveTo>
                  <a:lnTo>
                    <a:pt x="2417419" y="8166"/>
                  </a:lnTo>
                  <a:lnTo>
                    <a:pt x="2413470" y="7175"/>
                  </a:lnTo>
                  <a:lnTo>
                    <a:pt x="2405773" y="34671"/>
                  </a:lnTo>
                  <a:lnTo>
                    <a:pt x="2409139" y="35509"/>
                  </a:lnTo>
                  <a:lnTo>
                    <a:pt x="2424176" y="40906"/>
                  </a:lnTo>
                  <a:lnTo>
                    <a:pt x="2438616" y="47726"/>
                  </a:lnTo>
                  <a:lnTo>
                    <a:pt x="2452179" y="55841"/>
                  </a:lnTo>
                  <a:lnTo>
                    <a:pt x="2452636" y="56184"/>
                  </a:lnTo>
                  <a:lnTo>
                    <a:pt x="2468600" y="32486"/>
                  </a:lnTo>
                  <a:close/>
                </a:path>
                <a:path w="2552700" h="1962150">
                  <a:moveTo>
                    <a:pt x="2488844" y="1913686"/>
                  </a:moveTo>
                  <a:lnTo>
                    <a:pt x="2469845" y="1892376"/>
                  </a:lnTo>
                  <a:lnTo>
                    <a:pt x="2464879" y="1896884"/>
                  </a:lnTo>
                  <a:lnTo>
                    <a:pt x="2452179" y="1906320"/>
                  </a:lnTo>
                  <a:lnTo>
                    <a:pt x="2438616" y="1914436"/>
                  </a:lnTo>
                  <a:lnTo>
                    <a:pt x="2426728" y="1920049"/>
                  </a:lnTo>
                  <a:lnTo>
                    <a:pt x="2438108" y="1946236"/>
                  </a:lnTo>
                  <a:lnTo>
                    <a:pt x="2452103" y="1939632"/>
                  </a:lnTo>
                  <a:lnTo>
                    <a:pt x="2468067" y="1930082"/>
                  </a:lnTo>
                  <a:lnTo>
                    <a:pt x="2483002" y="1918982"/>
                  </a:lnTo>
                  <a:lnTo>
                    <a:pt x="2488844" y="1913686"/>
                  </a:lnTo>
                  <a:close/>
                </a:path>
                <a:path w="2552700" h="1962150">
                  <a:moveTo>
                    <a:pt x="2529471" y="99415"/>
                  </a:moveTo>
                  <a:lnTo>
                    <a:pt x="2520632" y="84645"/>
                  </a:lnTo>
                  <a:lnTo>
                    <a:pt x="2509532" y="69710"/>
                  </a:lnTo>
                  <a:lnTo>
                    <a:pt x="2496909" y="55803"/>
                  </a:lnTo>
                  <a:lnTo>
                    <a:pt x="2492146" y="51473"/>
                  </a:lnTo>
                  <a:lnTo>
                    <a:pt x="2472652" y="72326"/>
                  </a:lnTo>
                  <a:lnTo>
                    <a:pt x="2476703" y="76009"/>
                  </a:lnTo>
                  <a:lnTo>
                    <a:pt x="2487434" y="87833"/>
                  </a:lnTo>
                  <a:lnTo>
                    <a:pt x="2496870" y="100533"/>
                  </a:lnTo>
                  <a:lnTo>
                    <a:pt x="2504376" y="113080"/>
                  </a:lnTo>
                  <a:lnTo>
                    <a:pt x="2529471" y="99415"/>
                  </a:lnTo>
                  <a:close/>
                </a:path>
                <a:path w="2552700" h="1962150">
                  <a:moveTo>
                    <a:pt x="2539923" y="1839747"/>
                  </a:moveTo>
                  <a:lnTo>
                    <a:pt x="2513266" y="1829536"/>
                  </a:lnTo>
                  <a:lnTo>
                    <a:pt x="2511806" y="1833626"/>
                  </a:lnTo>
                  <a:lnTo>
                    <a:pt x="2504986" y="1848065"/>
                  </a:lnTo>
                  <a:lnTo>
                    <a:pt x="2496921" y="1861553"/>
                  </a:lnTo>
                  <a:lnTo>
                    <a:pt x="2487790" y="1873859"/>
                  </a:lnTo>
                  <a:lnTo>
                    <a:pt x="2509951" y="1891893"/>
                  </a:lnTo>
                  <a:lnTo>
                    <a:pt x="2520632" y="1877517"/>
                  </a:lnTo>
                  <a:lnTo>
                    <a:pt x="2530183" y="1861553"/>
                  </a:lnTo>
                  <a:lnTo>
                    <a:pt x="2538209" y="1844560"/>
                  </a:lnTo>
                  <a:lnTo>
                    <a:pt x="2539923" y="1839747"/>
                  </a:lnTo>
                  <a:close/>
                </a:path>
                <a:path w="2552700" h="1962150">
                  <a:moveTo>
                    <a:pt x="2552484" y="185902"/>
                  </a:moveTo>
                  <a:lnTo>
                    <a:pt x="2551798" y="171742"/>
                  </a:lnTo>
                  <a:lnTo>
                    <a:pt x="2549080" y="153339"/>
                  </a:lnTo>
                  <a:lnTo>
                    <a:pt x="2544546" y="135293"/>
                  </a:lnTo>
                  <a:lnTo>
                    <a:pt x="2541486" y="126758"/>
                  </a:lnTo>
                  <a:lnTo>
                    <a:pt x="2514600" y="136321"/>
                  </a:lnTo>
                  <a:lnTo>
                    <a:pt x="2517203" y="143573"/>
                  </a:lnTo>
                  <a:lnTo>
                    <a:pt x="2521051" y="158915"/>
                  </a:lnTo>
                  <a:lnTo>
                    <a:pt x="2523363" y="174548"/>
                  </a:lnTo>
                  <a:lnTo>
                    <a:pt x="2523947" y="186588"/>
                  </a:lnTo>
                  <a:lnTo>
                    <a:pt x="2552484" y="185902"/>
                  </a:lnTo>
                  <a:close/>
                </a:path>
                <a:path w="2552700" h="1962150">
                  <a:moveTo>
                    <a:pt x="2552700" y="1752142"/>
                  </a:moveTo>
                  <a:lnTo>
                    <a:pt x="2524125" y="1752142"/>
                  </a:lnTo>
                  <a:lnTo>
                    <a:pt x="2524125" y="1771650"/>
                  </a:lnTo>
                  <a:lnTo>
                    <a:pt x="2523363" y="1787601"/>
                  </a:lnTo>
                  <a:lnTo>
                    <a:pt x="2521051" y="1803247"/>
                  </a:lnTo>
                  <a:lnTo>
                    <a:pt x="2520759" y="1804428"/>
                  </a:lnTo>
                  <a:lnTo>
                    <a:pt x="2548737" y="1810207"/>
                  </a:lnTo>
                  <a:lnTo>
                    <a:pt x="2549080" y="1808822"/>
                  </a:lnTo>
                  <a:lnTo>
                    <a:pt x="2551798" y="1790420"/>
                  </a:lnTo>
                  <a:lnTo>
                    <a:pt x="2552700" y="1771650"/>
                  </a:lnTo>
                  <a:lnTo>
                    <a:pt x="2552700" y="1752142"/>
                  </a:lnTo>
                  <a:close/>
                </a:path>
                <a:path w="2552700" h="1962150">
                  <a:moveTo>
                    <a:pt x="2552700" y="1666697"/>
                  </a:moveTo>
                  <a:lnTo>
                    <a:pt x="2524125" y="1666697"/>
                  </a:lnTo>
                  <a:lnTo>
                    <a:pt x="2524125" y="1723847"/>
                  </a:lnTo>
                  <a:lnTo>
                    <a:pt x="2552700" y="1723847"/>
                  </a:lnTo>
                  <a:lnTo>
                    <a:pt x="2552700" y="1666697"/>
                  </a:lnTo>
                  <a:close/>
                </a:path>
                <a:path w="2552700" h="1962150">
                  <a:moveTo>
                    <a:pt x="2552700" y="1581251"/>
                  </a:moveTo>
                  <a:lnTo>
                    <a:pt x="2524125" y="1581251"/>
                  </a:lnTo>
                  <a:lnTo>
                    <a:pt x="2524125" y="1638401"/>
                  </a:lnTo>
                  <a:lnTo>
                    <a:pt x="2552700" y="1638401"/>
                  </a:lnTo>
                  <a:lnTo>
                    <a:pt x="2552700" y="1581251"/>
                  </a:lnTo>
                  <a:close/>
                </a:path>
                <a:path w="2552700" h="1962150">
                  <a:moveTo>
                    <a:pt x="2552700" y="1495818"/>
                  </a:moveTo>
                  <a:lnTo>
                    <a:pt x="2524125" y="1495818"/>
                  </a:lnTo>
                  <a:lnTo>
                    <a:pt x="2524125" y="1552968"/>
                  </a:lnTo>
                  <a:lnTo>
                    <a:pt x="2552700" y="1552968"/>
                  </a:lnTo>
                  <a:lnTo>
                    <a:pt x="2552700" y="1495818"/>
                  </a:lnTo>
                  <a:close/>
                </a:path>
                <a:path w="2552700" h="1962150">
                  <a:moveTo>
                    <a:pt x="2552700" y="1410373"/>
                  </a:moveTo>
                  <a:lnTo>
                    <a:pt x="2524125" y="1410373"/>
                  </a:lnTo>
                  <a:lnTo>
                    <a:pt x="2524125" y="1467523"/>
                  </a:lnTo>
                  <a:lnTo>
                    <a:pt x="2552700" y="1467523"/>
                  </a:lnTo>
                  <a:lnTo>
                    <a:pt x="2552700" y="1410373"/>
                  </a:lnTo>
                  <a:close/>
                </a:path>
                <a:path w="2552700" h="1962150">
                  <a:moveTo>
                    <a:pt x="2552700" y="1324927"/>
                  </a:moveTo>
                  <a:lnTo>
                    <a:pt x="2524125" y="1324927"/>
                  </a:lnTo>
                  <a:lnTo>
                    <a:pt x="2524125" y="1382077"/>
                  </a:lnTo>
                  <a:lnTo>
                    <a:pt x="2552700" y="1382077"/>
                  </a:lnTo>
                  <a:lnTo>
                    <a:pt x="2552700" y="1324927"/>
                  </a:lnTo>
                  <a:close/>
                </a:path>
                <a:path w="2552700" h="1962150">
                  <a:moveTo>
                    <a:pt x="2552700" y="1239494"/>
                  </a:moveTo>
                  <a:lnTo>
                    <a:pt x="2524125" y="1239494"/>
                  </a:lnTo>
                  <a:lnTo>
                    <a:pt x="2524125" y="1296644"/>
                  </a:lnTo>
                  <a:lnTo>
                    <a:pt x="2552700" y="1296644"/>
                  </a:lnTo>
                  <a:lnTo>
                    <a:pt x="2552700" y="1239494"/>
                  </a:lnTo>
                  <a:close/>
                </a:path>
                <a:path w="2552700" h="1962150">
                  <a:moveTo>
                    <a:pt x="2552700" y="1154049"/>
                  </a:moveTo>
                  <a:lnTo>
                    <a:pt x="2524125" y="1154049"/>
                  </a:lnTo>
                  <a:lnTo>
                    <a:pt x="2524125" y="1211199"/>
                  </a:lnTo>
                  <a:lnTo>
                    <a:pt x="2552700" y="1211199"/>
                  </a:lnTo>
                  <a:lnTo>
                    <a:pt x="2552700" y="1154049"/>
                  </a:lnTo>
                  <a:close/>
                </a:path>
                <a:path w="2552700" h="1962150">
                  <a:moveTo>
                    <a:pt x="2552700" y="1068603"/>
                  </a:moveTo>
                  <a:lnTo>
                    <a:pt x="2524125" y="1068603"/>
                  </a:lnTo>
                  <a:lnTo>
                    <a:pt x="2524125" y="1125753"/>
                  </a:lnTo>
                  <a:lnTo>
                    <a:pt x="2552700" y="1125753"/>
                  </a:lnTo>
                  <a:lnTo>
                    <a:pt x="2552700" y="1068603"/>
                  </a:lnTo>
                  <a:close/>
                </a:path>
                <a:path w="2552700" h="1962150">
                  <a:moveTo>
                    <a:pt x="2552700" y="983157"/>
                  </a:moveTo>
                  <a:lnTo>
                    <a:pt x="2524125" y="983157"/>
                  </a:lnTo>
                  <a:lnTo>
                    <a:pt x="2524125" y="1040307"/>
                  </a:lnTo>
                  <a:lnTo>
                    <a:pt x="2552700" y="1040307"/>
                  </a:lnTo>
                  <a:lnTo>
                    <a:pt x="2552700" y="983157"/>
                  </a:lnTo>
                  <a:close/>
                </a:path>
                <a:path w="2552700" h="1962150">
                  <a:moveTo>
                    <a:pt x="2552700" y="897724"/>
                  </a:moveTo>
                  <a:lnTo>
                    <a:pt x="2524125" y="897724"/>
                  </a:lnTo>
                  <a:lnTo>
                    <a:pt x="2524125" y="954874"/>
                  </a:lnTo>
                  <a:lnTo>
                    <a:pt x="2552700" y="954874"/>
                  </a:lnTo>
                  <a:lnTo>
                    <a:pt x="2552700" y="897724"/>
                  </a:lnTo>
                  <a:close/>
                </a:path>
                <a:path w="2552700" h="1962150">
                  <a:moveTo>
                    <a:pt x="2552700" y="812279"/>
                  </a:moveTo>
                  <a:lnTo>
                    <a:pt x="2524125" y="812279"/>
                  </a:lnTo>
                  <a:lnTo>
                    <a:pt x="2524125" y="869429"/>
                  </a:lnTo>
                  <a:lnTo>
                    <a:pt x="2552700" y="869429"/>
                  </a:lnTo>
                  <a:lnTo>
                    <a:pt x="2552700" y="812279"/>
                  </a:lnTo>
                  <a:close/>
                </a:path>
                <a:path w="2552700" h="1962150">
                  <a:moveTo>
                    <a:pt x="2552700" y="726833"/>
                  </a:moveTo>
                  <a:lnTo>
                    <a:pt x="2524125" y="726833"/>
                  </a:lnTo>
                  <a:lnTo>
                    <a:pt x="2524125" y="783983"/>
                  </a:lnTo>
                  <a:lnTo>
                    <a:pt x="2552700" y="783983"/>
                  </a:lnTo>
                  <a:lnTo>
                    <a:pt x="2552700" y="726833"/>
                  </a:lnTo>
                  <a:close/>
                </a:path>
                <a:path w="2552700" h="1962150">
                  <a:moveTo>
                    <a:pt x="2552700" y="641388"/>
                  </a:moveTo>
                  <a:lnTo>
                    <a:pt x="2524125" y="641388"/>
                  </a:lnTo>
                  <a:lnTo>
                    <a:pt x="2524125" y="698538"/>
                  </a:lnTo>
                  <a:lnTo>
                    <a:pt x="2552700" y="698538"/>
                  </a:lnTo>
                  <a:lnTo>
                    <a:pt x="2552700" y="641388"/>
                  </a:lnTo>
                  <a:close/>
                </a:path>
                <a:path w="2552700" h="1962150">
                  <a:moveTo>
                    <a:pt x="2552700" y="555955"/>
                  </a:moveTo>
                  <a:lnTo>
                    <a:pt x="2524125" y="555955"/>
                  </a:lnTo>
                  <a:lnTo>
                    <a:pt x="2524125" y="613105"/>
                  </a:lnTo>
                  <a:lnTo>
                    <a:pt x="2552700" y="613105"/>
                  </a:lnTo>
                  <a:lnTo>
                    <a:pt x="2552700" y="555955"/>
                  </a:lnTo>
                  <a:close/>
                </a:path>
                <a:path w="2552700" h="1962150">
                  <a:moveTo>
                    <a:pt x="2552700" y="470509"/>
                  </a:moveTo>
                  <a:lnTo>
                    <a:pt x="2524125" y="470509"/>
                  </a:lnTo>
                  <a:lnTo>
                    <a:pt x="2524125" y="527659"/>
                  </a:lnTo>
                  <a:lnTo>
                    <a:pt x="2552700" y="527659"/>
                  </a:lnTo>
                  <a:lnTo>
                    <a:pt x="2552700" y="470509"/>
                  </a:lnTo>
                  <a:close/>
                </a:path>
                <a:path w="2552700" h="1962150">
                  <a:moveTo>
                    <a:pt x="2552700" y="385064"/>
                  </a:moveTo>
                  <a:lnTo>
                    <a:pt x="2524125" y="385064"/>
                  </a:lnTo>
                  <a:lnTo>
                    <a:pt x="2524125" y="442214"/>
                  </a:lnTo>
                  <a:lnTo>
                    <a:pt x="2552700" y="442214"/>
                  </a:lnTo>
                  <a:lnTo>
                    <a:pt x="2552700" y="385064"/>
                  </a:lnTo>
                  <a:close/>
                </a:path>
                <a:path w="2552700" h="1962150">
                  <a:moveTo>
                    <a:pt x="2552700" y="299631"/>
                  </a:moveTo>
                  <a:lnTo>
                    <a:pt x="2524125" y="299631"/>
                  </a:lnTo>
                  <a:lnTo>
                    <a:pt x="2524125" y="356781"/>
                  </a:lnTo>
                  <a:lnTo>
                    <a:pt x="2552700" y="356781"/>
                  </a:lnTo>
                  <a:lnTo>
                    <a:pt x="2552700" y="299631"/>
                  </a:lnTo>
                  <a:close/>
                </a:path>
                <a:path w="2552700" h="1962150">
                  <a:moveTo>
                    <a:pt x="2552700" y="214185"/>
                  </a:moveTo>
                  <a:lnTo>
                    <a:pt x="2524125" y="214185"/>
                  </a:lnTo>
                  <a:lnTo>
                    <a:pt x="2524125" y="271335"/>
                  </a:lnTo>
                  <a:lnTo>
                    <a:pt x="2552700" y="271335"/>
                  </a:lnTo>
                  <a:lnTo>
                    <a:pt x="2552700" y="21418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 flipH="1">
              <a:off x="1684498" y="3324326"/>
              <a:ext cx="45719" cy="6974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08856" y="3610076"/>
            <a:ext cx="2115331" cy="652102"/>
          </a:xfrm>
          <a:prstGeom prst="rect">
            <a:avLst/>
          </a:prstGeom>
        </p:spPr>
        <p:txBody>
          <a:bodyPr vert="horz" wrap="square" lIns="0" tIns="1587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350" b="1" spc="90" dirty="0">
                <a:solidFill>
                  <a:srgbClr val="878787"/>
                </a:solidFill>
                <a:latin typeface="Arial"/>
                <a:cs typeface="Arial"/>
              </a:rPr>
              <a:t>Python</a:t>
            </a:r>
            <a:r>
              <a:rPr lang="ru-RU" sz="1350" b="1" spc="90" dirty="0">
                <a:solidFill>
                  <a:srgbClr val="878787"/>
                </a:solidFill>
                <a:latin typeface="Arial"/>
                <a:cs typeface="Arial"/>
              </a:rPr>
              <a:t> (язык программирования)</a:t>
            </a:r>
            <a:endParaRPr lang="en-US" sz="1350" b="1" spc="90" dirty="0">
              <a:solidFill>
                <a:srgbClr val="878787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35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09937" y="2371724"/>
            <a:ext cx="2543187" cy="1962150"/>
            <a:chOff x="3409937" y="2371724"/>
            <a:chExt cx="2543187" cy="1962150"/>
          </a:xfrm>
        </p:grpSpPr>
        <p:sp>
          <p:nvSpPr>
            <p:cNvPr id="14" name="object 14"/>
            <p:cNvSpPr/>
            <p:nvPr/>
          </p:nvSpPr>
          <p:spPr>
            <a:xfrm>
              <a:off x="3409949" y="2371724"/>
              <a:ext cx="2543175" cy="1962150"/>
            </a:xfrm>
            <a:custGeom>
              <a:avLst/>
              <a:gdLst/>
              <a:ahLst/>
              <a:cxnLst/>
              <a:rect l="l" t="t" r="r" b="b"/>
              <a:pathLst>
                <a:path w="2543175" h="1962150">
                  <a:moveTo>
                    <a:pt x="2352674" y="1962149"/>
                  </a:moveTo>
                  <a:lnTo>
                    <a:pt x="190499" y="1962149"/>
                  </a:lnTo>
                  <a:lnTo>
                    <a:pt x="171733" y="1961243"/>
                  </a:lnTo>
                  <a:lnTo>
                    <a:pt x="117598" y="1947648"/>
                  </a:lnTo>
                  <a:lnTo>
                    <a:pt x="69706" y="1918982"/>
                  </a:lnTo>
                  <a:lnTo>
                    <a:pt x="32074" y="1877505"/>
                  </a:lnTo>
                  <a:lnTo>
                    <a:pt x="8156" y="1826866"/>
                  </a:lnTo>
                  <a:lnTo>
                    <a:pt x="0" y="1771649"/>
                  </a:lnTo>
                  <a:lnTo>
                    <a:pt x="0" y="190499"/>
                  </a:lnTo>
                  <a:lnTo>
                    <a:pt x="8156" y="135282"/>
                  </a:lnTo>
                  <a:lnTo>
                    <a:pt x="32074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352674" y="0"/>
                  </a:lnTo>
                  <a:lnTo>
                    <a:pt x="2407891" y="8156"/>
                  </a:lnTo>
                  <a:lnTo>
                    <a:pt x="2458530" y="32075"/>
                  </a:lnTo>
                  <a:lnTo>
                    <a:pt x="2500006" y="69706"/>
                  </a:lnTo>
                  <a:lnTo>
                    <a:pt x="2528673" y="117598"/>
                  </a:lnTo>
                  <a:lnTo>
                    <a:pt x="2542268" y="171733"/>
                  </a:lnTo>
                  <a:lnTo>
                    <a:pt x="2543174" y="190499"/>
                  </a:lnTo>
                  <a:lnTo>
                    <a:pt x="2543174" y="1771649"/>
                  </a:lnTo>
                  <a:lnTo>
                    <a:pt x="2535017" y="1826866"/>
                  </a:lnTo>
                  <a:lnTo>
                    <a:pt x="2511098" y="1877505"/>
                  </a:lnTo>
                  <a:lnTo>
                    <a:pt x="2473467" y="1918982"/>
                  </a:lnTo>
                  <a:lnTo>
                    <a:pt x="2425575" y="1947648"/>
                  </a:lnTo>
                  <a:lnTo>
                    <a:pt x="2371440" y="1961243"/>
                  </a:lnTo>
                  <a:lnTo>
                    <a:pt x="2352674" y="196214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09937" y="2371724"/>
              <a:ext cx="2543175" cy="1962150"/>
            </a:xfrm>
            <a:custGeom>
              <a:avLst/>
              <a:gdLst/>
              <a:ahLst/>
              <a:cxnLst/>
              <a:rect l="l" t="t" r="r" b="b"/>
              <a:pathLst>
                <a:path w="2543175" h="1962150">
                  <a:moveTo>
                    <a:pt x="28575" y="1664957"/>
                  </a:moveTo>
                  <a:lnTo>
                    <a:pt x="0" y="1664957"/>
                  </a:lnTo>
                  <a:lnTo>
                    <a:pt x="0" y="1722107"/>
                  </a:lnTo>
                  <a:lnTo>
                    <a:pt x="28575" y="1722107"/>
                  </a:lnTo>
                  <a:lnTo>
                    <a:pt x="28575" y="1664957"/>
                  </a:lnTo>
                  <a:close/>
                </a:path>
                <a:path w="2543175" h="1962150">
                  <a:moveTo>
                    <a:pt x="28575" y="1578851"/>
                  </a:moveTo>
                  <a:lnTo>
                    <a:pt x="0" y="1578851"/>
                  </a:lnTo>
                  <a:lnTo>
                    <a:pt x="0" y="1636001"/>
                  </a:lnTo>
                  <a:lnTo>
                    <a:pt x="28575" y="1636001"/>
                  </a:lnTo>
                  <a:lnTo>
                    <a:pt x="28575" y="1578851"/>
                  </a:lnTo>
                  <a:close/>
                </a:path>
                <a:path w="2543175" h="1962150">
                  <a:moveTo>
                    <a:pt x="28575" y="1492745"/>
                  </a:moveTo>
                  <a:lnTo>
                    <a:pt x="0" y="1492745"/>
                  </a:lnTo>
                  <a:lnTo>
                    <a:pt x="0" y="1549895"/>
                  </a:lnTo>
                  <a:lnTo>
                    <a:pt x="28575" y="1549895"/>
                  </a:lnTo>
                  <a:lnTo>
                    <a:pt x="28575" y="1492745"/>
                  </a:lnTo>
                  <a:close/>
                </a:path>
                <a:path w="2543175" h="1962150">
                  <a:moveTo>
                    <a:pt x="28575" y="1406639"/>
                  </a:moveTo>
                  <a:lnTo>
                    <a:pt x="0" y="1406639"/>
                  </a:lnTo>
                  <a:lnTo>
                    <a:pt x="0" y="1463789"/>
                  </a:lnTo>
                  <a:lnTo>
                    <a:pt x="28575" y="1463789"/>
                  </a:lnTo>
                  <a:lnTo>
                    <a:pt x="28575" y="1406639"/>
                  </a:lnTo>
                  <a:close/>
                </a:path>
                <a:path w="2543175" h="1962150">
                  <a:moveTo>
                    <a:pt x="28575" y="1320533"/>
                  </a:moveTo>
                  <a:lnTo>
                    <a:pt x="0" y="1320533"/>
                  </a:lnTo>
                  <a:lnTo>
                    <a:pt x="0" y="1377683"/>
                  </a:lnTo>
                  <a:lnTo>
                    <a:pt x="28575" y="1377683"/>
                  </a:lnTo>
                  <a:lnTo>
                    <a:pt x="28575" y="1320533"/>
                  </a:lnTo>
                  <a:close/>
                </a:path>
                <a:path w="2543175" h="1962150">
                  <a:moveTo>
                    <a:pt x="28575" y="1234427"/>
                  </a:moveTo>
                  <a:lnTo>
                    <a:pt x="0" y="1234427"/>
                  </a:lnTo>
                  <a:lnTo>
                    <a:pt x="0" y="1291577"/>
                  </a:lnTo>
                  <a:lnTo>
                    <a:pt x="28575" y="1291577"/>
                  </a:lnTo>
                  <a:lnTo>
                    <a:pt x="28575" y="1234427"/>
                  </a:lnTo>
                  <a:close/>
                </a:path>
                <a:path w="2543175" h="1962150">
                  <a:moveTo>
                    <a:pt x="28575" y="1148321"/>
                  </a:moveTo>
                  <a:lnTo>
                    <a:pt x="0" y="1148321"/>
                  </a:lnTo>
                  <a:lnTo>
                    <a:pt x="0" y="1205471"/>
                  </a:lnTo>
                  <a:lnTo>
                    <a:pt x="28575" y="1205471"/>
                  </a:lnTo>
                  <a:lnTo>
                    <a:pt x="28575" y="1148321"/>
                  </a:lnTo>
                  <a:close/>
                </a:path>
                <a:path w="2543175" h="1962150">
                  <a:moveTo>
                    <a:pt x="28575" y="1062215"/>
                  </a:moveTo>
                  <a:lnTo>
                    <a:pt x="0" y="1062215"/>
                  </a:lnTo>
                  <a:lnTo>
                    <a:pt x="0" y="1119365"/>
                  </a:lnTo>
                  <a:lnTo>
                    <a:pt x="28575" y="1119365"/>
                  </a:lnTo>
                  <a:lnTo>
                    <a:pt x="28575" y="1062215"/>
                  </a:lnTo>
                  <a:close/>
                </a:path>
                <a:path w="2543175" h="1962150">
                  <a:moveTo>
                    <a:pt x="28575" y="976109"/>
                  </a:moveTo>
                  <a:lnTo>
                    <a:pt x="0" y="976109"/>
                  </a:lnTo>
                  <a:lnTo>
                    <a:pt x="0" y="1033259"/>
                  </a:lnTo>
                  <a:lnTo>
                    <a:pt x="28575" y="1033259"/>
                  </a:lnTo>
                  <a:lnTo>
                    <a:pt x="28575" y="976109"/>
                  </a:lnTo>
                  <a:close/>
                </a:path>
                <a:path w="2543175" h="1962150">
                  <a:moveTo>
                    <a:pt x="28575" y="890003"/>
                  </a:moveTo>
                  <a:lnTo>
                    <a:pt x="0" y="890003"/>
                  </a:lnTo>
                  <a:lnTo>
                    <a:pt x="0" y="947153"/>
                  </a:lnTo>
                  <a:lnTo>
                    <a:pt x="28575" y="947153"/>
                  </a:lnTo>
                  <a:lnTo>
                    <a:pt x="28575" y="890003"/>
                  </a:lnTo>
                  <a:close/>
                </a:path>
                <a:path w="2543175" h="1962150">
                  <a:moveTo>
                    <a:pt x="28575" y="803897"/>
                  </a:moveTo>
                  <a:lnTo>
                    <a:pt x="0" y="803897"/>
                  </a:lnTo>
                  <a:lnTo>
                    <a:pt x="0" y="861047"/>
                  </a:lnTo>
                  <a:lnTo>
                    <a:pt x="28575" y="861047"/>
                  </a:lnTo>
                  <a:lnTo>
                    <a:pt x="28575" y="803897"/>
                  </a:lnTo>
                  <a:close/>
                </a:path>
                <a:path w="2543175" h="1962150">
                  <a:moveTo>
                    <a:pt x="28575" y="717791"/>
                  </a:moveTo>
                  <a:lnTo>
                    <a:pt x="0" y="717791"/>
                  </a:lnTo>
                  <a:lnTo>
                    <a:pt x="0" y="774941"/>
                  </a:lnTo>
                  <a:lnTo>
                    <a:pt x="28575" y="774941"/>
                  </a:lnTo>
                  <a:lnTo>
                    <a:pt x="28575" y="717791"/>
                  </a:lnTo>
                  <a:close/>
                </a:path>
                <a:path w="2543175" h="1962150">
                  <a:moveTo>
                    <a:pt x="28575" y="631685"/>
                  </a:moveTo>
                  <a:lnTo>
                    <a:pt x="0" y="631685"/>
                  </a:lnTo>
                  <a:lnTo>
                    <a:pt x="0" y="688835"/>
                  </a:lnTo>
                  <a:lnTo>
                    <a:pt x="28575" y="688835"/>
                  </a:lnTo>
                  <a:lnTo>
                    <a:pt x="28575" y="631685"/>
                  </a:lnTo>
                  <a:close/>
                </a:path>
                <a:path w="2543175" h="1962150">
                  <a:moveTo>
                    <a:pt x="28575" y="545579"/>
                  </a:moveTo>
                  <a:lnTo>
                    <a:pt x="0" y="545579"/>
                  </a:lnTo>
                  <a:lnTo>
                    <a:pt x="0" y="602729"/>
                  </a:lnTo>
                  <a:lnTo>
                    <a:pt x="28575" y="602729"/>
                  </a:lnTo>
                  <a:lnTo>
                    <a:pt x="28575" y="545579"/>
                  </a:lnTo>
                  <a:close/>
                </a:path>
                <a:path w="2543175" h="1962150">
                  <a:moveTo>
                    <a:pt x="28575" y="459473"/>
                  </a:moveTo>
                  <a:lnTo>
                    <a:pt x="0" y="459473"/>
                  </a:lnTo>
                  <a:lnTo>
                    <a:pt x="0" y="516623"/>
                  </a:lnTo>
                  <a:lnTo>
                    <a:pt x="28575" y="516623"/>
                  </a:lnTo>
                  <a:lnTo>
                    <a:pt x="28575" y="459473"/>
                  </a:lnTo>
                  <a:close/>
                </a:path>
                <a:path w="2543175" h="1962150">
                  <a:moveTo>
                    <a:pt x="28575" y="373367"/>
                  </a:moveTo>
                  <a:lnTo>
                    <a:pt x="0" y="373367"/>
                  </a:lnTo>
                  <a:lnTo>
                    <a:pt x="0" y="430517"/>
                  </a:lnTo>
                  <a:lnTo>
                    <a:pt x="28575" y="430517"/>
                  </a:lnTo>
                  <a:lnTo>
                    <a:pt x="28575" y="373367"/>
                  </a:lnTo>
                  <a:close/>
                </a:path>
                <a:path w="2543175" h="1962150">
                  <a:moveTo>
                    <a:pt x="28575" y="287261"/>
                  </a:moveTo>
                  <a:lnTo>
                    <a:pt x="0" y="287261"/>
                  </a:lnTo>
                  <a:lnTo>
                    <a:pt x="0" y="344411"/>
                  </a:lnTo>
                  <a:lnTo>
                    <a:pt x="28575" y="344411"/>
                  </a:lnTo>
                  <a:lnTo>
                    <a:pt x="28575" y="287261"/>
                  </a:lnTo>
                  <a:close/>
                </a:path>
                <a:path w="2543175" h="1962150">
                  <a:moveTo>
                    <a:pt x="28575" y="201155"/>
                  </a:moveTo>
                  <a:lnTo>
                    <a:pt x="0" y="201155"/>
                  </a:lnTo>
                  <a:lnTo>
                    <a:pt x="0" y="258305"/>
                  </a:lnTo>
                  <a:lnTo>
                    <a:pt x="28575" y="258305"/>
                  </a:lnTo>
                  <a:lnTo>
                    <a:pt x="28575" y="201155"/>
                  </a:lnTo>
                  <a:close/>
                </a:path>
                <a:path w="2543175" h="1962150">
                  <a:moveTo>
                    <a:pt x="31724" y="1803476"/>
                  </a:moveTo>
                  <a:lnTo>
                    <a:pt x="31661" y="1803247"/>
                  </a:lnTo>
                  <a:lnTo>
                    <a:pt x="29349" y="1787601"/>
                  </a:lnTo>
                  <a:lnTo>
                    <a:pt x="28575" y="1771650"/>
                  </a:lnTo>
                  <a:lnTo>
                    <a:pt x="28575" y="1751063"/>
                  </a:lnTo>
                  <a:lnTo>
                    <a:pt x="0" y="1751063"/>
                  </a:lnTo>
                  <a:lnTo>
                    <a:pt x="0" y="1771650"/>
                  </a:lnTo>
                  <a:lnTo>
                    <a:pt x="914" y="1790420"/>
                  </a:lnTo>
                  <a:lnTo>
                    <a:pt x="3632" y="1808822"/>
                  </a:lnTo>
                  <a:lnTo>
                    <a:pt x="3695" y="1809089"/>
                  </a:lnTo>
                  <a:lnTo>
                    <a:pt x="31724" y="1803476"/>
                  </a:lnTo>
                  <a:close/>
                </a:path>
                <a:path w="2543175" h="1962150">
                  <a:moveTo>
                    <a:pt x="42684" y="124764"/>
                  </a:moveTo>
                  <a:lnTo>
                    <a:pt x="16598" y="113169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914" y="171742"/>
                  </a:lnTo>
                  <a:lnTo>
                    <a:pt x="901" y="172008"/>
                  </a:lnTo>
                  <a:lnTo>
                    <a:pt x="29337" y="174777"/>
                  </a:lnTo>
                  <a:lnTo>
                    <a:pt x="29349" y="174548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2684" y="124764"/>
                  </a:lnTo>
                  <a:close/>
                </a:path>
                <a:path w="2543175" h="1962150">
                  <a:moveTo>
                    <a:pt x="64693" y="1873554"/>
                  </a:moveTo>
                  <a:lnTo>
                    <a:pt x="55791" y="1861553"/>
                  </a:lnTo>
                  <a:lnTo>
                    <a:pt x="47726" y="1848065"/>
                  </a:lnTo>
                  <a:lnTo>
                    <a:pt x="40906" y="1833626"/>
                  </a:lnTo>
                  <a:lnTo>
                    <a:pt x="39306" y="1829168"/>
                  </a:lnTo>
                  <a:lnTo>
                    <a:pt x="12623" y="1839328"/>
                  </a:lnTo>
                  <a:lnTo>
                    <a:pt x="14503" y="1844560"/>
                  </a:lnTo>
                  <a:lnTo>
                    <a:pt x="22529" y="1861553"/>
                  </a:lnTo>
                  <a:lnTo>
                    <a:pt x="32080" y="1877517"/>
                  </a:lnTo>
                  <a:lnTo>
                    <a:pt x="42494" y="1891538"/>
                  </a:lnTo>
                  <a:lnTo>
                    <a:pt x="64693" y="1873554"/>
                  </a:lnTo>
                  <a:close/>
                </a:path>
                <a:path w="2543175" h="1962150">
                  <a:moveTo>
                    <a:pt x="89916" y="63728"/>
                  </a:moveTo>
                  <a:lnTo>
                    <a:pt x="72161" y="41363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038" y="86385"/>
                  </a:lnTo>
                  <a:lnTo>
                    <a:pt x="54965" y="102006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89916" y="63728"/>
                  </a:lnTo>
                  <a:close/>
                </a:path>
                <a:path w="2543175" h="1962150">
                  <a:moveTo>
                    <a:pt x="126187" y="1920151"/>
                  </a:moveTo>
                  <a:lnTo>
                    <a:pt x="114096" y="1914436"/>
                  </a:lnTo>
                  <a:lnTo>
                    <a:pt x="100533" y="1906320"/>
                  </a:lnTo>
                  <a:lnTo>
                    <a:pt x="87833" y="1896884"/>
                  </a:lnTo>
                  <a:lnTo>
                    <a:pt x="83045" y="1892541"/>
                  </a:lnTo>
                  <a:lnTo>
                    <a:pt x="64071" y="1913864"/>
                  </a:lnTo>
                  <a:lnTo>
                    <a:pt x="69710" y="1918982"/>
                  </a:lnTo>
                  <a:lnTo>
                    <a:pt x="84645" y="1930082"/>
                  </a:lnTo>
                  <a:lnTo>
                    <a:pt x="100609" y="1939632"/>
                  </a:lnTo>
                  <a:lnTo>
                    <a:pt x="114846" y="1946351"/>
                  </a:lnTo>
                  <a:lnTo>
                    <a:pt x="126187" y="1920151"/>
                  </a:lnTo>
                  <a:close/>
                </a:path>
                <a:path w="2543175" h="1962150">
                  <a:moveTo>
                    <a:pt x="160274" y="31457"/>
                  </a:moveTo>
                  <a:lnTo>
                    <a:pt x="154940" y="3390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7726" y="24257"/>
                  </a:lnTo>
                  <a:lnTo>
                    <a:pt x="111645" y="49187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274" y="31457"/>
                  </a:lnTo>
                  <a:close/>
                </a:path>
                <a:path w="2543175" h="1962150">
                  <a:moveTo>
                    <a:pt x="202946" y="1933575"/>
                  </a:moveTo>
                  <a:lnTo>
                    <a:pt x="190500" y="1933575"/>
                  </a:lnTo>
                  <a:lnTo>
                    <a:pt x="174548" y="1932813"/>
                  </a:lnTo>
                  <a:lnTo>
                    <a:pt x="158915" y="1930501"/>
                  </a:lnTo>
                  <a:lnTo>
                    <a:pt x="151472" y="1928634"/>
                  </a:lnTo>
                  <a:lnTo>
                    <a:pt x="144589" y="1956333"/>
                  </a:lnTo>
                  <a:lnTo>
                    <a:pt x="153339" y="1958530"/>
                  </a:lnTo>
                  <a:lnTo>
                    <a:pt x="171742" y="1961248"/>
                  </a:lnTo>
                  <a:lnTo>
                    <a:pt x="190500" y="1962150"/>
                  </a:lnTo>
                  <a:lnTo>
                    <a:pt x="202946" y="1962150"/>
                  </a:lnTo>
                  <a:lnTo>
                    <a:pt x="202946" y="1933575"/>
                  </a:lnTo>
                  <a:close/>
                </a:path>
                <a:path w="2543175" h="1962150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72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2543175" h="1962150">
                  <a:moveTo>
                    <a:pt x="289052" y="1933575"/>
                  </a:moveTo>
                  <a:lnTo>
                    <a:pt x="231902" y="1933575"/>
                  </a:lnTo>
                  <a:lnTo>
                    <a:pt x="231902" y="1962150"/>
                  </a:lnTo>
                  <a:lnTo>
                    <a:pt x="289052" y="1962150"/>
                  </a:lnTo>
                  <a:lnTo>
                    <a:pt x="289052" y="1933575"/>
                  </a:lnTo>
                  <a:close/>
                </a:path>
                <a:path w="2543175" h="1962150">
                  <a:moveTo>
                    <a:pt x="333756" y="0"/>
                  </a:moveTo>
                  <a:lnTo>
                    <a:pt x="276606" y="0"/>
                  </a:lnTo>
                  <a:lnTo>
                    <a:pt x="276606" y="28575"/>
                  </a:lnTo>
                  <a:lnTo>
                    <a:pt x="333756" y="28575"/>
                  </a:lnTo>
                  <a:lnTo>
                    <a:pt x="333756" y="0"/>
                  </a:lnTo>
                  <a:close/>
                </a:path>
                <a:path w="2543175" h="1962150">
                  <a:moveTo>
                    <a:pt x="375158" y="1933575"/>
                  </a:moveTo>
                  <a:lnTo>
                    <a:pt x="318008" y="1933575"/>
                  </a:lnTo>
                  <a:lnTo>
                    <a:pt x="318008" y="1962150"/>
                  </a:lnTo>
                  <a:lnTo>
                    <a:pt x="375158" y="1962150"/>
                  </a:lnTo>
                  <a:lnTo>
                    <a:pt x="375158" y="1933575"/>
                  </a:lnTo>
                  <a:close/>
                </a:path>
                <a:path w="2543175" h="1962150">
                  <a:moveTo>
                    <a:pt x="419862" y="0"/>
                  </a:moveTo>
                  <a:lnTo>
                    <a:pt x="362712" y="0"/>
                  </a:lnTo>
                  <a:lnTo>
                    <a:pt x="362712" y="28575"/>
                  </a:lnTo>
                  <a:lnTo>
                    <a:pt x="419862" y="28575"/>
                  </a:lnTo>
                  <a:lnTo>
                    <a:pt x="419862" y="0"/>
                  </a:lnTo>
                  <a:close/>
                </a:path>
                <a:path w="2543175" h="1962150">
                  <a:moveTo>
                    <a:pt x="461264" y="1933575"/>
                  </a:moveTo>
                  <a:lnTo>
                    <a:pt x="404114" y="1933575"/>
                  </a:lnTo>
                  <a:lnTo>
                    <a:pt x="404114" y="1962150"/>
                  </a:lnTo>
                  <a:lnTo>
                    <a:pt x="461264" y="1962150"/>
                  </a:lnTo>
                  <a:lnTo>
                    <a:pt x="461264" y="1933575"/>
                  </a:lnTo>
                  <a:close/>
                </a:path>
                <a:path w="2543175" h="1962150">
                  <a:moveTo>
                    <a:pt x="505968" y="0"/>
                  </a:moveTo>
                  <a:lnTo>
                    <a:pt x="448818" y="0"/>
                  </a:lnTo>
                  <a:lnTo>
                    <a:pt x="448818" y="28575"/>
                  </a:lnTo>
                  <a:lnTo>
                    <a:pt x="505968" y="28575"/>
                  </a:lnTo>
                  <a:lnTo>
                    <a:pt x="505968" y="0"/>
                  </a:lnTo>
                  <a:close/>
                </a:path>
                <a:path w="2543175" h="1962150">
                  <a:moveTo>
                    <a:pt x="547370" y="1933575"/>
                  </a:moveTo>
                  <a:lnTo>
                    <a:pt x="490220" y="1933575"/>
                  </a:lnTo>
                  <a:lnTo>
                    <a:pt x="490220" y="1962150"/>
                  </a:lnTo>
                  <a:lnTo>
                    <a:pt x="547370" y="1962150"/>
                  </a:lnTo>
                  <a:lnTo>
                    <a:pt x="547370" y="1933575"/>
                  </a:lnTo>
                  <a:close/>
                </a:path>
                <a:path w="2543175" h="1962150">
                  <a:moveTo>
                    <a:pt x="592074" y="0"/>
                  </a:moveTo>
                  <a:lnTo>
                    <a:pt x="534924" y="0"/>
                  </a:lnTo>
                  <a:lnTo>
                    <a:pt x="534924" y="28575"/>
                  </a:lnTo>
                  <a:lnTo>
                    <a:pt x="592074" y="28575"/>
                  </a:lnTo>
                  <a:lnTo>
                    <a:pt x="592074" y="0"/>
                  </a:lnTo>
                  <a:close/>
                </a:path>
                <a:path w="2543175" h="1962150">
                  <a:moveTo>
                    <a:pt x="633476" y="1933575"/>
                  </a:moveTo>
                  <a:lnTo>
                    <a:pt x="576326" y="1933575"/>
                  </a:lnTo>
                  <a:lnTo>
                    <a:pt x="576326" y="1962150"/>
                  </a:lnTo>
                  <a:lnTo>
                    <a:pt x="633476" y="1962150"/>
                  </a:lnTo>
                  <a:lnTo>
                    <a:pt x="633476" y="1933575"/>
                  </a:lnTo>
                  <a:close/>
                </a:path>
                <a:path w="2543175" h="1962150">
                  <a:moveTo>
                    <a:pt x="678180" y="0"/>
                  </a:moveTo>
                  <a:lnTo>
                    <a:pt x="621030" y="0"/>
                  </a:lnTo>
                  <a:lnTo>
                    <a:pt x="621030" y="28575"/>
                  </a:lnTo>
                  <a:lnTo>
                    <a:pt x="678180" y="28575"/>
                  </a:lnTo>
                  <a:lnTo>
                    <a:pt x="678180" y="0"/>
                  </a:lnTo>
                  <a:close/>
                </a:path>
                <a:path w="2543175" h="1962150">
                  <a:moveTo>
                    <a:pt x="719582" y="1933575"/>
                  </a:moveTo>
                  <a:lnTo>
                    <a:pt x="662432" y="1933575"/>
                  </a:lnTo>
                  <a:lnTo>
                    <a:pt x="662432" y="1962150"/>
                  </a:lnTo>
                  <a:lnTo>
                    <a:pt x="719582" y="1962150"/>
                  </a:lnTo>
                  <a:lnTo>
                    <a:pt x="719582" y="1933575"/>
                  </a:lnTo>
                  <a:close/>
                </a:path>
                <a:path w="2543175" h="1962150">
                  <a:moveTo>
                    <a:pt x="764286" y="0"/>
                  </a:moveTo>
                  <a:lnTo>
                    <a:pt x="707136" y="0"/>
                  </a:lnTo>
                  <a:lnTo>
                    <a:pt x="707136" y="28575"/>
                  </a:lnTo>
                  <a:lnTo>
                    <a:pt x="764286" y="28575"/>
                  </a:lnTo>
                  <a:lnTo>
                    <a:pt x="764286" y="0"/>
                  </a:lnTo>
                  <a:close/>
                </a:path>
                <a:path w="2543175" h="1962150">
                  <a:moveTo>
                    <a:pt x="805688" y="1933575"/>
                  </a:moveTo>
                  <a:lnTo>
                    <a:pt x="748538" y="1933575"/>
                  </a:lnTo>
                  <a:lnTo>
                    <a:pt x="748538" y="1962150"/>
                  </a:lnTo>
                  <a:lnTo>
                    <a:pt x="805688" y="1962150"/>
                  </a:lnTo>
                  <a:lnTo>
                    <a:pt x="805688" y="1933575"/>
                  </a:lnTo>
                  <a:close/>
                </a:path>
                <a:path w="2543175" h="1962150">
                  <a:moveTo>
                    <a:pt x="850392" y="0"/>
                  </a:moveTo>
                  <a:lnTo>
                    <a:pt x="793242" y="0"/>
                  </a:lnTo>
                  <a:lnTo>
                    <a:pt x="793242" y="28575"/>
                  </a:lnTo>
                  <a:lnTo>
                    <a:pt x="850392" y="28575"/>
                  </a:lnTo>
                  <a:lnTo>
                    <a:pt x="850392" y="0"/>
                  </a:lnTo>
                  <a:close/>
                </a:path>
                <a:path w="2543175" h="1962150">
                  <a:moveTo>
                    <a:pt x="891794" y="1933575"/>
                  </a:moveTo>
                  <a:lnTo>
                    <a:pt x="834644" y="1933575"/>
                  </a:lnTo>
                  <a:lnTo>
                    <a:pt x="834644" y="1962150"/>
                  </a:lnTo>
                  <a:lnTo>
                    <a:pt x="891794" y="1962150"/>
                  </a:lnTo>
                  <a:lnTo>
                    <a:pt x="891794" y="1933575"/>
                  </a:lnTo>
                  <a:close/>
                </a:path>
                <a:path w="2543175" h="1962150">
                  <a:moveTo>
                    <a:pt x="936498" y="0"/>
                  </a:moveTo>
                  <a:lnTo>
                    <a:pt x="879348" y="0"/>
                  </a:lnTo>
                  <a:lnTo>
                    <a:pt x="879348" y="28575"/>
                  </a:lnTo>
                  <a:lnTo>
                    <a:pt x="936498" y="28575"/>
                  </a:lnTo>
                  <a:lnTo>
                    <a:pt x="936498" y="0"/>
                  </a:lnTo>
                  <a:close/>
                </a:path>
                <a:path w="2543175" h="1962150">
                  <a:moveTo>
                    <a:pt x="977900" y="1933575"/>
                  </a:moveTo>
                  <a:lnTo>
                    <a:pt x="920750" y="1933575"/>
                  </a:lnTo>
                  <a:lnTo>
                    <a:pt x="920750" y="1962150"/>
                  </a:lnTo>
                  <a:lnTo>
                    <a:pt x="977900" y="1962150"/>
                  </a:lnTo>
                  <a:lnTo>
                    <a:pt x="977900" y="1933575"/>
                  </a:lnTo>
                  <a:close/>
                </a:path>
                <a:path w="2543175" h="1962150">
                  <a:moveTo>
                    <a:pt x="1022604" y="0"/>
                  </a:moveTo>
                  <a:lnTo>
                    <a:pt x="965454" y="0"/>
                  </a:lnTo>
                  <a:lnTo>
                    <a:pt x="965454" y="28575"/>
                  </a:lnTo>
                  <a:lnTo>
                    <a:pt x="1022604" y="28575"/>
                  </a:lnTo>
                  <a:lnTo>
                    <a:pt x="1022604" y="0"/>
                  </a:lnTo>
                  <a:close/>
                </a:path>
                <a:path w="2543175" h="1962150">
                  <a:moveTo>
                    <a:pt x="1064006" y="1933575"/>
                  </a:moveTo>
                  <a:lnTo>
                    <a:pt x="1006856" y="1933575"/>
                  </a:lnTo>
                  <a:lnTo>
                    <a:pt x="1006856" y="1962150"/>
                  </a:lnTo>
                  <a:lnTo>
                    <a:pt x="1064006" y="1962150"/>
                  </a:lnTo>
                  <a:lnTo>
                    <a:pt x="1064006" y="1933575"/>
                  </a:lnTo>
                  <a:close/>
                </a:path>
                <a:path w="2543175" h="1962150">
                  <a:moveTo>
                    <a:pt x="1108710" y="0"/>
                  </a:moveTo>
                  <a:lnTo>
                    <a:pt x="1051560" y="0"/>
                  </a:lnTo>
                  <a:lnTo>
                    <a:pt x="1051560" y="28575"/>
                  </a:lnTo>
                  <a:lnTo>
                    <a:pt x="1108710" y="28575"/>
                  </a:lnTo>
                  <a:lnTo>
                    <a:pt x="1108710" y="0"/>
                  </a:lnTo>
                  <a:close/>
                </a:path>
                <a:path w="2543175" h="1962150">
                  <a:moveTo>
                    <a:pt x="1150112" y="1933575"/>
                  </a:moveTo>
                  <a:lnTo>
                    <a:pt x="1092962" y="1933575"/>
                  </a:lnTo>
                  <a:lnTo>
                    <a:pt x="1092962" y="1962150"/>
                  </a:lnTo>
                  <a:lnTo>
                    <a:pt x="1150112" y="1962150"/>
                  </a:lnTo>
                  <a:lnTo>
                    <a:pt x="1150112" y="1933575"/>
                  </a:lnTo>
                  <a:close/>
                </a:path>
                <a:path w="2543175" h="1962150">
                  <a:moveTo>
                    <a:pt x="1194816" y="0"/>
                  </a:moveTo>
                  <a:lnTo>
                    <a:pt x="1137666" y="0"/>
                  </a:lnTo>
                  <a:lnTo>
                    <a:pt x="1137666" y="28575"/>
                  </a:lnTo>
                  <a:lnTo>
                    <a:pt x="1194816" y="28575"/>
                  </a:lnTo>
                  <a:lnTo>
                    <a:pt x="1194816" y="0"/>
                  </a:lnTo>
                  <a:close/>
                </a:path>
                <a:path w="2543175" h="1962150">
                  <a:moveTo>
                    <a:pt x="1236218" y="1933575"/>
                  </a:moveTo>
                  <a:lnTo>
                    <a:pt x="1179068" y="1933575"/>
                  </a:lnTo>
                  <a:lnTo>
                    <a:pt x="1179068" y="1962150"/>
                  </a:lnTo>
                  <a:lnTo>
                    <a:pt x="1236218" y="1962150"/>
                  </a:lnTo>
                  <a:lnTo>
                    <a:pt x="1236218" y="1933575"/>
                  </a:lnTo>
                  <a:close/>
                </a:path>
                <a:path w="2543175" h="1962150">
                  <a:moveTo>
                    <a:pt x="1280922" y="0"/>
                  </a:moveTo>
                  <a:lnTo>
                    <a:pt x="1223772" y="0"/>
                  </a:lnTo>
                  <a:lnTo>
                    <a:pt x="1223772" y="28575"/>
                  </a:lnTo>
                  <a:lnTo>
                    <a:pt x="1280922" y="28575"/>
                  </a:lnTo>
                  <a:lnTo>
                    <a:pt x="1280922" y="0"/>
                  </a:lnTo>
                  <a:close/>
                </a:path>
                <a:path w="2543175" h="1962150">
                  <a:moveTo>
                    <a:pt x="1322324" y="1933575"/>
                  </a:moveTo>
                  <a:lnTo>
                    <a:pt x="1265174" y="1933575"/>
                  </a:lnTo>
                  <a:lnTo>
                    <a:pt x="1265174" y="1962150"/>
                  </a:lnTo>
                  <a:lnTo>
                    <a:pt x="1322324" y="1962150"/>
                  </a:lnTo>
                  <a:lnTo>
                    <a:pt x="1322324" y="1933575"/>
                  </a:lnTo>
                  <a:close/>
                </a:path>
                <a:path w="2543175" h="1962150">
                  <a:moveTo>
                    <a:pt x="1367028" y="0"/>
                  </a:moveTo>
                  <a:lnTo>
                    <a:pt x="1309878" y="0"/>
                  </a:lnTo>
                  <a:lnTo>
                    <a:pt x="1309878" y="28575"/>
                  </a:lnTo>
                  <a:lnTo>
                    <a:pt x="1367028" y="28575"/>
                  </a:lnTo>
                  <a:lnTo>
                    <a:pt x="1367028" y="0"/>
                  </a:lnTo>
                  <a:close/>
                </a:path>
                <a:path w="2543175" h="1962150">
                  <a:moveTo>
                    <a:pt x="1408430" y="1933575"/>
                  </a:moveTo>
                  <a:lnTo>
                    <a:pt x="1351280" y="1933575"/>
                  </a:lnTo>
                  <a:lnTo>
                    <a:pt x="1351280" y="1962150"/>
                  </a:lnTo>
                  <a:lnTo>
                    <a:pt x="1408430" y="1962150"/>
                  </a:lnTo>
                  <a:lnTo>
                    <a:pt x="1408430" y="1933575"/>
                  </a:lnTo>
                  <a:close/>
                </a:path>
                <a:path w="2543175" h="1962150">
                  <a:moveTo>
                    <a:pt x="1453134" y="0"/>
                  </a:moveTo>
                  <a:lnTo>
                    <a:pt x="1395984" y="0"/>
                  </a:lnTo>
                  <a:lnTo>
                    <a:pt x="1395984" y="28575"/>
                  </a:lnTo>
                  <a:lnTo>
                    <a:pt x="1453134" y="28575"/>
                  </a:lnTo>
                  <a:lnTo>
                    <a:pt x="1453134" y="0"/>
                  </a:lnTo>
                  <a:close/>
                </a:path>
                <a:path w="2543175" h="1962150">
                  <a:moveTo>
                    <a:pt x="1494536" y="1933575"/>
                  </a:moveTo>
                  <a:lnTo>
                    <a:pt x="1437386" y="1933575"/>
                  </a:lnTo>
                  <a:lnTo>
                    <a:pt x="1437386" y="1962150"/>
                  </a:lnTo>
                  <a:lnTo>
                    <a:pt x="1494536" y="1962150"/>
                  </a:lnTo>
                  <a:lnTo>
                    <a:pt x="1494536" y="1933575"/>
                  </a:lnTo>
                  <a:close/>
                </a:path>
                <a:path w="2543175" h="1962150">
                  <a:moveTo>
                    <a:pt x="1539240" y="0"/>
                  </a:moveTo>
                  <a:lnTo>
                    <a:pt x="1482090" y="0"/>
                  </a:lnTo>
                  <a:lnTo>
                    <a:pt x="1482090" y="28575"/>
                  </a:lnTo>
                  <a:lnTo>
                    <a:pt x="1539240" y="28575"/>
                  </a:lnTo>
                  <a:lnTo>
                    <a:pt x="1539240" y="0"/>
                  </a:lnTo>
                  <a:close/>
                </a:path>
                <a:path w="2543175" h="1962150">
                  <a:moveTo>
                    <a:pt x="1580642" y="1933575"/>
                  </a:moveTo>
                  <a:lnTo>
                    <a:pt x="1523492" y="1933575"/>
                  </a:lnTo>
                  <a:lnTo>
                    <a:pt x="1523492" y="1962150"/>
                  </a:lnTo>
                  <a:lnTo>
                    <a:pt x="1580642" y="1962150"/>
                  </a:lnTo>
                  <a:lnTo>
                    <a:pt x="1580642" y="1933575"/>
                  </a:lnTo>
                  <a:close/>
                </a:path>
                <a:path w="2543175" h="1962150">
                  <a:moveTo>
                    <a:pt x="1625346" y="0"/>
                  </a:moveTo>
                  <a:lnTo>
                    <a:pt x="1568196" y="0"/>
                  </a:lnTo>
                  <a:lnTo>
                    <a:pt x="1568196" y="28575"/>
                  </a:lnTo>
                  <a:lnTo>
                    <a:pt x="1625346" y="28575"/>
                  </a:lnTo>
                  <a:lnTo>
                    <a:pt x="1625346" y="0"/>
                  </a:lnTo>
                  <a:close/>
                </a:path>
                <a:path w="2543175" h="1962150">
                  <a:moveTo>
                    <a:pt x="1666748" y="1933575"/>
                  </a:moveTo>
                  <a:lnTo>
                    <a:pt x="1609598" y="1933575"/>
                  </a:lnTo>
                  <a:lnTo>
                    <a:pt x="1609598" y="1962150"/>
                  </a:lnTo>
                  <a:lnTo>
                    <a:pt x="1666748" y="1962150"/>
                  </a:lnTo>
                  <a:lnTo>
                    <a:pt x="1666748" y="1933575"/>
                  </a:lnTo>
                  <a:close/>
                </a:path>
                <a:path w="2543175" h="1962150">
                  <a:moveTo>
                    <a:pt x="1711452" y="0"/>
                  </a:moveTo>
                  <a:lnTo>
                    <a:pt x="1654302" y="0"/>
                  </a:lnTo>
                  <a:lnTo>
                    <a:pt x="1654302" y="28575"/>
                  </a:lnTo>
                  <a:lnTo>
                    <a:pt x="1711452" y="28575"/>
                  </a:lnTo>
                  <a:lnTo>
                    <a:pt x="1711452" y="0"/>
                  </a:lnTo>
                  <a:close/>
                </a:path>
                <a:path w="2543175" h="1962150">
                  <a:moveTo>
                    <a:pt x="1752854" y="1933575"/>
                  </a:moveTo>
                  <a:lnTo>
                    <a:pt x="1695704" y="1933575"/>
                  </a:lnTo>
                  <a:lnTo>
                    <a:pt x="1695704" y="1962150"/>
                  </a:lnTo>
                  <a:lnTo>
                    <a:pt x="1752854" y="1962150"/>
                  </a:lnTo>
                  <a:lnTo>
                    <a:pt x="1752854" y="1933575"/>
                  </a:lnTo>
                  <a:close/>
                </a:path>
                <a:path w="2543175" h="1962150">
                  <a:moveTo>
                    <a:pt x="1797558" y="0"/>
                  </a:moveTo>
                  <a:lnTo>
                    <a:pt x="1740408" y="0"/>
                  </a:lnTo>
                  <a:lnTo>
                    <a:pt x="1740408" y="28575"/>
                  </a:lnTo>
                  <a:lnTo>
                    <a:pt x="1797558" y="28575"/>
                  </a:lnTo>
                  <a:lnTo>
                    <a:pt x="1797558" y="0"/>
                  </a:lnTo>
                  <a:close/>
                </a:path>
                <a:path w="2543175" h="1962150">
                  <a:moveTo>
                    <a:pt x="1838960" y="1933575"/>
                  </a:moveTo>
                  <a:lnTo>
                    <a:pt x="1781810" y="1933575"/>
                  </a:lnTo>
                  <a:lnTo>
                    <a:pt x="1781810" y="1962150"/>
                  </a:lnTo>
                  <a:lnTo>
                    <a:pt x="1838960" y="1962150"/>
                  </a:lnTo>
                  <a:lnTo>
                    <a:pt x="1838960" y="1933575"/>
                  </a:lnTo>
                  <a:close/>
                </a:path>
                <a:path w="2543175" h="1962150">
                  <a:moveTo>
                    <a:pt x="1883664" y="0"/>
                  </a:moveTo>
                  <a:lnTo>
                    <a:pt x="1826514" y="0"/>
                  </a:lnTo>
                  <a:lnTo>
                    <a:pt x="1826514" y="28575"/>
                  </a:lnTo>
                  <a:lnTo>
                    <a:pt x="1883664" y="28575"/>
                  </a:lnTo>
                  <a:lnTo>
                    <a:pt x="1883664" y="0"/>
                  </a:lnTo>
                  <a:close/>
                </a:path>
                <a:path w="2543175" h="1962150">
                  <a:moveTo>
                    <a:pt x="1925066" y="1933575"/>
                  </a:moveTo>
                  <a:lnTo>
                    <a:pt x="1867916" y="1933575"/>
                  </a:lnTo>
                  <a:lnTo>
                    <a:pt x="1867916" y="1962150"/>
                  </a:lnTo>
                  <a:lnTo>
                    <a:pt x="1925066" y="1962150"/>
                  </a:lnTo>
                  <a:lnTo>
                    <a:pt x="1925066" y="1933575"/>
                  </a:lnTo>
                  <a:close/>
                </a:path>
                <a:path w="2543175" h="1962150">
                  <a:moveTo>
                    <a:pt x="1969770" y="0"/>
                  </a:moveTo>
                  <a:lnTo>
                    <a:pt x="1912620" y="0"/>
                  </a:lnTo>
                  <a:lnTo>
                    <a:pt x="1912620" y="28575"/>
                  </a:lnTo>
                  <a:lnTo>
                    <a:pt x="1969770" y="28575"/>
                  </a:lnTo>
                  <a:lnTo>
                    <a:pt x="1969770" y="0"/>
                  </a:lnTo>
                  <a:close/>
                </a:path>
                <a:path w="2543175" h="1962150">
                  <a:moveTo>
                    <a:pt x="2011172" y="1933575"/>
                  </a:moveTo>
                  <a:lnTo>
                    <a:pt x="1954022" y="1933575"/>
                  </a:lnTo>
                  <a:lnTo>
                    <a:pt x="1954022" y="1962150"/>
                  </a:lnTo>
                  <a:lnTo>
                    <a:pt x="2011172" y="1962150"/>
                  </a:lnTo>
                  <a:lnTo>
                    <a:pt x="2011172" y="1933575"/>
                  </a:lnTo>
                  <a:close/>
                </a:path>
                <a:path w="2543175" h="1962150">
                  <a:moveTo>
                    <a:pt x="2055876" y="0"/>
                  </a:moveTo>
                  <a:lnTo>
                    <a:pt x="1998726" y="0"/>
                  </a:lnTo>
                  <a:lnTo>
                    <a:pt x="1998726" y="28575"/>
                  </a:lnTo>
                  <a:lnTo>
                    <a:pt x="2055876" y="28575"/>
                  </a:lnTo>
                  <a:lnTo>
                    <a:pt x="2055876" y="0"/>
                  </a:lnTo>
                  <a:close/>
                </a:path>
                <a:path w="2543175" h="1962150">
                  <a:moveTo>
                    <a:pt x="2097278" y="1933575"/>
                  </a:moveTo>
                  <a:lnTo>
                    <a:pt x="2040128" y="1933575"/>
                  </a:lnTo>
                  <a:lnTo>
                    <a:pt x="2040128" y="1962150"/>
                  </a:lnTo>
                  <a:lnTo>
                    <a:pt x="2097278" y="1962150"/>
                  </a:lnTo>
                  <a:lnTo>
                    <a:pt x="2097278" y="1933575"/>
                  </a:lnTo>
                  <a:close/>
                </a:path>
                <a:path w="2543175" h="1962150">
                  <a:moveTo>
                    <a:pt x="2141982" y="0"/>
                  </a:moveTo>
                  <a:lnTo>
                    <a:pt x="2084832" y="0"/>
                  </a:lnTo>
                  <a:lnTo>
                    <a:pt x="2084832" y="28575"/>
                  </a:lnTo>
                  <a:lnTo>
                    <a:pt x="2141982" y="28575"/>
                  </a:lnTo>
                  <a:lnTo>
                    <a:pt x="2141982" y="0"/>
                  </a:lnTo>
                  <a:close/>
                </a:path>
                <a:path w="2543175" h="1962150">
                  <a:moveTo>
                    <a:pt x="2183384" y="1933575"/>
                  </a:moveTo>
                  <a:lnTo>
                    <a:pt x="2126234" y="1933575"/>
                  </a:lnTo>
                  <a:lnTo>
                    <a:pt x="2126234" y="1962150"/>
                  </a:lnTo>
                  <a:lnTo>
                    <a:pt x="2183384" y="1962150"/>
                  </a:lnTo>
                  <a:lnTo>
                    <a:pt x="2183384" y="1933575"/>
                  </a:lnTo>
                  <a:close/>
                </a:path>
                <a:path w="2543175" h="1962150">
                  <a:moveTo>
                    <a:pt x="2228088" y="0"/>
                  </a:moveTo>
                  <a:lnTo>
                    <a:pt x="2170938" y="0"/>
                  </a:lnTo>
                  <a:lnTo>
                    <a:pt x="2170938" y="28575"/>
                  </a:lnTo>
                  <a:lnTo>
                    <a:pt x="2228088" y="28575"/>
                  </a:lnTo>
                  <a:lnTo>
                    <a:pt x="2228088" y="0"/>
                  </a:lnTo>
                  <a:close/>
                </a:path>
                <a:path w="2543175" h="1962150">
                  <a:moveTo>
                    <a:pt x="2269490" y="1933575"/>
                  </a:moveTo>
                  <a:lnTo>
                    <a:pt x="2212340" y="1933575"/>
                  </a:lnTo>
                  <a:lnTo>
                    <a:pt x="2212340" y="1962150"/>
                  </a:lnTo>
                  <a:lnTo>
                    <a:pt x="2269490" y="1962150"/>
                  </a:lnTo>
                  <a:lnTo>
                    <a:pt x="2269490" y="1933575"/>
                  </a:lnTo>
                  <a:close/>
                </a:path>
                <a:path w="2543175" h="1962150">
                  <a:moveTo>
                    <a:pt x="2314194" y="0"/>
                  </a:moveTo>
                  <a:lnTo>
                    <a:pt x="2257044" y="0"/>
                  </a:lnTo>
                  <a:lnTo>
                    <a:pt x="2257044" y="28575"/>
                  </a:lnTo>
                  <a:lnTo>
                    <a:pt x="2314194" y="28575"/>
                  </a:lnTo>
                  <a:lnTo>
                    <a:pt x="2314194" y="0"/>
                  </a:lnTo>
                  <a:close/>
                </a:path>
                <a:path w="2543175" h="1962150">
                  <a:moveTo>
                    <a:pt x="2355583" y="1962010"/>
                  </a:moveTo>
                  <a:lnTo>
                    <a:pt x="2355138" y="1933575"/>
                  </a:lnTo>
                  <a:lnTo>
                    <a:pt x="2298446" y="1933575"/>
                  </a:lnTo>
                  <a:lnTo>
                    <a:pt x="2298446" y="1962150"/>
                  </a:lnTo>
                  <a:lnTo>
                    <a:pt x="2352675" y="1962150"/>
                  </a:lnTo>
                  <a:lnTo>
                    <a:pt x="2355583" y="1962010"/>
                  </a:lnTo>
                  <a:close/>
                </a:path>
                <a:path w="2543175" h="1962150">
                  <a:moveTo>
                    <a:pt x="2401659" y="6591"/>
                  </a:moveTo>
                  <a:lnTo>
                    <a:pt x="2389848" y="3632"/>
                  </a:lnTo>
                  <a:lnTo>
                    <a:pt x="2371445" y="914"/>
                  </a:lnTo>
                  <a:lnTo>
                    <a:pt x="2352675" y="0"/>
                  </a:lnTo>
                  <a:lnTo>
                    <a:pt x="2343150" y="0"/>
                  </a:lnTo>
                  <a:lnTo>
                    <a:pt x="2343150" y="28575"/>
                  </a:lnTo>
                  <a:lnTo>
                    <a:pt x="2352675" y="28575"/>
                  </a:lnTo>
                  <a:lnTo>
                    <a:pt x="2368626" y="29349"/>
                  </a:lnTo>
                  <a:lnTo>
                    <a:pt x="2384272" y="31661"/>
                  </a:lnTo>
                  <a:lnTo>
                    <a:pt x="2394305" y="34188"/>
                  </a:lnTo>
                  <a:lnTo>
                    <a:pt x="2401659" y="6591"/>
                  </a:lnTo>
                  <a:close/>
                </a:path>
                <a:path w="2543175" h="1962150">
                  <a:moveTo>
                    <a:pt x="2442832" y="1939480"/>
                  </a:moveTo>
                  <a:lnTo>
                    <a:pt x="2429306" y="1914309"/>
                  </a:lnTo>
                  <a:lnTo>
                    <a:pt x="2429091" y="1914436"/>
                  </a:lnTo>
                  <a:lnTo>
                    <a:pt x="2414651" y="1921256"/>
                  </a:lnTo>
                  <a:lnTo>
                    <a:pt x="2399614" y="1926653"/>
                  </a:lnTo>
                  <a:lnTo>
                    <a:pt x="2384272" y="1930501"/>
                  </a:lnTo>
                  <a:lnTo>
                    <a:pt x="2380310" y="1931085"/>
                  </a:lnTo>
                  <a:lnTo>
                    <a:pt x="2385187" y="1959216"/>
                  </a:lnTo>
                  <a:lnTo>
                    <a:pt x="2389848" y="1958530"/>
                  </a:lnTo>
                  <a:lnTo>
                    <a:pt x="2407894" y="1953996"/>
                  </a:lnTo>
                  <a:lnTo>
                    <a:pt x="2425585" y="1947659"/>
                  </a:lnTo>
                  <a:lnTo>
                    <a:pt x="2442578" y="1939632"/>
                  </a:lnTo>
                  <a:lnTo>
                    <a:pt x="2442832" y="1939480"/>
                  </a:lnTo>
                  <a:close/>
                </a:path>
                <a:path w="2543175" h="1962150">
                  <a:moveTo>
                    <a:pt x="2481427" y="50393"/>
                  </a:moveTo>
                  <a:lnTo>
                    <a:pt x="2473388" y="43116"/>
                  </a:lnTo>
                  <a:lnTo>
                    <a:pt x="2458542" y="32080"/>
                  </a:lnTo>
                  <a:lnTo>
                    <a:pt x="2442578" y="22529"/>
                  </a:lnTo>
                  <a:lnTo>
                    <a:pt x="2431072" y="17106"/>
                  </a:lnTo>
                  <a:lnTo>
                    <a:pt x="2419312" y="43116"/>
                  </a:lnTo>
                  <a:lnTo>
                    <a:pt x="2429091" y="47726"/>
                  </a:lnTo>
                  <a:lnTo>
                    <a:pt x="2442654" y="55841"/>
                  </a:lnTo>
                  <a:lnTo>
                    <a:pt x="2455354" y="65278"/>
                  </a:lnTo>
                  <a:lnTo>
                    <a:pt x="2462111" y="71412"/>
                  </a:lnTo>
                  <a:lnTo>
                    <a:pt x="2481427" y="50393"/>
                  </a:lnTo>
                  <a:close/>
                </a:path>
                <a:path w="2543175" h="1962150">
                  <a:moveTo>
                    <a:pt x="2510472" y="1878368"/>
                  </a:moveTo>
                  <a:lnTo>
                    <a:pt x="2486799" y="1862366"/>
                  </a:lnTo>
                  <a:lnTo>
                    <a:pt x="2477909" y="1874329"/>
                  </a:lnTo>
                  <a:lnTo>
                    <a:pt x="2467178" y="1886153"/>
                  </a:lnTo>
                  <a:lnTo>
                    <a:pt x="2455354" y="1896884"/>
                  </a:lnTo>
                  <a:lnTo>
                    <a:pt x="2451150" y="1900008"/>
                  </a:lnTo>
                  <a:lnTo>
                    <a:pt x="2468524" y="1922665"/>
                  </a:lnTo>
                  <a:lnTo>
                    <a:pt x="2473477" y="1918982"/>
                  </a:lnTo>
                  <a:lnTo>
                    <a:pt x="2487384" y="1906358"/>
                  </a:lnTo>
                  <a:lnTo>
                    <a:pt x="2500007" y="1892452"/>
                  </a:lnTo>
                  <a:lnTo>
                    <a:pt x="2510472" y="1878368"/>
                  </a:lnTo>
                  <a:close/>
                </a:path>
                <a:path w="2543175" h="1962150">
                  <a:moveTo>
                    <a:pt x="2531643" y="125882"/>
                  </a:moveTo>
                  <a:lnTo>
                    <a:pt x="2528684" y="117602"/>
                  </a:lnTo>
                  <a:lnTo>
                    <a:pt x="2520607" y="100533"/>
                  </a:lnTo>
                  <a:lnTo>
                    <a:pt x="2511107" y="84645"/>
                  </a:lnTo>
                  <a:lnTo>
                    <a:pt x="2502547" y="73126"/>
                  </a:lnTo>
                  <a:lnTo>
                    <a:pt x="2480068" y="90728"/>
                  </a:lnTo>
                  <a:lnTo>
                    <a:pt x="2487345" y="100533"/>
                  </a:lnTo>
                  <a:lnTo>
                    <a:pt x="2495461" y="114096"/>
                  </a:lnTo>
                  <a:lnTo>
                    <a:pt x="2502281" y="128536"/>
                  </a:lnTo>
                  <a:lnTo>
                    <a:pt x="2504808" y="135572"/>
                  </a:lnTo>
                  <a:lnTo>
                    <a:pt x="2531643" y="125882"/>
                  </a:lnTo>
                  <a:close/>
                </a:path>
                <a:path w="2543175" h="1962150">
                  <a:moveTo>
                    <a:pt x="2541867" y="1793138"/>
                  </a:moveTo>
                  <a:lnTo>
                    <a:pt x="2513495" y="1789912"/>
                  </a:lnTo>
                  <a:lnTo>
                    <a:pt x="2511526" y="1803247"/>
                  </a:lnTo>
                  <a:lnTo>
                    <a:pt x="2507678" y="1818589"/>
                  </a:lnTo>
                  <a:lnTo>
                    <a:pt x="2502281" y="1833626"/>
                  </a:lnTo>
                  <a:lnTo>
                    <a:pt x="2499398" y="1839722"/>
                  </a:lnTo>
                  <a:lnTo>
                    <a:pt x="2525293" y="1851723"/>
                  </a:lnTo>
                  <a:lnTo>
                    <a:pt x="2528684" y="1844560"/>
                  </a:lnTo>
                  <a:lnTo>
                    <a:pt x="2535021" y="1826869"/>
                  </a:lnTo>
                  <a:lnTo>
                    <a:pt x="2539555" y="1808822"/>
                  </a:lnTo>
                  <a:lnTo>
                    <a:pt x="2541867" y="1793138"/>
                  </a:lnTo>
                  <a:close/>
                </a:path>
                <a:path w="2543175" h="1962150">
                  <a:moveTo>
                    <a:pt x="2543175" y="1706765"/>
                  </a:moveTo>
                  <a:lnTo>
                    <a:pt x="2514600" y="1706765"/>
                  </a:lnTo>
                  <a:lnTo>
                    <a:pt x="2514600" y="1763915"/>
                  </a:lnTo>
                  <a:lnTo>
                    <a:pt x="2543175" y="1763915"/>
                  </a:lnTo>
                  <a:lnTo>
                    <a:pt x="2543175" y="1706765"/>
                  </a:lnTo>
                  <a:close/>
                </a:path>
                <a:path w="2543175" h="1962150">
                  <a:moveTo>
                    <a:pt x="2543175" y="1620659"/>
                  </a:moveTo>
                  <a:lnTo>
                    <a:pt x="2514600" y="1620659"/>
                  </a:lnTo>
                  <a:lnTo>
                    <a:pt x="2514600" y="1677809"/>
                  </a:lnTo>
                  <a:lnTo>
                    <a:pt x="2543175" y="1677809"/>
                  </a:lnTo>
                  <a:lnTo>
                    <a:pt x="2543175" y="1620659"/>
                  </a:lnTo>
                  <a:close/>
                </a:path>
                <a:path w="2543175" h="1962150">
                  <a:moveTo>
                    <a:pt x="2543175" y="1534553"/>
                  </a:moveTo>
                  <a:lnTo>
                    <a:pt x="2514600" y="1534553"/>
                  </a:lnTo>
                  <a:lnTo>
                    <a:pt x="2514600" y="1591703"/>
                  </a:lnTo>
                  <a:lnTo>
                    <a:pt x="2543175" y="1591703"/>
                  </a:lnTo>
                  <a:lnTo>
                    <a:pt x="2543175" y="1534553"/>
                  </a:lnTo>
                  <a:close/>
                </a:path>
                <a:path w="2543175" h="1962150">
                  <a:moveTo>
                    <a:pt x="2543175" y="1448447"/>
                  </a:moveTo>
                  <a:lnTo>
                    <a:pt x="2514600" y="1448447"/>
                  </a:lnTo>
                  <a:lnTo>
                    <a:pt x="2514600" y="1505597"/>
                  </a:lnTo>
                  <a:lnTo>
                    <a:pt x="2543175" y="1505597"/>
                  </a:lnTo>
                  <a:lnTo>
                    <a:pt x="2543175" y="1448447"/>
                  </a:lnTo>
                  <a:close/>
                </a:path>
                <a:path w="2543175" h="1962150">
                  <a:moveTo>
                    <a:pt x="2543175" y="1362341"/>
                  </a:moveTo>
                  <a:lnTo>
                    <a:pt x="2514600" y="1362341"/>
                  </a:lnTo>
                  <a:lnTo>
                    <a:pt x="2514600" y="1419491"/>
                  </a:lnTo>
                  <a:lnTo>
                    <a:pt x="2543175" y="1419491"/>
                  </a:lnTo>
                  <a:lnTo>
                    <a:pt x="2543175" y="1362341"/>
                  </a:lnTo>
                  <a:close/>
                </a:path>
                <a:path w="2543175" h="1962150">
                  <a:moveTo>
                    <a:pt x="2543175" y="1276235"/>
                  </a:moveTo>
                  <a:lnTo>
                    <a:pt x="2514600" y="1276235"/>
                  </a:lnTo>
                  <a:lnTo>
                    <a:pt x="2514600" y="1333385"/>
                  </a:lnTo>
                  <a:lnTo>
                    <a:pt x="2543175" y="1333385"/>
                  </a:lnTo>
                  <a:lnTo>
                    <a:pt x="2543175" y="1276235"/>
                  </a:lnTo>
                  <a:close/>
                </a:path>
                <a:path w="2543175" h="1962150">
                  <a:moveTo>
                    <a:pt x="2543175" y="1190129"/>
                  </a:moveTo>
                  <a:lnTo>
                    <a:pt x="2514600" y="1190129"/>
                  </a:lnTo>
                  <a:lnTo>
                    <a:pt x="2514600" y="1247279"/>
                  </a:lnTo>
                  <a:lnTo>
                    <a:pt x="2543175" y="1247279"/>
                  </a:lnTo>
                  <a:lnTo>
                    <a:pt x="2543175" y="1190129"/>
                  </a:lnTo>
                  <a:close/>
                </a:path>
                <a:path w="2543175" h="1962150">
                  <a:moveTo>
                    <a:pt x="2543175" y="1104023"/>
                  </a:moveTo>
                  <a:lnTo>
                    <a:pt x="2514600" y="1104023"/>
                  </a:lnTo>
                  <a:lnTo>
                    <a:pt x="2514600" y="1161173"/>
                  </a:lnTo>
                  <a:lnTo>
                    <a:pt x="2543175" y="1161173"/>
                  </a:lnTo>
                  <a:lnTo>
                    <a:pt x="2543175" y="1104023"/>
                  </a:lnTo>
                  <a:close/>
                </a:path>
                <a:path w="2543175" h="1962150">
                  <a:moveTo>
                    <a:pt x="2543175" y="1017917"/>
                  </a:moveTo>
                  <a:lnTo>
                    <a:pt x="2514600" y="1017917"/>
                  </a:lnTo>
                  <a:lnTo>
                    <a:pt x="2514600" y="1075067"/>
                  </a:lnTo>
                  <a:lnTo>
                    <a:pt x="2543175" y="1075067"/>
                  </a:lnTo>
                  <a:lnTo>
                    <a:pt x="2543175" y="1017917"/>
                  </a:lnTo>
                  <a:close/>
                </a:path>
                <a:path w="2543175" h="1962150">
                  <a:moveTo>
                    <a:pt x="2543175" y="931811"/>
                  </a:moveTo>
                  <a:lnTo>
                    <a:pt x="2514600" y="931811"/>
                  </a:lnTo>
                  <a:lnTo>
                    <a:pt x="2514600" y="988961"/>
                  </a:lnTo>
                  <a:lnTo>
                    <a:pt x="2543175" y="988961"/>
                  </a:lnTo>
                  <a:lnTo>
                    <a:pt x="2543175" y="931811"/>
                  </a:lnTo>
                  <a:close/>
                </a:path>
                <a:path w="2543175" h="1962150">
                  <a:moveTo>
                    <a:pt x="2543175" y="845705"/>
                  </a:moveTo>
                  <a:lnTo>
                    <a:pt x="2514600" y="845705"/>
                  </a:lnTo>
                  <a:lnTo>
                    <a:pt x="2514600" y="902855"/>
                  </a:lnTo>
                  <a:lnTo>
                    <a:pt x="2543175" y="902855"/>
                  </a:lnTo>
                  <a:lnTo>
                    <a:pt x="2543175" y="845705"/>
                  </a:lnTo>
                  <a:close/>
                </a:path>
                <a:path w="2543175" h="1962150">
                  <a:moveTo>
                    <a:pt x="2543175" y="759599"/>
                  </a:moveTo>
                  <a:lnTo>
                    <a:pt x="2514600" y="759599"/>
                  </a:lnTo>
                  <a:lnTo>
                    <a:pt x="2514600" y="816749"/>
                  </a:lnTo>
                  <a:lnTo>
                    <a:pt x="2543175" y="816749"/>
                  </a:lnTo>
                  <a:lnTo>
                    <a:pt x="2543175" y="759599"/>
                  </a:lnTo>
                  <a:close/>
                </a:path>
                <a:path w="2543175" h="1962150">
                  <a:moveTo>
                    <a:pt x="2543175" y="673493"/>
                  </a:moveTo>
                  <a:lnTo>
                    <a:pt x="2514600" y="673493"/>
                  </a:lnTo>
                  <a:lnTo>
                    <a:pt x="2514600" y="730643"/>
                  </a:lnTo>
                  <a:lnTo>
                    <a:pt x="2543175" y="730643"/>
                  </a:lnTo>
                  <a:lnTo>
                    <a:pt x="2543175" y="673493"/>
                  </a:lnTo>
                  <a:close/>
                </a:path>
                <a:path w="2543175" h="1962150">
                  <a:moveTo>
                    <a:pt x="2543175" y="587387"/>
                  </a:moveTo>
                  <a:lnTo>
                    <a:pt x="2514600" y="587387"/>
                  </a:lnTo>
                  <a:lnTo>
                    <a:pt x="2514600" y="644537"/>
                  </a:lnTo>
                  <a:lnTo>
                    <a:pt x="2543175" y="644537"/>
                  </a:lnTo>
                  <a:lnTo>
                    <a:pt x="2543175" y="587387"/>
                  </a:lnTo>
                  <a:close/>
                </a:path>
                <a:path w="2543175" h="1962150">
                  <a:moveTo>
                    <a:pt x="2543175" y="501281"/>
                  </a:moveTo>
                  <a:lnTo>
                    <a:pt x="2514600" y="501281"/>
                  </a:lnTo>
                  <a:lnTo>
                    <a:pt x="2514600" y="558431"/>
                  </a:lnTo>
                  <a:lnTo>
                    <a:pt x="2543175" y="558431"/>
                  </a:lnTo>
                  <a:lnTo>
                    <a:pt x="2543175" y="501281"/>
                  </a:lnTo>
                  <a:close/>
                </a:path>
                <a:path w="2543175" h="1962150">
                  <a:moveTo>
                    <a:pt x="2543175" y="415175"/>
                  </a:moveTo>
                  <a:lnTo>
                    <a:pt x="2514600" y="415175"/>
                  </a:lnTo>
                  <a:lnTo>
                    <a:pt x="2514600" y="472325"/>
                  </a:lnTo>
                  <a:lnTo>
                    <a:pt x="2543175" y="472325"/>
                  </a:lnTo>
                  <a:lnTo>
                    <a:pt x="2543175" y="415175"/>
                  </a:lnTo>
                  <a:close/>
                </a:path>
                <a:path w="2543175" h="1962150">
                  <a:moveTo>
                    <a:pt x="2543175" y="329069"/>
                  </a:moveTo>
                  <a:lnTo>
                    <a:pt x="2514600" y="329069"/>
                  </a:lnTo>
                  <a:lnTo>
                    <a:pt x="2514600" y="386219"/>
                  </a:lnTo>
                  <a:lnTo>
                    <a:pt x="2543175" y="386219"/>
                  </a:lnTo>
                  <a:lnTo>
                    <a:pt x="2543175" y="329069"/>
                  </a:lnTo>
                  <a:close/>
                </a:path>
                <a:path w="2543175" h="1962150">
                  <a:moveTo>
                    <a:pt x="2543175" y="242963"/>
                  </a:moveTo>
                  <a:lnTo>
                    <a:pt x="2514600" y="242963"/>
                  </a:lnTo>
                  <a:lnTo>
                    <a:pt x="2514600" y="300113"/>
                  </a:lnTo>
                  <a:lnTo>
                    <a:pt x="2543175" y="300113"/>
                  </a:lnTo>
                  <a:lnTo>
                    <a:pt x="2543175" y="242963"/>
                  </a:lnTo>
                  <a:close/>
                </a:path>
                <a:path w="2543175" h="1962150">
                  <a:moveTo>
                    <a:pt x="2543175" y="190500"/>
                  </a:moveTo>
                  <a:lnTo>
                    <a:pt x="2542273" y="171742"/>
                  </a:lnTo>
                  <a:lnTo>
                    <a:pt x="2539962" y="156121"/>
                  </a:lnTo>
                  <a:lnTo>
                    <a:pt x="2511869" y="161290"/>
                  </a:lnTo>
                  <a:lnTo>
                    <a:pt x="2513838" y="174548"/>
                  </a:lnTo>
                  <a:lnTo>
                    <a:pt x="2514600" y="190500"/>
                  </a:lnTo>
                  <a:lnTo>
                    <a:pt x="2514600" y="214007"/>
                  </a:lnTo>
                  <a:lnTo>
                    <a:pt x="2543175" y="214007"/>
                  </a:lnTo>
                  <a:lnTo>
                    <a:pt x="2543175" y="1905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 flipH="1" flipV="1">
              <a:off x="4495799" y="3394073"/>
              <a:ext cx="45719" cy="4571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709180" y="3712348"/>
            <a:ext cx="2158219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350" b="1" spc="90" dirty="0" err="1">
                <a:solidFill>
                  <a:srgbClr val="878787"/>
                </a:solidFill>
                <a:latin typeface="Arial"/>
                <a:cs typeface="Arial"/>
              </a:rPr>
              <a:t>Pygame</a:t>
            </a:r>
            <a:r>
              <a:rPr lang="en-US" sz="1350" b="1" spc="90" dirty="0">
                <a:solidFill>
                  <a:srgbClr val="878787"/>
                </a:solidFill>
                <a:latin typeface="Arial"/>
                <a:cs typeface="Arial"/>
              </a:rPr>
              <a:t> (</a:t>
            </a:r>
            <a:r>
              <a:rPr lang="ru-RU" sz="1350" b="1" spc="90" dirty="0">
                <a:solidFill>
                  <a:srgbClr val="878787"/>
                </a:solidFill>
                <a:latin typeface="Arial"/>
                <a:cs typeface="Arial"/>
              </a:rPr>
              <a:t>библиотека)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38874" y="2371724"/>
            <a:ext cx="2552700" cy="1962150"/>
            <a:chOff x="6238874" y="2371724"/>
            <a:chExt cx="2552700" cy="1962150"/>
          </a:xfrm>
        </p:grpSpPr>
        <p:sp>
          <p:nvSpPr>
            <p:cNvPr id="19" name="object 19"/>
            <p:cNvSpPr/>
            <p:nvPr/>
          </p:nvSpPr>
          <p:spPr>
            <a:xfrm>
              <a:off x="6238874" y="2371724"/>
              <a:ext cx="2552700" cy="1962150"/>
            </a:xfrm>
            <a:custGeom>
              <a:avLst/>
              <a:gdLst/>
              <a:ahLst/>
              <a:cxnLst/>
              <a:rect l="l" t="t" r="r" b="b"/>
              <a:pathLst>
                <a:path w="2552700" h="1962150">
                  <a:moveTo>
                    <a:pt x="2362199" y="1962149"/>
                  </a:moveTo>
                  <a:lnTo>
                    <a:pt x="190499" y="1962149"/>
                  </a:lnTo>
                  <a:lnTo>
                    <a:pt x="171733" y="1961243"/>
                  </a:lnTo>
                  <a:lnTo>
                    <a:pt x="117597" y="1947648"/>
                  </a:lnTo>
                  <a:lnTo>
                    <a:pt x="69705" y="1918982"/>
                  </a:lnTo>
                  <a:lnTo>
                    <a:pt x="32074" y="1877505"/>
                  </a:lnTo>
                  <a:lnTo>
                    <a:pt x="8156" y="1826866"/>
                  </a:lnTo>
                  <a:lnTo>
                    <a:pt x="0" y="1771649"/>
                  </a:lnTo>
                  <a:lnTo>
                    <a:pt x="0" y="190499"/>
                  </a:lnTo>
                  <a:lnTo>
                    <a:pt x="8156" y="135282"/>
                  </a:lnTo>
                  <a:lnTo>
                    <a:pt x="32074" y="84643"/>
                  </a:lnTo>
                  <a:lnTo>
                    <a:pt x="69705" y="43167"/>
                  </a:lnTo>
                  <a:lnTo>
                    <a:pt x="117597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362199" y="0"/>
                  </a:lnTo>
                  <a:lnTo>
                    <a:pt x="2417415" y="8156"/>
                  </a:lnTo>
                  <a:lnTo>
                    <a:pt x="2468054" y="32075"/>
                  </a:lnTo>
                  <a:lnTo>
                    <a:pt x="2509531" y="69706"/>
                  </a:lnTo>
                  <a:lnTo>
                    <a:pt x="2538198" y="117598"/>
                  </a:lnTo>
                  <a:lnTo>
                    <a:pt x="2551793" y="171733"/>
                  </a:lnTo>
                  <a:lnTo>
                    <a:pt x="2552699" y="190499"/>
                  </a:lnTo>
                  <a:lnTo>
                    <a:pt x="2552699" y="1771649"/>
                  </a:lnTo>
                  <a:lnTo>
                    <a:pt x="2544542" y="1826866"/>
                  </a:lnTo>
                  <a:lnTo>
                    <a:pt x="2520623" y="1877505"/>
                  </a:lnTo>
                  <a:lnTo>
                    <a:pt x="2482992" y="1918982"/>
                  </a:lnTo>
                  <a:lnTo>
                    <a:pt x="2435099" y="1947648"/>
                  </a:lnTo>
                  <a:lnTo>
                    <a:pt x="2380965" y="1961243"/>
                  </a:lnTo>
                  <a:lnTo>
                    <a:pt x="2362199" y="196214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38862" y="2371724"/>
              <a:ext cx="2552700" cy="1962150"/>
            </a:xfrm>
            <a:custGeom>
              <a:avLst/>
              <a:gdLst/>
              <a:ahLst/>
              <a:cxnLst/>
              <a:rect l="l" t="t" r="r" b="b"/>
              <a:pathLst>
                <a:path w="2552700" h="1962150">
                  <a:moveTo>
                    <a:pt x="28575" y="1651025"/>
                  </a:moveTo>
                  <a:lnTo>
                    <a:pt x="0" y="1651025"/>
                  </a:lnTo>
                  <a:lnTo>
                    <a:pt x="0" y="1708175"/>
                  </a:lnTo>
                  <a:lnTo>
                    <a:pt x="28575" y="1708175"/>
                  </a:lnTo>
                  <a:lnTo>
                    <a:pt x="28575" y="1651025"/>
                  </a:lnTo>
                  <a:close/>
                </a:path>
                <a:path w="2552700" h="1962150">
                  <a:moveTo>
                    <a:pt x="28575" y="1565579"/>
                  </a:moveTo>
                  <a:lnTo>
                    <a:pt x="0" y="1565579"/>
                  </a:lnTo>
                  <a:lnTo>
                    <a:pt x="0" y="1622729"/>
                  </a:lnTo>
                  <a:lnTo>
                    <a:pt x="28575" y="1622729"/>
                  </a:lnTo>
                  <a:lnTo>
                    <a:pt x="28575" y="1565579"/>
                  </a:lnTo>
                  <a:close/>
                </a:path>
                <a:path w="2552700" h="1962150">
                  <a:moveTo>
                    <a:pt x="28575" y="1480134"/>
                  </a:moveTo>
                  <a:lnTo>
                    <a:pt x="0" y="1480134"/>
                  </a:lnTo>
                  <a:lnTo>
                    <a:pt x="0" y="1537284"/>
                  </a:lnTo>
                  <a:lnTo>
                    <a:pt x="28575" y="1537284"/>
                  </a:lnTo>
                  <a:lnTo>
                    <a:pt x="28575" y="1480134"/>
                  </a:lnTo>
                  <a:close/>
                </a:path>
                <a:path w="2552700" h="1962150">
                  <a:moveTo>
                    <a:pt x="28575" y="1394688"/>
                  </a:moveTo>
                  <a:lnTo>
                    <a:pt x="0" y="1394688"/>
                  </a:lnTo>
                  <a:lnTo>
                    <a:pt x="0" y="1451838"/>
                  </a:lnTo>
                  <a:lnTo>
                    <a:pt x="28575" y="1451838"/>
                  </a:lnTo>
                  <a:lnTo>
                    <a:pt x="28575" y="1394688"/>
                  </a:lnTo>
                  <a:close/>
                </a:path>
                <a:path w="2552700" h="1962150">
                  <a:moveTo>
                    <a:pt x="28575" y="1309255"/>
                  </a:moveTo>
                  <a:lnTo>
                    <a:pt x="0" y="1309255"/>
                  </a:lnTo>
                  <a:lnTo>
                    <a:pt x="0" y="1366405"/>
                  </a:lnTo>
                  <a:lnTo>
                    <a:pt x="28575" y="1366405"/>
                  </a:lnTo>
                  <a:lnTo>
                    <a:pt x="28575" y="1309255"/>
                  </a:lnTo>
                  <a:close/>
                </a:path>
                <a:path w="2552700" h="1962150">
                  <a:moveTo>
                    <a:pt x="28575" y="1223810"/>
                  </a:moveTo>
                  <a:lnTo>
                    <a:pt x="0" y="1223810"/>
                  </a:lnTo>
                  <a:lnTo>
                    <a:pt x="0" y="1280960"/>
                  </a:lnTo>
                  <a:lnTo>
                    <a:pt x="28575" y="1280960"/>
                  </a:lnTo>
                  <a:lnTo>
                    <a:pt x="28575" y="1223810"/>
                  </a:lnTo>
                  <a:close/>
                </a:path>
                <a:path w="2552700" h="1962150">
                  <a:moveTo>
                    <a:pt x="28575" y="1138364"/>
                  </a:moveTo>
                  <a:lnTo>
                    <a:pt x="0" y="1138364"/>
                  </a:lnTo>
                  <a:lnTo>
                    <a:pt x="0" y="1195514"/>
                  </a:lnTo>
                  <a:lnTo>
                    <a:pt x="28575" y="1195514"/>
                  </a:lnTo>
                  <a:lnTo>
                    <a:pt x="28575" y="1138364"/>
                  </a:lnTo>
                  <a:close/>
                </a:path>
                <a:path w="2552700" h="1962150">
                  <a:moveTo>
                    <a:pt x="28575" y="1052931"/>
                  </a:moveTo>
                  <a:lnTo>
                    <a:pt x="0" y="1052931"/>
                  </a:lnTo>
                  <a:lnTo>
                    <a:pt x="0" y="1110081"/>
                  </a:lnTo>
                  <a:lnTo>
                    <a:pt x="28575" y="1110081"/>
                  </a:lnTo>
                  <a:lnTo>
                    <a:pt x="28575" y="1052931"/>
                  </a:lnTo>
                  <a:close/>
                </a:path>
                <a:path w="2552700" h="1962150">
                  <a:moveTo>
                    <a:pt x="28575" y="967486"/>
                  </a:moveTo>
                  <a:lnTo>
                    <a:pt x="0" y="967486"/>
                  </a:lnTo>
                  <a:lnTo>
                    <a:pt x="0" y="1024636"/>
                  </a:lnTo>
                  <a:lnTo>
                    <a:pt x="28575" y="1024636"/>
                  </a:lnTo>
                  <a:lnTo>
                    <a:pt x="28575" y="967486"/>
                  </a:lnTo>
                  <a:close/>
                </a:path>
                <a:path w="2552700" h="1962150">
                  <a:moveTo>
                    <a:pt x="28575" y="882040"/>
                  </a:moveTo>
                  <a:lnTo>
                    <a:pt x="0" y="882040"/>
                  </a:lnTo>
                  <a:lnTo>
                    <a:pt x="0" y="939190"/>
                  </a:lnTo>
                  <a:lnTo>
                    <a:pt x="28575" y="939190"/>
                  </a:lnTo>
                  <a:lnTo>
                    <a:pt x="28575" y="882040"/>
                  </a:lnTo>
                  <a:close/>
                </a:path>
                <a:path w="2552700" h="1962150">
                  <a:moveTo>
                    <a:pt x="28575" y="796594"/>
                  </a:moveTo>
                  <a:lnTo>
                    <a:pt x="0" y="796594"/>
                  </a:lnTo>
                  <a:lnTo>
                    <a:pt x="0" y="853744"/>
                  </a:lnTo>
                  <a:lnTo>
                    <a:pt x="28575" y="853744"/>
                  </a:lnTo>
                  <a:lnTo>
                    <a:pt x="28575" y="796594"/>
                  </a:lnTo>
                  <a:close/>
                </a:path>
                <a:path w="2552700" h="1962150">
                  <a:moveTo>
                    <a:pt x="28575" y="711161"/>
                  </a:moveTo>
                  <a:lnTo>
                    <a:pt x="0" y="711161"/>
                  </a:lnTo>
                  <a:lnTo>
                    <a:pt x="0" y="768311"/>
                  </a:lnTo>
                  <a:lnTo>
                    <a:pt x="28575" y="768311"/>
                  </a:lnTo>
                  <a:lnTo>
                    <a:pt x="28575" y="711161"/>
                  </a:lnTo>
                  <a:close/>
                </a:path>
                <a:path w="2552700" h="1962150">
                  <a:moveTo>
                    <a:pt x="28575" y="625716"/>
                  </a:moveTo>
                  <a:lnTo>
                    <a:pt x="0" y="625716"/>
                  </a:lnTo>
                  <a:lnTo>
                    <a:pt x="0" y="682866"/>
                  </a:lnTo>
                  <a:lnTo>
                    <a:pt x="28575" y="682866"/>
                  </a:lnTo>
                  <a:lnTo>
                    <a:pt x="28575" y="625716"/>
                  </a:lnTo>
                  <a:close/>
                </a:path>
                <a:path w="2552700" h="1962150">
                  <a:moveTo>
                    <a:pt x="28575" y="540270"/>
                  </a:moveTo>
                  <a:lnTo>
                    <a:pt x="0" y="540270"/>
                  </a:lnTo>
                  <a:lnTo>
                    <a:pt x="0" y="597420"/>
                  </a:lnTo>
                  <a:lnTo>
                    <a:pt x="28575" y="597420"/>
                  </a:lnTo>
                  <a:lnTo>
                    <a:pt x="28575" y="540270"/>
                  </a:lnTo>
                  <a:close/>
                </a:path>
                <a:path w="2552700" h="1962150">
                  <a:moveTo>
                    <a:pt x="28575" y="454825"/>
                  </a:moveTo>
                  <a:lnTo>
                    <a:pt x="0" y="454825"/>
                  </a:lnTo>
                  <a:lnTo>
                    <a:pt x="0" y="511975"/>
                  </a:lnTo>
                  <a:lnTo>
                    <a:pt x="28575" y="511975"/>
                  </a:lnTo>
                  <a:lnTo>
                    <a:pt x="28575" y="454825"/>
                  </a:lnTo>
                  <a:close/>
                </a:path>
                <a:path w="2552700" h="1962150">
                  <a:moveTo>
                    <a:pt x="28575" y="369392"/>
                  </a:moveTo>
                  <a:lnTo>
                    <a:pt x="0" y="369392"/>
                  </a:lnTo>
                  <a:lnTo>
                    <a:pt x="0" y="426542"/>
                  </a:lnTo>
                  <a:lnTo>
                    <a:pt x="28575" y="426542"/>
                  </a:lnTo>
                  <a:lnTo>
                    <a:pt x="28575" y="369392"/>
                  </a:lnTo>
                  <a:close/>
                </a:path>
                <a:path w="2552700" h="1962150">
                  <a:moveTo>
                    <a:pt x="28575" y="283946"/>
                  </a:moveTo>
                  <a:lnTo>
                    <a:pt x="0" y="283946"/>
                  </a:lnTo>
                  <a:lnTo>
                    <a:pt x="0" y="341096"/>
                  </a:lnTo>
                  <a:lnTo>
                    <a:pt x="28575" y="341096"/>
                  </a:lnTo>
                  <a:lnTo>
                    <a:pt x="28575" y="283946"/>
                  </a:lnTo>
                  <a:close/>
                </a:path>
                <a:path w="2552700" h="1962150">
                  <a:moveTo>
                    <a:pt x="28575" y="198501"/>
                  </a:moveTo>
                  <a:lnTo>
                    <a:pt x="0" y="198501"/>
                  </a:lnTo>
                  <a:lnTo>
                    <a:pt x="0" y="255651"/>
                  </a:lnTo>
                  <a:lnTo>
                    <a:pt x="28575" y="255651"/>
                  </a:lnTo>
                  <a:lnTo>
                    <a:pt x="28575" y="198501"/>
                  </a:lnTo>
                  <a:close/>
                </a:path>
                <a:path w="2552700" h="1962150">
                  <a:moveTo>
                    <a:pt x="29794" y="1790560"/>
                  </a:moveTo>
                  <a:lnTo>
                    <a:pt x="29768" y="1790420"/>
                  </a:lnTo>
                  <a:lnTo>
                    <a:pt x="29349" y="1787601"/>
                  </a:lnTo>
                  <a:lnTo>
                    <a:pt x="28575" y="1771650"/>
                  </a:lnTo>
                  <a:lnTo>
                    <a:pt x="28575" y="1736458"/>
                  </a:lnTo>
                  <a:lnTo>
                    <a:pt x="0" y="1736458"/>
                  </a:lnTo>
                  <a:lnTo>
                    <a:pt x="0" y="1771650"/>
                  </a:lnTo>
                  <a:lnTo>
                    <a:pt x="914" y="1790420"/>
                  </a:lnTo>
                  <a:lnTo>
                    <a:pt x="927" y="1790560"/>
                  </a:lnTo>
                  <a:lnTo>
                    <a:pt x="1422" y="1793900"/>
                  </a:lnTo>
                  <a:lnTo>
                    <a:pt x="29794" y="1790560"/>
                  </a:lnTo>
                  <a:close/>
                </a:path>
                <a:path w="2552700" h="1962150">
                  <a:moveTo>
                    <a:pt x="43434" y="123177"/>
                  </a:moveTo>
                  <a:lnTo>
                    <a:pt x="17487" y="111302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1168" y="169964"/>
                  </a:lnTo>
                  <a:lnTo>
                    <a:pt x="29578" y="173050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3434" y="123177"/>
                  </a:lnTo>
                  <a:close/>
                </a:path>
                <a:path w="2552700" h="1962150">
                  <a:moveTo>
                    <a:pt x="56426" y="1862416"/>
                  </a:moveTo>
                  <a:lnTo>
                    <a:pt x="35509" y="1818589"/>
                  </a:lnTo>
                  <a:lnTo>
                    <a:pt x="34772" y="1815630"/>
                  </a:lnTo>
                  <a:lnTo>
                    <a:pt x="7289" y="1823402"/>
                  </a:lnTo>
                  <a:lnTo>
                    <a:pt x="22529" y="1861553"/>
                  </a:lnTo>
                  <a:lnTo>
                    <a:pt x="32766" y="1878444"/>
                  </a:lnTo>
                  <a:lnTo>
                    <a:pt x="56426" y="1862416"/>
                  </a:lnTo>
                  <a:close/>
                </a:path>
                <a:path w="2552700" h="1962150">
                  <a:moveTo>
                    <a:pt x="90881" y="63004"/>
                  </a:moveTo>
                  <a:lnTo>
                    <a:pt x="73291" y="40513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762" y="85178"/>
                  </a:lnTo>
                  <a:lnTo>
                    <a:pt x="55575" y="100977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90881" y="63004"/>
                  </a:lnTo>
                  <a:close/>
                </a:path>
                <a:path w="2552700" h="1962150">
                  <a:moveTo>
                    <a:pt x="113436" y="1914042"/>
                  </a:moveTo>
                  <a:lnTo>
                    <a:pt x="100533" y="1906320"/>
                  </a:lnTo>
                  <a:lnTo>
                    <a:pt x="87833" y="1896884"/>
                  </a:lnTo>
                  <a:lnTo>
                    <a:pt x="76009" y="1886153"/>
                  </a:lnTo>
                  <a:lnTo>
                    <a:pt x="72605" y="1882406"/>
                  </a:lnTo>
                  <a:lnTo>
                    <a:pt x="51803" y="1901952"/>
                  </a:lnTo>
                  <a:lnTo>
                    <a:pt x="55803" y="1906358"/>
                  </a:lnTo>
                  <a:lnTo>
                    <a:pt x="69710" y="1918982"/>
                  </a:lnTo>
                  <a:lnTo>
                    <a:pt x="84645" y="1930082"/>
                  </a:lnTo>
                  <a:lnTo>
                    <a:pt x="99822" y="1939163"/>
                  </a:lnTo>
                  <a:lnTo>
                    <a:pt x="113436" y="1914042"/>
                  </a:lnTo>
                  <a:close/>
                </a:path>
                <a:path w="2552700" h="1962150">
                  <a:moveTo>
                    <a:pt x="160870" y="31369"/>
                  </a:moveTo>
                  <a:lnTo>
                    <a:pt x="155638" y="3289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8323" y="23888"/>
                  </a:lnTo>
                  <a:lnTo>
                    <a:pt x="112153" y="48882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870" y="31369"/>
                  </a:lnTo>
                  <a:close/>
                </a:path>
                <a:path w="2552700" h="1962150">
                  <a:moveTo>
                    <a:pt x="186982" y="1933409"/>
                  </a:moveTo>
                  <a:lnTo>
                    <a:pt x="174548" y="1932813"/>
                  </a:lnTo>
                  <a:lnTo>
                    <a:pt x="158915" y="1930501"/>
                  </a:lnTo>
                  <a:lnTo>
                    <a:pt x="143573" y="1926653"/>
                  </a:lnTo>
                  <a:lnTo>
                    <a:pt x="136715" y="1924189"/>
                  </a:lnTo>
                  <a:lnTo>
                    <a:pt x="127228" y="1951101"/>
                  </a:lnTo>
                  <a:lnTo>
                    <a:pt x="135293" y="1953996"/>
                  </a:lnTo>
                  <a:lnTo>
                    <a:pt x="153339" y="1958530"/>
                  </a:lnTo>
                  <a:lnTo>
                    <a:pt x="171742" y="1961248"/>
                  </a:lnTo>
                  <a:lnTo>
                    <a:pt x="186359" y="1961959"/>
                  </a:lnTo>
                  <a:lnTo>
                    <a:pt x="186436" y="1958530"/>
                  </a:lnTo>
                  <a:lnTo>
                    <a:pt x="186524" y="1953996"/>
                  </a:lnTo>
                  <a:lnTo>
                    <a:pt x="186588" y="1951101"/>
                  </a:lnTo>
                  <a:lnTo>
                    <a:pt x="186982" y="1933409"/>
                  </a:lnTo>
                  <a:close/>
                </a:path>
                <a:path w="2552700" h="1962150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2552700" h="1962150">
                  <a:moveTo>
                    <a:pt x="271780" y="1933575"/>
                  </a:moveTo>
                  <a:lnTo>
                    <a:pt x="214630" y="1933575"/>
                  </a:lnTo>
                  <a:lnTo>
                    <a:pt x="214630" y="1962150"/>
                  </a:lnTo>
                  <a:lnTo>
                    <a:pt x="271780" y="1962150"/>
                  </a:lnTo>
                  <a:lnTo>
                    <a:pt x="271780" y="1933575"/>
                  </a:lnTo>
                  <a:close/>
                </a:path>
                <a:path w="2552700" h="1962150">
                  <a:moveTo>
                    <a:pt x="333095" y="0"/>
                  </a:moveTo>
                  <a:lnTo>
                    <a:pt x="275945" y="0"/>
                  </a:lnTo>
                  <a:lnTo>
                    <a:pt x="275945" y="28575"/>
                  </a:lnTo>
                  <a:lnTo>
                    <a:pt x="333095" y="28575"/>
                  </a:lnTo>
                  <a:lnTo>
                    <a:pt x="333095" y="0"/>
                  </a:lnTo>
                  <a:close/>
                </a:path>
                <a:path w="2552700" h="1962150">
                  <a:moveTo>
                    <a:pt x="357225" y="1933575"/>
                  </a:moveTo>
                  <a:lnTo>
                    <a:pt x="300075" y="1933575"/>
                  </a:lnTo>
                  <a:lnTo>
                    <a:pt x="300075" y="1962150"/>
                  </a:lnTo>
                  <a:lnTo>
                    <a:pt x="357225" y="1962150"/>
                  </a:lnTo>
                  <a:lnTo>
                    <a:pt x="357225" y="1933575"/>
                  </a:lnTo>
                  <a:close/>
                </a:path>
                <a:path w="2552700" h="1962150">
                  <a:moveTo>
                    <a:pt x="418541" y="0"/>
                  </a:moveTo>
                  <a:lnTo>
                    <a:pt x="361391" y="0"/>
                  </a:lnTo>
                  <a:lnTo>
                    <a:pt x="361391" y="28575"/>
                  </a:lnTo>
                  <a:lnTo>
                    <a:pt x="418541" y="28575"/>
                  </a:lnTo>
                  <a:lnTo>
                    <a:pt x="418541" y="0"/>
                  </a:lnTo>
                  <a:close/>
                </a:path>
                <a:path w="2552700" h="1962150">
                  <a:moveTo>
                    <a:pt x="442671" y="1933575"/>
                  </a:moveTo>
                  <a:lnTo>
                    <a:pt x="385521" y="1933575"/>
                  </a:lnTo>
                  <a:lnTo>
                    <a:pt x="385521" y="1962150"/>
                  </a:lnTo>
                  <a:lnTo>
                    <a:pt x="442671" y="1962150"/>
                  </a:lnTo>
                  <a:lnTo>
                    <a:pt x="442671" y="1933575"/>
                  </a:lnTo>
                  <a:close/>
                </a:path>
                <a:path w="2552700" h="1962150">
                  <a:moveTo>
                    <a:pt x="503986" y="0"/>
                  </a:moveTo>
                  <a:lnTo>
                    <a:pt x="446836" y="0"/>
                  </a:lnTo>
                  <a:lnTo>
                    <a:pt x="446836" y="28575"/>
                  </a:lnTo>
                  <a:lnTo>
                    <a:pt x="503986" y="28575"/>
                  </a:lnTo>
                  <a:lnTo>
                    <a:pt x="503986" y="0"/>
                  </a:lnTo>
                  <a:close/>
                </a:path>
                <a:path w="2552700" h="1962150">
                  <a:moveTo>
                    <a:pt x="528116" y="1933575"/>
                  </a:moveTo>
                  <a:lnTo>
                    <a:pt x="470966" y="1933575"/>
                  </a:lnTo>
                  <a:lnTo>
                    <a:pt x="470966" y="1962150"/>
                  </a:lnTo>
                  <a:lnTo>
                    <a:pt x="528116" y="1962150"/>
                  </a:lnTo>
                  <a:lnTo>
                    <a:pt x="528116" y="1933575"/>
                  </a:lnTo>
                  <a:close/>
                </a:path>
                <a:path w="2552700" h="1962150">
                  <a:moveTo>
                    <a:pt x="589419" y="0"/>
                  </a:moveTo>
                  <a:lnTo>
                    <a:pt x="532269" y="0"/>
                  </a:lnTo>
                  <a:lnTo>
                    <a:pt x="532269" y="28575"/>
                  </a:lnTo>
                  <a:lnTo>
                    <a:pt x="589419" y="28575"/>
                  </a:lnTo>
                  <a:lnTo>
                    <a:pt x="589419" y="0"/>
                  </a:lnTo>
                  <a:close/>
                </a:path>
                <a:path w="2552700" h="1962150">
                  <a:moveTo>
                    <a:pt x="613549" y="1933575"/>
                  </a:moveTo>
                  <a:lnTo>
                    <a:pt x="556399" y="1933575"/>
                  </a:lnTo>
                  <a:lnTo>
                    <a:pt x="556399" y="1962150"/>
                  </a:lnTo>
                  <a:lnTo>
                    <a:pt x="613549" y="1962150"/>
                  </a:lnTo>
                  <a:lnTo>
                    <a:pt x="613549" y="1933575"/>
                  </a:lnTo>
                  <a:close/>
                </a:path>
                <a:path w="2552700" h="1962150">
                  <a:moveTo>
                    <a:pt x="674865" y="0"/>
                  </a:moveTo>
                  <a:lnTo>
                    <a:pt x="617715" y="0"/>
                  </a:lnTo>
                  <a:lnTo>
                    <a:pt x="617715" y="28575"/>
                  </a:lnTo>
                  <a:lnTo>
                    <a:pt x="674865" y="28575"/>
                  </a:lnTo>
                  <a:lnTo>
                    <a:pt x="674865" y="0"/>
                  </a:lnTo>
                  <a:close/>
                </a:path>
                <a:path w="2552700" h="1962150">
                  <a:moveTo>
                    <a:pt x="698995" y="1933575"/>
                  </a:moveTo>
                  <a:lnTo>
                    <a:pt x="641845" y="1933575"/>
                  </a:lnTo>
                  <a:lnTo>
                    <a:pt x="641845" y="1962150"/>
                  </a:lnTo>
                  <a:lnTo>
                    <a:pt x="698995" y="1962150"/>
                  </a:lnTo>
                  <a:lnTo>
                    <a:pt x="698995" y="1933575"/>
                  </a:lnTo>
                  <a:close/>
                </a:path>
                <a:path w="2552700" h="1962150">
                  <a:moveTo>
                    <a:pt x="760310" y="0"/>
                  </a:moveTo>
                  <a:lnTo>
                    <a:pt x="703160" y="0"/>
                  </a:lnTo>
                  <a:lnTo>
                    <a:pt x="703160" y="28575"/>
                  </a:lnTo>
                  <a:lnTo>
                    <a:pt x="760310" y="28575"/>
                  </a:lnTo>
                  <a:lnTo>
                    <a:pt x="760310" y="0"/>
                  </a:lnTo>
                  <a:close/>
                </a:path>
                <a:path w="2552700" h="1962150">
                  <a:moveTo>
                    <a:pt x="784440" y="1933575"/>
                  </a:moveTo>
                  <a:lnTo>
                    <a:pt x="727290" y="1933575"/>
                  </a:lnTo>
                  <a:lnTo>
                    <a:pt x="727290" y="1962150"/>
                  </a:lnTo>
                  <a:lnTo>
                    <a:pt x="784440" y="1962150"/>
                  </a:lnTo>
                  <a:lnTo>
                    <a:pt x="784440" y="1933575"/>
                  </a:lnTo>
                  <a:close/>
                </a:path>
                <a:path w="2552700" h="1962150">
                  <a:moveTo>
                    <a:pt x="845743" y="0"/>
                  </a:moveTo>
                  <a:lnTo>
                    <a:pt x="788593" y="0"/>
                  </a:lnTo>
                  <a:lnTo>
                    <a:pt x="788593" y="28575"/>
                  </a:lnTo>
                  <a:lnTo>
                    <a:pt x="845743" y="28575"/>
                  </a:lnTo>
                  <a:lnTo>
                    <a:pt x="845743" y="0"/>
                  </a:lnTo>
                  <a:close/>
                </a:path>
                <a:path w="2552700" h="1962150">
                  <a:moveTo>
                    <a:pt x="869886" y="1933575"/>
                  </a:moveTo>
                  <a:lnTo>
                    <a:pt x="812736" y="1933575"/>
                  </a:lnTo>
                  <a:lnTo>
                    <a:pt x="812736" y="1962150"/>
                  </a:lnTo>
                  <a:lnTo>
                    <a:pt x="869886" y="1962150"/>
                  </a:lnTo>
                  <a:lnTo>
                    <a:pt x="869886" y="1933575"/>
                  </a:lnTo>
                  <a:close/>
                </a:path>
                <a:path w="2552700" h="1962150">
                  <a:moveTo>
                    <a:pt x="931189" y="0"/>
                  </a:moveTo>
                  <a:lnTo>
                    <a:pt x="874039" y="0"/>
                  </a:lnTo>
                  <a:lnTo>
                    <a:pt x="874039" y="28575"/>
                  </a:lnTo>
                  <a:lnTo>
                    <a:pt x="931189" y="28575"/>
                  </a:lnTo>
                  <a:lnTo>
                    <a:pt x="931189" y="0"/>
                  </a:lnTo>
                  <a:close/>
                </a:path>
                <a:path w="2552700" h="1962150">
                  <a:moveTo>
                    <a:pt x="955319" y="1933575"/>
                  </a:moveTo>
                  <a:lnTo>
                    <a:pt x="898169" y="1933575"/>
                  </a:lnTo>
                  <a:lnTo>
                    <a:pt x="898169" y="1962150"/>
                  </a:lnTo>
                  <a:lnTo>
                    <a:pt x="955319" y="1962150"/>
                  </a:lnTo>
                  <a:lnTo>
                    <a:pt x="955319" y="1933575"/>
                  </a:lnTo>
                  <a:close/>
                </a:path>
                <a:path w="2552700" h="1962150">
                  <a:moveTo>
                    <a:pt x="1016635" y="0"/>
                  </a:moveTo>
                  <a:lnTo>
                    <a:pt x="959485" y="0"/>
                  </a:lnTo>
                  <a:lnTo>
                    <a:pt x="959485" y="28575"/>
                  </a:lnTo>
                  <a:lnTo>
                    <a:pt x="1016635" y="28575"/>
                  </a:lnTo>
                  <a:lnTo>
                    <a:pt x="1016635" y="0"/>
                  </a:lnTo>
                  <a:close/>
                </a:path>
                <a:path w="2552700" h="1962150">
                  <a:moveTo>
                    <a:pt x="1040765" y="1933575"/>
                  </a:moveTo>
                  <a:lnTo>
                    <a:pt x="983615" y="1933575"/>
                  </a:lnTo>
                  <a:lnTo>
                    <a:pt x="983615" y="1962150"/>
                  </a:lnTo>
                  <a:lnTo>
                    <a:pt x="1040765" y="1962150"/>
                  </a:lnTo>
                  <a:lnTo>
                    <a:pt x="1040765" y="1933575"/>
                  </a:lnTo>
                  <a:close/>
                </a:path>
                <a:path w="2552700" h="1962150">
                  <a:moveTo>
                    <a:pt x="1102080" y="0"/>
                  </a:moveTo>
                  <a:lnTo>
                    <a:pt x="1044930" y="0"/>
                  </a:lnTo>
                  <a:lnTo>
                    <a:pt x="1044930" y="28575"/>
                  </a:lnTo>
                  <a:lnTo>
                    <a:pt x="1102080" y="28575"/>
                  </a:lnTo>
                  <a:lnTo>
                    <a:pt x="1102080" y="0"/>
                  </a:lnTo>
                  <a:close/>
                </a:path>
                <a:path w="2552700" h="1962150">
                  <a:moveTo>
                    <a:pt x="1126210" y="1933575"/>
                  </a:moveTo>
                  <a:lnTo>
                    <a:pt x="1069060" y="1933575"/>
                  </a:lnTo>
                  <a:lnTo>
                    <a:pt x="1069060" y="1962150"/>
                  </a:lnTo>
                  <a:lnTo>
                    <a:pt x="1126210" y="1962150"/>
                  </a:lnTo>
                  <a:lnTo>
                    <a:pt x="1126210" y="1933575"/>
                  </a:lnTo>
                  <a:close/>
                </a:path>
                <a:path w="2552700" h="1962150">
                  <a:moveTo>
                    <a:pt x="1187513" y="0"/>
                  </a:moveTo>
                  <a:lnTo>
                    <a:pt x="1130363" y="0"/>
                  </a:lnTo>
                  <a:lnTo>
                    <a:pt x="1130363" y="28575"/>
                  </a:lnTo>
                  <a:lnTo>
                    <a:pt x="1187513" y="28575"/>
                  </a:lnTo>
                  <a:lnTo>
                    <a:pt x="1187513" y="0"/>
                  </a:lnTo>
                  <a:close/>
                </a:path>
                <a:path w="2552700" h="1962150">
                  <a:moveTo>
                    <a:pt x="1211643" y="1933575"/>
                  </a:moveTo>
                  <a:lnTo>
                    <a:pt x="1154493" y="1933575"/>
                  </a:lnTo>
                  <a:lnTo>
                    <a:pt x="1154493" y="1962150"/>
                  </a:lnTo>
                  <a:lnTo>
                    <a:pt x="1211643" y="1962150"/>
                  </a:lnTo>
                  <a:lnTo>
                    <a:pt x="1211643" y="1933575"/>
                  </a:lnTo>
                  <a:close/>
                </a:path>
                <a:path w="2552700" h="1962150">
                  <a:moveTo>
                    <a:pt x="1272959" y="0"/>
                  </a:moveTo>
                  <a:lnTo>
                    <a:pt x="1215809" y="0"/>
                  </a:lnTo>
                  <a:lnTo>
                    <a:pt x="1215809" y="28575"/>
                  </a:lnTo>
                  <a:lnTo>
                    <a:pt x="1272959" y="28575"/>
                  </a:lnTo>
                  <a:lnTo>
                    <a:pt x="1272959" y="0"/>
                  </a:lnTo>
                  <a:close/>
                </a:path>
                <a:path w="2552700" h="1962150">
                  <a:moveTo>
                    <a:pt x="1297089" y="1933575"/>
                  </a:moveTo>
                  <a:lnTo>
                    <a:pt x="1239939" y="1933575"/>
                  </a:lnTo>
                  <a:lnTo>
                    <a:pt x="1239939" y="1962150"/>
                  </a:lnTo>
                  <a:lnTo>
                    <a:pt x="1297089" y="1962150"/>
                  </a:lnTo>
                  <a:lnTo>
                    <a:pt x="1297089" y="1933575"/>
                  </a:lnTo>
                  <a:close/>
                </a:path>
                <a:path w="2552700" h="1962150">
                  <a:moveTo>
                    <a:pt x="1358404" y="0"/>
                  </a:moveTo>
                  <a:lnTo>
                    <a:pt x="1301254" y="0"/>
                  </a:lnTo>
                  <a:lnTo>
                    <a:pt x="1301254" y="28575"/>
                  </a:lnTo>
                  <a:lnTo>
                    <a:pt x="1358404" y="28575"/>
                  </a:lnTo>
                  <a:lnTo>
                    <a:pt x="1358404" y="0"/>
                  </a:lnTo>
                  <a:close/>
                </a:path>
                <a:path w="2552700" h="1962150">
                  <a:moveTo>
                    <a:pt x="1382534" y="1933575"/>
                  </a:moveTo>
                  <a:lnTo>
                    <a:pt x="1325384" y="1933575"/>
                  </a:lnTo>
                  <a:lnTo>
                    <a:pt x="1325384" y="1962150"/>
                  </a:lnTo>
                  <a:lnTo>
                    <a:pt x="1382534" y="1962150"/>
                  </a:lnTo>
                  <a:lnTo>
                    <a:pt x="1382534" y="1933575"/>
                  </a:lnTo>
                  <a:close/>
                </a:path>
                <a:path w="2552700" h="1962150">
                  <a:moveTo>
                    <a:pt x="1443850" y="0"/>
                  </a:moveTo>
                  <a:lnTo>
                    <a:pt x="1386700" y="0"/>
                  </a:lnTo>
                  <a:lnTo>
                    <a:pt x="1386700" y="28575"/>
                  </a:lnTo>
                  <a:lnTo>
                    <a:pt x="1443850" y="28575"/>
                  </a:lnTo>
                  <a:lnTo>
                    <a:pt x="1443850" y="0"/>
                  </a:lnTo>
                  <a:close/>
                </a:path>
                <a:path w="2552700" h="1962150">
                  <a:moveTo>
                    <a:pt x="1467980" y="1933575"/>
                  </a:moveTo>
                  <a:lnTo>
                    <a:pt x="1410830" y="1933575"/>
                  </a:lnTo>
                  <a:lnTo>
                    <a:pt x="1410830" y="1962150"/>
                  </a:lnTo>
                  <a:lnTo>
                    <a:pt x="1467980" y="1962150"/>
                  </a:lnTo>
                  <a:lnTo>
                    <a:pt x="1467980" y="1933575"/>
                  </a:lnTo>
                  <a:close/>
                </a:path>
                <a:path w="2552700" h="1962150">
                  <a:moveTo>
                    <a:pt x="1529283" y="0"/>
                  </a:moveTo>
                  <a:lnTo>
                    <a:pt x="1472133" y="0"/>
                  </a:lnTo>
                  <a:lnTo>
                    <a:pt x="1472133" y="28575"/>
                  </a:lnTo>
                  <a:lnTo>
                    <a:pt x="1529283" y="28575"/>
                  </a:lnTo>
                  <a:lnTo>
                    <a:pt x="1529283" y="0"/>
                  </a:lnTo>
                  <a:close/>
                </a:path>
                <a:path w="2552700" h="1962150">
                  <a:moveTo>
                    <a:pt x="1553413" y="1933575"/>
                  </a:moveTo>
                  <a:lnTo>
                    <a:pt x="1496263" y="1933575"/>
                  </a:lnTo>
                  <a:lnTo>
                    <a:pt x="1496263" y="1962150"/>
                  </a:lnTo>
                  <a:lnTo>
                    <a:pt x="1553413" y="1962150"/>
                  </a:lnTo>
                  <a:lnTo>
                    <a:pt x="1553413" y="1933575"/>
                  </a:lnTo>
                  <a:close/>
                </a:path>
                <a:path w="2552700" h="1962150">
                  <a:moveTo>
                    <a:pt x="1614728" y="0"/>
                  </a:moveTo>
                  <a:lnTo>
                    <a:pt x="1557578" y="0"/>
                  </a:lnTo>
                  <a:lnTo>
                    <a:pt x="1557578" y="28575"/>
                  </a:lnTo>
                  <a:lnTo>
                    <a:pt x="1614728" y="28575"/>
                  </a:lnTo>
                  <a:lnTo>
                    <a:pt x="1614728" y="0"/>
                  </a:lnTo>
                  <a:close/>
                </a:path>
                <a:path w="2552700" h="1962150">
                  <a:moveTo>
                    <a:pt x="1638858" y="1933575"/>
                  </a:moveTo>
                  <a:lnTo>
                    <a:pt x="1581708" y="1933575"/>
                  </a:lnTo>
                  <a:lnTo>
                    <a:pt x="1581708" y="1962150"/>
                  </a:lnTo>
                  <a:lnTo>
                    <a:pt x="1638858" y="1962150"/>
                  </a:lnTo>
                  <a:lnTo>
                    <a:pt x="1638858" y="1933575"/>
                  </a:lnTo>
                  <a:close/>
                </a:path>
                <a:path w="2552700" h="1962150">
                  <a:moveTo>
                    <a:pt x="1700174" y="0"/>
                  </a:moveTo>
                  <a:lnTo>
                    <a:pt x="1643024" y="0"/>
                  </a:lnTo>
                  <a:lnTo>
                    <a:pt x="1643024" y="28575"/>
                  </a:lnTo>
                  <a:lnTo>
                    <a:pt x="1700174" y="28575"/>
                  </a:lnTo>
                  <a:lnTo>
                    <a:pt x="1700174" y="0"/>
                  </a:lnTo>
                  <a:close/>
                </a:path>
                <a:path w="2552700" h="1962150">
                  <a:moveTo>
                    <a:pt x="1724304" y="1933575"/>
                  </a:moveTo>
                  <a:lnTo>
                    <a:pt x="1667154" y="1933575"/>
                  </a:lnTo>
                  <a:lnTo>
                    <a:pt x="1667154" y="1962150"/>
                  </a:lnTo>
                  <a:lnTo>
                    <a:pt x="1724304" y="1962150"/>
                  </a:lnTo>
                  <a:lnTo>
                    <a:pt x="1724304" y="1933575"/>
                  </a:lnTo>
                  <a:close/>
                </a:path>
                <a:path w="2552700" h="1962150">
                  <a:moveTo>
                    <a:pt x="1785607" y="0"/>
                  </a:moveTo>
                  <a:lnTo>
                    <a:pt x="1728457" y="0"/>
                  </a:lnTo>
                  <a:lnTo>
                    <a:pt x="1728457" y="28575"/>
                  </a:lnTo>
                  <a:lnTo>
                    <a:pt x="1785607" y="28575"/>
                  </a:lnTo>
                  <a:lnTo>
                    <a:pt x="1785607" y="0"/>
                  </a:lnTo>
                  <a:close/>
                </a:path>
                <a:path w="2552700" h="1962150">
                  <a:moveTo>
                    <a:pt x="1809737" y="1933575"/>
                  </a:moveTo>
                  <a:lnTo>
                    <a:pt x="1752587" y="1933575"/>
                  </a:lnTo>
                  <a:lnTo>
                    <a:pt x="1752587" y="1962150"/>
                  </a:lnTo>
                  <a:lnTo>
                    <a:pt x="1809737" y="1962150"/>
                  </a:lnTo>
                  <a:lnTo>
                    <a:pt x="1809737" y="1933575"/>
                  </a:lnTo>
                  <a:close/>
                </a:path>
                <a:path w="2552700" h="1962150">
                  <a:moveTo>
                    <a:pt x="1871052" y="0"/>
                  </a:moveTo>
                  <a:lnTo>
                    <a:pt x="1813902" y="0"/>
                  </a:lnTo>
                  <a:lnTo>
                    <a:pt x="1813902" y="28575"/>
                  </a:lnTo>
                  <a:lnTo>
                    <a:pt x="1871052" y="28575"/>
                  </a:lnTo>
                  <a:lnTo>
                    <a:pt x="1871052" y="0"/>
                  </a:lnTo>
                  <a:close/>
                </a:path>
                <a:path w="2552700" h="1962150">
                  <a:moveTo>
                    <a:pt x="1895182" y="1933575"/>
                  </a:moveTo>
                  <a:lnTo>
                    <a:pt x="1838032" y="1933575"/>
                  </a:lnTo>
                  <a:lnTo>
                    <a:pt x="1838032" y="1962150"/>
                  </a:lnTo>
                  <a:lnTo>
                    <a:pt x="1895182" y="1962150"/>
                  </a:lnTo>
                  <a:lnTo>
                    <a:pt x="1895182" y="1933575"/>
                  </a:lnTo>
                  <a:close/>
                </a:path>
                <a:path w="2552700" h="1962150">
                  <a:moveTo>
                    <a:pt x="1956498" y="0"/>
                  </a:moveTo>
                  <a:lnTo>
                    <a:pt x="1899348" y="0"/>
                  </a:lnTo>
                  <a:lnTo>
                    <a:pt x="1899348" y="28575"/>
                  </a:lnTo>
                  <a:lnTo>
                    <a:pt x="1956498" y="28575"/>
                  </a:lnTo>
                  <a:lnTo>
                    <a:pt x="1956498" y="0"/>
                  </a:lnTo>
                  <a:close/>
                </a:path>
                <a:path w="2552700" h="1962150">
                  <a:moveTo>
                    <a:pt x="1980628" y="1933575"/>
                  </a:moveTo>
                  <a:lnTo>
                    <a:pt x="1923478" y="1933575"/>
                  </a:lnTo>
                  <a:lnTo>
                    <a:pt x="1923478" y="1962150"/>
                  </a:lnTo>
                  <a:lnTo>
                    <a:pt x="1980628" y="1962150"/>
                  </a:lnTo>
                  <a:lnTo>
                    <a:pt x="1980628" y="1933575"/>
                  </a:lnTo>
                  <a:close/>
                </a:path>
                <a:path w="2552700" h="1962150">
                  <a:moveTo>
                    <a:pt x="2041944" y="0"/>
                  </a:moveTo>
                  <a:lnTo>
                    <a:pt x="1984794" y="0"/>
                  </a:lnTo>
                  <a:lnTo>
                    <a:pt x="1984794" y="28575"/>
                  </a:lnTo>
                  <a:lnTo>
                    <a:pt x="2041944" y="28575"/>
                  </a:lnTo>
                  <a:lnTo>
                    <a:pt x="2041944" y="0"/>
                  </a:lnTo>
                  <a:close/>
                </a:path>
                <a:path w="2552700" h="1962150">
                  <a:moveTo>
                    <a:pt x="2066074" y="1933575"/>
                  </a:moveTo>
                  <a:lnTo>
                    <a:pt x="2008924" y="1933575"/>
                  </a:lnTo>
                  <a:lnTo>
                    <a:pt x="2008924" y="1962150"/>
                  </a:lnTo>
                  <a:lnTo>
                    <a:pt x="2066074" y="1962150"/>
                  </a:lnTo>
                  <a:lnTo>
                    <a:pt x="2066074" y="1933575"/>
                  </a:lnTo>
                  <a:close/>
                </a:path>
                <a:path w="2552700" h="1962150">
                  <a:moveTo>
                    <a:pt x="2127377" y="0"/>
                  </a:moveTo>
                  <a:lnTo>
                    <a:pt x="2070227" y="0"/>
                  </a:lnTo>
                  <a:lnTo>
                    <a:pt x="2070227" y="28575"/>
                  </a:lnTo>
                  <a:lnTo>
                    <a:pt x="2127377" y="28575"/>
                  </a:lnTo>
                  <a:lnTo>
                    <a:pt x="2127377" y="0"/>
                  </a:lnTo>
                  <a:close/>
                </a:path>
                <a:path w="2552700" h="1962150">
                  <a:moveTo>
                    <a:pt x="2151507" y="1933575"/>
                  </a:moveTo>
                  <a:lnTo>
                    <a:pt x="2094357" y="1933575"/>
                  </a:lnTo>
                  <a:lnTo>
                    <a:pt x="2094357" y="1962150"/>
                  </a:lnTo>
                  <a:lnTo>
                    <a:pt x="2151507" y="1962150"/>
                  </a:lnTo>
                  <a:lnTo>
                    <a:pt x="2151507" y="1933575"/>
                  </a:lnTo>
                  <a:close/>
                </a:path>
                <a:path w="2552700" h="1962150">
                  <a:moveTo>
                    <a:pt x="2212822" y="0"/>
                  </a:moveTo>
                  <a:lnTo>
                    <a:pt x="2155672" y="0"/>
                  </a:lnTo>
                  <a:lnTo>
                    <a:pt x="2155672" y="28575"/>
                  </a:lnTo>
                  <a:lnTo>
                    <a:pt x="2212822" y="28575"/>
                  </a:lnTo>
                  <a:lnTo>
                    <a:pt x="2212822" y="0"/>
                  </a:lnTo>
                  <a:close/>
                </a:path>
                <a:path w="2552700" h="1962150">
                  <a:moveTo>
                    <a:pt x="2236952" y="1933575"/>
                  </a:moveTo>
                  <a:lnTo>
                    <a:pt x="2179802" y="1933575"/>
                  </a:lnTo>
                  <a:lnTo>
                    <a:pt x="2179802" y="1962150"/>
                  </a:lnTo>
                  <a:lnTo>
                    <a:pt x="2236952" y="1962150"/>
                  </a:lnTo>
                  <a:lnTo>
                    <a:pt x="2236952" y="1933575"/>
                  </a:lnTo>
                  <a:close/>
                </a:path>
                <a:path w="2552700" h="1962150">
                  <a:moveTo>
                    <a:pt x="2298268" y="0"/>
                  </a:moveTo>
                  <a:lnTo>
                    <a:pt x="2241118" y="0"/>
                  </a:lnTo>
                  <a:lnTo>
                    <a:pt x="2241118" y="28575"/>
                  </a:lnTo>
                  <a:lnTo>
                    <a:pt x="2298268" y="28575"/>
                  </a:lnTo>
                  <a:lnTo>
                    <a:pt x="2298268" y="0"/>
                  </a:lnTo>
                  <a:close/>
                </a:path>
                <a:path w="2552700" h="1962150">
                  <a:moveTo>
                    <a:pt x="2322398" y="1933575"/>
                  </a:moveTo>
                  <a:lnTo>
                    <a:pt x="2265248" y="1933575"/>
                  </a:lnTo>
                  <a:lnTo>
                    <a:pt x="2265248" y="1962150"/>
                  </a:lnTo>
                  <a:lnTo>
                    <a:pt x="2322398" y="1962150"/>
                  </a:lnTo>
                  <a:lnTo>
                    <a:pt x="2322398" y="1933575"/>
                  </a:lnTo>
                  <a:close/>
                </a:path>
                <a:path w="2552700" h="1962150">
                  <a:moveTo>
                    <a:pt x="2383980" y="1358"/>
                  </a:moveTo>
                  <a:lnTo>
                    <a:pt x="2380970" y="914"/>
                  </a:lnTo>
                  <a:lnTo>
                    <a:pt x="2362200" y="0"/>
                  </a:lnTo>
                  <a:lnTo>
                    <a:pt x="2326563" y="0"/>
                  </a:lnTo>
                  <a:lnTo>
                    <a:pt x="2326563" y="28575"/>
                  </a:lnTo>
                  <a:lnTo>
                    <a:pt x="2362200" y="28575"/>
                  </a:lnTo>
                  <a:lnTo>
                    <a:pt x="2378151" y="29349"/>
                  </a:lnTo>
                  <a:lnTo>
                    <a:pt x="2380716" y="29730"/>
                  </a:lnTo>
                  <a:lnTo>
                    <a:pt x="2380754" y="29349"/>
                  </a:lnTo>
                  <a:lnTo>
                    <a:pt x="2380843" y="28575"/>
                  </a:lnTo>
                  <a:lnTo>
                    <a:pt x="2383980" y="1358"/>
                  </a:lnTo>
                  <a:close/>
                </a:path>
                <a:path w="2552700" h="1962150">
                  <a:moveTo>
                    <a:pt x="2409088" y="1956092"/>
                  </a:moveTo>
                  <a:lnTo>
                    <a:pt x="2402052" y="1928431"/>
                  </a:lnTo>
                  <a:lnTo>
                    <a:pt x="2393797" y="1930501"/>
                  </a:lnTo>
                  <a:lnTo>
                    <a:pt x="2378151" y="1932813"/>
                  </a:lnTo>
                  <a:lnTo>
                    <a:pt x="2362200" y="1933575"/>
                  </a:lnTo>
                  <a:lnTo>
                    <a:pt x="2350693" y="1933575"/>
                  </a:lnTo>
                  <a:lnTo>
                    <a:pt x="2350693" y="1962150"/>
                  </a:lnTo>
                  <a:lnTo>
                    <a:pt x="2362200" y="1962150"/>
                  </a:lnTo>
                  <a:lnTo>
                    <a:pt x="2380970" y="1961248"/>
                  </a:lnTo>
                  <a:lnTo>
                    <a:pt x="2399373" y="1958530"/>
                  </a:lnTo>
                  <a:lnTo>
                    <a:pt x="2409088" y="1956092"/>
                  </a:lnTo>
                  <a:close/>
                </a:path>
                <a:path w="2552700" h="1962150">
                  <a:moveTo>
                    <a:pt x="2468600" y="32486"/>
                  </a:moveTo>
                  <a:lnTo>
                    <a:pt x="2417419" y="8166"/>
                  </a:lnTo>
                  <a:lnTo>
                    <a:pt x="2413470" y="7175"/>
                  </a:lnTo>
                  <a:lnTo>
                    <a:pt x="2405773" y="34671"/>
                  </a:lnTo>
                  <a:lnTo>
                    <a:pt x="2409139" y="35509"/>
                  </a:lnTo>
                  <a:lnTo>
                    <a:pt x="2424176" y="40906"/>
                  </a:lnTo>
                  <a:lnTo>
                    <a:pt x="2438616" y="47726"/>
                  </a:lnTo>
                  <a:lnTo>
                    <a:pt x="2452179" y="55841"/>
                  </a:lnTo>
                  <a:lnTo>
                    <a:pt x="2452636" y="56184"/>
                  </a:lnTo>
                  <a:lnTo>
                    <a:pt x="2468600" y="32486"/>
                  </a:lnTo>
                  <a:close/>
                </a:path>
                <a:path w="2552700" h="1962150">
                  <a:moveTo>
                    <a:pt x="2488844" y="1913686"/>
                  </a:moveTo>
                  <a:lnTo>
                    <a:pt x="2469845" y="1892376"/>
                  </a:lnTo>
                  <a:lnTo>
                    <a:pt x="2464879" y="1896884"/>
                  </a:lnTo>
                  <a:lnTo>
                    <a:pt x="2452179" y="1906320"/>
                  </a:lnTo>
                  <a:lnTo>
                    <a:pt x="2438616" y="1914436"/>
                  </a:lnTo>
                  <a:lnTo>
                    <a:pt x="2426728" y="1920049"/>
                  </a:lnTo>
                  <a:lnTo>
                    <a:pt x="2438108" y="1946236"/>
                  </a:lnTo>
                  <a:lnTo>
                    <a:pt x="2452090" y="1939632"/>
                  </a:lnTo>
                  <a:lnTo>
                    <a:pt x="2468067" y="1930082"/>
                  </a:lnTo>
                  <a:lnTo>
                    <a:pt x="2483002" y="1918982"/>
                  </a:lnTo>
                  <a:lnTo>
                    <a:pt x="2488844" y="1913686"/>
                  </a:lnTo>
                  <a:close/>
                </a:path>
                <a:path w="2552700" h="1962150">
                  <a:moveTo>
                    <a:pt x="2529471" y="99415"/>
                  </a:moveTo>
                  <a:lnTo>
                    <a:pt x="2520632" y="84645"/>
                  </a:lnTo>
                  <a:lnTo>
                    <a:pt x="2509532" y="69710"/>
                  </a:lnTo>
                  <a:lnTo>
                    <a:pt x="2496909" y="55803"/>
                  </a:lnTo>
                  <a:lnTo>
                    <a:pt x="2492146" y="51473"/>
                  </a:lnTo>
                  <a:lnTo>
                    <a:pt x="2472652" y="72326"/>
                  </a:lnTo>
                  <a:lnTo>
                    <a:pt x="2476703" y="76009"/>
                  </a:lnTo>
                  <a:lnTo>
                    <a:pt x="2487434" y="87833"/>
                  </a:lnTo>
                  <a:lnTo>
                    <a:pt x="2496870" y="100533"/>
                  </a:lnTo>
                  <a:lnTo>
                    <a:pt x="2504376" y="113080"/>
                  </a:lnTo>
                  <a:lnTo>
                    <a:pt x="2529471" y="99415"/>
                  </a:lnTo>
                  <a:close/>
                </a:path>
                <a:path w="2552700" h="1962150">
                  <a:moveTo>
                    <a:pt x="2539923" y="1839747"/>
                  </a:moveTo>
                  <a:lnTo>
                    <a:pt x="2513266" y="1829536"/>
                  </a:lnTo>
                  <a:lnTo>
                    <a:pt x="2511806" y="1833626"/>
                  </a:lnTo>
                  <a:lnTo>
                    <a:pt x="2504986" y="1848065"/>
                  </a:lnTo>
                  <a:lnTo>
                    <a:pt x="2496921" y="1861553"/>
                  </a:lnTo>
                  <a:lnTo>
                    <a:pt x="2487790" y="1873859"/>
                  </a:lnTo>
                  <a:lnTo>
                    <a:pt x="2509951" y="1891893"/>
                  </a:lnTo>
                  <a:lnTo>
                    <a:pt x="2520632" y="1877517"/>
                  </a:lnTo>
                  <a:lnTo>
                    <a:pt x="2530183" y="1861553"/>
                  </a:lnTo>
                  <a:lnTo>
                    <a:pt x="2538209" y="1844560"/>
                  </a:lnTo>
                  <a:lnTo>
                    <a:pt x="2539923" y="1839747"/>
                  </a:lnTo>
                  <a:close/>
                </a:path>
                <a:path w="2552700" h="1962150">
                  <a:moveTo>
                    <a:pt x="2552484" y="185902"/>
                  </a:moveTo>
                  <a:lnTo>
                    <a:pt x="2551798" y="171742"/>
                  </a:lnTo>
                  <a:lnTo>
                    <a:pt x="2549080" y="153339"/>
                  </a:lnTo>
                  <a:lnTo>
                    <a:pt x="2544546" y="135293"/>
                  </a:lnTo>
                  <a:lnTo>
                    <a:pt x="2541486" y="126758"/>
                  </a:lnTo>
                  <a:lnTo>
                    <a:pt x="2514600" y="136321"/>
                  </a:lnTo>
                  <a:lnTo>
                    <a:pt x="2517203" y="143573"/>
                  </a:lnTo>
                  <a:lnTo>
                    <a:pt x="2521051" y="158915"/>
                  </a:lnTo>
                  <a:lnTo>
                    <a:pt x="2523363" y="174548"/>
                  </a:lnTo>
                  <a:lnTo>
                    <a:pt x="2523947" y="186588"/>
                  </a:lnTo>
                  <a:lnTo>
                    <a:pt x="2552484" y="185902"/>
                  </a:lnTo>
                  <a:close/>
                </a:path>
                <a:path w="2552700" h="1962150">
                  <a:moveTo>
                    <a:pt x="2552700" y="1752142"/>
                  </a:moveTo>
                  <a:lnTo>
                    <a:pt x="2524125" y="1752142"/>
                  </a:lnTo>
                  <a:lnTo>
                    <a:pt x="2524125" y="1771650"/>
                  </a:lnTo>
                  <a:lnTo>
                    <a:pt x="2523363" y="1787601"/>
                  </a:lnTo>
                  <a:lnTo>
                    <a:pt x="2521051" y="1803247"/>
                  </a:lnTo>
                  <a:lnTo>
                    <a:pt x="2520759" y="1804428"/>
                  </a:lnTo>
                  <a:lnTo>
                    <a:pt x="2548737" y="1810207"/>
                  </a:lnTo>
                  <a:lnTo>
                    <a:pt x="2549080" y="1808822"/>
                  </a:lnTo>
                  <a:lnTo>
                    <a:pt x="2551798" y="1790420"/>
                  </a:lnTo>
                  <a:lnTo>
                    <a:pt x="2552700" y="1771650"/>
                  </a:lnTo>
                  <a:lnTo>
                    <a:pt x="2552700" y="1752142"/>
                  </a:lnTo>
                  <a:close/>
                </a:path>
                <a:path w="2552700" h="1962150">
                  <a:moveTo>
                    <a:pt x="2552700" y="1666697"/>
                  </a:moveTo>
                  <a:lnTo>
                    <a:pt x="2524125" y="1666697"/>
                  </a:lnTo>
                  <a:lnTo>
                    <a:pt x="2524125" y="1723847"/>
                  </a:lnTo>
                  <a:lnTo>
                    <a:pt x="2552700" y="1723847"/>
                  </a:lnTo>
                  <a:lnTo>
                    <a:pt x="2552700" y="1666697"/>
                  </a:lnTo>
                  <a:close/>
                </a:path>
                <a:path w="2552700" h="1962150">
                  <a:moveTo>
                    <a:pt x="2552700" y="1581251"/>
                  </a:moveTo>
                  <a:lnTo>
                    <a:pt x="2524125" y="1581251"/>
                  </a:lnTo>
                  <a:lnTo>
                    <a:pt x="2524125" y="1638401"/>
                  </a:lnTo>
                  <a:lnTo>
                    <a:pt x="2552700" y="1638401"/>
                  </a:lnTo>
                  <a:lnTo>
                    <a:pt x="2552700" y="1581251"/>
                  </a:lnTo>
                  <a:close/>
                </a:path>
                <a:path w="2552700" h="1962150">
                  <a:moveTo>
                    <a:pt x="2552700" y="1495818"/>
                  </a:moveTo>
                  <a:lnTo>
                    <a:pt x="2524125" y="1495818"/>
                  </a:lnTo>
                  <a:lnTo>
                    <a:pt x="2524125" y="1552968"/>
                  </a:lnTo>
                  <a:lnTo>
                    <a:pt x="2552700" y="1552968"/>
                  </a:lnTo>
                  <a:lnTo>
                    <a:pt x="2552700" y="1495818"/>
                  </a:lnTo>
                  <a:close/>
                </a:path>
                <a:path w="2552700" h="1962150">
                  <a:moveTo>
                    <a:pt x="2552700" y="1410373"/>
                  </a:moveTo>
                  <a:lnTo>
                    <a:pt x="2524125" y="1410373"/>
                  </a:lnTo>
                  <a:lnTo>
                    <a:pt x="2524125" y="1467523"/>
                  </a:lnTo>
                  <a:lnTo>
                    <a:pt x="2552700" y="1467523"/>
                  </a:lnTo>
                  <a:lnTo>
                    <a:pt x="2552700" y="1410373"/>
                  </a:lnTo>
                  <a:close/>
                </a:path>
                <a:path w="2552700" h="1962150">
                  <a:moveTo>
                    <a:pt x="2552700" y="1324927"/>
                  </a:moveTo>
                  <a:lnTo>
                    <a:pt x="2524125" y="1324927"/>
                  </a:lnTo>
                  <a:lnTo>
                    <a:pt x="2524125" y="1382077"/>
                  </a:lnTo>
                  <a:lnTo>
                    <a:pt x="2552700" y="1382077"/>
                  </a:lnTo>
                  <a:lnTo>
                    <a:pt x="2552700" y="1324927"/>
                  </a:lnTo>
                  <a:close/>
                </a:path>
                <a:path w="2552700" h="1962150">
                  <a:moveTo>
                    <a:pt x="2552700" y="1239481"/>
                  </a:moveTo>
                  <a:lnTo>
                    <a:pt x="2524125" y="1239481"/>
                  </a:lnTo>
                  <a:lnTo>
                    <a:pt x="2524125" y="1296631"/>
                  </a:lnTo>
                  <a:lnTo>
                    <a:pt x="2552700" y="1296631"/>
                  </a:lnTo>
                  <a:lnTo>
                    <a:pt x="2552700" y="1239481"/>
                  </a:lnTo>
                  <a:close/>
                </a:path>
                <a:path w="2552700" h="1962150">
                  <a:moveTo>
                    <a:pt x="2552700" y="1154049"/>
                  </a:moveTo>
                  <a:lnTo>
                    <a:pt x="2524125" y="1154049"/>
                  </a:lnTo>
                  <a:lnTo>
                    <a:pt x="2524125" y="1211199"/>
                  </a:lnTo>
                  <a:lnTo>
                    <a:pt x="2552700" y="1211199"/>
                  </a:lnTo>
                  <a:lnTo>
                    <a:pt x="2552700" y="1154049"/>
                  </a:lnTo>
                  <a:close/>
                </a:path>
                <a:path w="2552700" h="1962150">
                  <a:moveTo>
                    <a:pt x="2552700" y="1068603"/>
                  </a:moveTo>
                  <a:lnTo>
                    <a:pt x="2524125" y="1068603"/>
                  </a:lnTo>
                  <a:lnTo>
                    <a:pt x="2524125" y="1125753"/>
                  </a:lnTo>
                  <a:lnTo>
                    <a:pt x="2552700" y="1125753"/>
                  </a:lnTo>
                  <a:lnTo>
                    <a:pt x="2552700" y="1068603"/>
                  </a:lnTo>
                  <a:close/>
                </a:path>
                <a:path w="2552700" h="1962150">
                  <a:moveTo>
                    <a:pt x="2552700" y="983157"/>
                  </a:moveTo>
                  <a:lnTo>
                    <a:pt x="2524125" y="983157"/>
                  </a:lnTo>
                  <a:lnTo>
                    <a:pt x="2524125" y="1040307"/>
                  </a:lnTo>
                  <a:lnTo>
                    <a:pt x="2552700" y="1040307"/>
                  </a:lnTo>
                  <a:lnTo>
                    <a:pt x="2552700" y="983157"/>
                  </a:lnTo>
                  <a:close/>
                </a:path>
                <a:path w="2552700" h="1962150">
                  <a:moveTo>
                    <a:pt x="2552700" y="897724"/>
                  </a:moveTo>
                  <a:lnTo>
                    <a:pt x="2524125" y="897724"/>
                  </a:lnTo>
                  <a:lnTo>
                    <a:pt x="2524125" y="954874"/>
                  </a:lnTo>
                  <a:lnTo>
                    <a:pt x="2552700" y="954874"/>
                  </a:lnTo>
                  <a:lnTo>
                    <a:pt x="2552700" y="897724"/>
                  </a:lnTo>
                  <a:close/>
                </a:path>
                <a:path w="2552700" h="1962150">
                  <a:moveTo>
                    <a:pt x="2552700" y="812279"/>
                  </a:moveTo>
                  <a:lnTo>
                    <a:pt x="2524125" y="812279"/>
                  </a:lnTo>
                  <a:lnTo>
                    <a:pt x="2524125" y="869429"/>
                  </a:lnTo>
                  <a:lnTo>
                    <a:pt x="2552700" y="869429"/>
                  </a:lnTo>
                  <a:lnTo>
                    <a:pt x="2552700" y="812279"/>
                  </a:lnTo>
                  <a:close/>
                </a:path>
                <a:path w="2552700" h="1962150">
                  <a:moveTo>
                    <a:pt x="2552700" y="726833"/>
                  </a:moveTo>
                  <a:lnTo>
                    <a:pt x="2524125" y="726833"/>
                  </a:lnTo>
                  <a:lnTo>
                    <a:pt x="2524125" y="783983"/>
                  </a:lnTo>
                  <a:lnTo>
                    <a:pt x="2552700" y="783983"/>
                  </a:lnTo>
                  <a:lnTo>
                    <a:pt x="2552700" y="726833"/>
                  </a:lnTo>
                  <a:close/>
                </a:path>
                <a:path w="2552700" h="1962150">
                  <a:moveTo>
                    <a:pt x="2552700" y="641388"/>
                  </a:moveTo>
                  <a:lnTo>
                    <a:pt x="2524125" y="641388"/>
                  </a:lnTo>
                  <a:lnTo>
                    <a:pt x="2524125" y="698538"/>
                  </a:lnTo>
                  <a:lnTo>
                    <a:pt x="2552700" y="698538"/>
                  </a:lnTo>
                  <a:lnTo>
                    <a:pt x="2552700" y="641388"/>
                  </a:lnTo>
                  <a:close/>
                </a:path>
                <a:path w="2552700" h="1962150">
                  <a:moveTo>
                    <a:pt x="2552700" y="555955"/>
                  </a:moveTo>
                  <a:lnTo>
                    <a:pt x="2524125" y="555955"/>
                  </a:lnTo>
                  <a:lnTo>
                    <a:pt x="2524125" y="613105"/>
                  </a:lnTo>
                  <a:lnTo>
                    <a:pt x="2552700" y="613105"/>
                  </a:lnTo>
                  <a:lnTo>
                    <a:pt x="2552700" y="555955"/>
                  </a:lnTo>
                  <a:close/>
                </a:path>
                <a:path w="2552700" h="1962150">
                  <a:moveTo>
                    <a:pt x="2552700" y="470509"/>
                  </a:moveTo>
                  <a:lnTo>
                    <a:pt x="2524125" y="470509"/>
                  </a:lnTo>
                  <a:lnTo>
                    <a:pt x="2524125" y="527659"/>
                  </a:lnTo>
                  <a:lnTo>
                    <a:pt x="2552700" y="527659"/>
                  </a:lnTo>
                  <a:lnTo>
                    <a:pt x="2552700" y="470509"/>
                  </a:lnTo>
                  <a:close/>
                </a:path>
                <a:path w="2552700" h="1962150">
                  <a:moveTo>
                    <a:pt x="2552700" y="385064"/>
                  </a:moveTo>
                  <a:lnTo>
                    <a:pt x="2524125" y="385064"/>
                  </a:lnTo>
                  <a:lnTo>
                    <a:pt x="2524125" y="442214"/>
                  </a:lnTo>
                  <a:lnTo>
                    <a:pt x="2552700" y="442214"/>
                  </a:lnTo>
                  <a:lnTo>
                    <a:pt x="2552700" y="385064"/>
                  </a:lnTo>
                  <a:close/>
                </a:path>
                <a:path w="2552700" h="1962150">
                  <a:moveTo>
                    <a:pt x="2552700" y="299631"/>
                  </a:moveTo>
                  <a:lnTo>
                    <a:pt x="2524125" y="299631"/>
                  </a:lnTo>
                  <a:lnTo>
                    <a:pt x="2524125" y="356781"/>
                  </a:lnTo>
                  <a:lnTo>
                    <a:pt x="2552700" y="356781"/>
                  </a:lnTo>
                  <a:lnTo>
                    <a:pt x="2552700" y="299631"/>
                  </a:lnTo>
                  <a:close/>
                </a:path>
                <a:path w="2552700" h="1962150">
                  <a:moveTo>
                    <a:pt x="2552700" y="214185"/>
                  </a:moveTo>
                  <a:lnTo>
                    <a:pt x="2524125" y="214185"/>
                  </a:lnTo>
                  <a:lnTo>
                    <a:pt x="2524125" y="271335"/>
                  </a:lnTo>
                  <a:lnTo>
                    <a:pt x="2552700" y="271335"/>
                  </a:lnTo>
                  <a:lnTo>
                    <a:pt x="2552700" y="21418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4718" y="2974974"/>
              <a:ext cx="476250" cy="4191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676231" y="3610076"/>
            <a:ext cx="1670685" cy="4315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350" b="1" spc="90" dirty="0" err="1">
                <a:solidFill>
                  <a:srgbClr val="878787"/>
                </a:solidFill>
                <a:latin typeface="Arial"/>
                <a:cs typeface="Arial"/>
              </a:rPr>
              <a:t>Pycharm</a:t>
            </a:r>
            <a:r>
              <a:rPr lang="en-US" sz="1350" b="1" spc="90" dirty="0">
                <a:solidFill>
                  <a:srgbClr val="878787"/>
                </a:solidFill>
                <a:latin typeface="Arial"/>
                <a:cs typeface="Arial"/>
              </a:rPr>
              <a:t> (</a:t>
            </a:r>
            <a:r>
              <a:rPr lang="ru-RU" sz="1350" b="1" spc="90" dirty="0">
                <a:solidFill>
                  <a:srgbClr val="878787"/>
                </a:solidFill>
                <a:latin typeface="Arial"/>
                <a:cs typeface="Arial"/>
              </a:rPr>
              <a:t>среда разработки)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62300" y="2371724"/>
            <a:ext cx="2543175" cy="1962150"/>
            <a:chOff x="9077324" y="2371724"/>
            <a:chExt cx="2543175" cy="1962150"/>
          </a:xfrm>
        </p:grpSpPr>
        <p:sp>
          <p:nvSpPr>
            <p:cNvPr id="24" name="object 24"/>
            <p:cNvSpPr/>
            <p:nvPr/>
          </p:nvSpPr>
          <p:spPr>
            <a:xfrm>
              <a:off x="9077324" y="2371724"/>
              <a:ext cx="2543175" cy="1962150"/>
            </a:xfrm>
            <a:custGeom>
              <a:avLst/>
              <a:gdLst/>
              <a:ahLst/>
              <a:cxnLst/>
              <a:rect l="l" t="t" r="r" b="b"/>
              <a:pathLst>
                <a:path w="2543175" h="1962150">
                  <a:moveTo>
                    <a:pt x="2352674" y="1962149"/>
                  </a:moveTo>
                  <a:lnTo>
                    <a:pt x="190499" y="1962149"/>
                  </a:lnTo>
                  <a:lnTo>
                    <a:pt x="171733" y="1961243"/>
                  </a:lnTo>
                  <a:lnTo>
                    <a:pt x="117597" y="1947648"/>
                  </a:lnTo>
                  <a:lnTo>
                    <a:pt x="69705" y="1918982"/>
                  </a:lnTo>
                  <a:lnTo>
                    <a:pt x="32074" y="1877505"/>
                  </a:lnTo>
                  <a:lnTo>
                    <a:pt x="8156" y="1826866"/>
                  </a:lnTo>
                  <a:lnTo>
                    <a:pt x="0" y="1771649"/>
                  </a:lnTo>
                  <a:lnTo>
                    <a:pt x="0" y="190499"/>
                  </a:lnTo>
                  <a:lnTo>
                    <a:pt x="8156" y="135282"/>
                  </a:lnTo>
                  <a:lnTo>
                    <a:pt x="32074" y="84643"/>
                  </a:lnTo>
                  <a:lnTo>
                    <a:pt x="69705" y="43167"/>
                  </a:lnTo>
                  <a:lnTo>
                    <a:pt x="117597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352674" y="0"/>
                  </a:lnTo>
                  <a:lnTo>
                    <a:pt x="2407890" y="8156"/>
                  </a:lnTo>
                  <a:lnTo>
                    <a:pt x="2458530" y="32075"/>
                  </a:lnTo>
                  <a:lnTo>
                    <a:pt x="2500006" y="69706"/>
                  </a:lnTo>
                  <a:lnTo>
                    <a:pt x="2528673" y="117598"/>
                  </a:lnTo>
                  <a:lnTo>
                    <a:pt x="2542268" y="171733"/>
                  </a:lnTo>
                  <a:lnTo>
                    <a:pt x="2543174" y="190499"/>
                  </a:lnTo>
                  <a:lnTo>
                    <a:pt x="2543174" y="1771649"/>
                  </a:lnTo>
                  <a:lnTo>
                    <a:pt x="2535017" y="1826866"/>
                  </a:lnTo>
                  <a:lnTo>
                    <a:pt x="2511098" y="1877505"/>
                  </a:lnTo>
                  <a:lnTo>
                    <a:pt x="2473467" y="1918982"/>
                  </a:lnTo>
                  <a:lnTo>
                    <a:pt x="2425574" y="1947648"/>
                  </a:lnTo>
                  <a:lnTo>
                    <a:pt x="2371440" y="1961243"/>
                  </a:lnTo>
                  <a:lnTo>
                    <a:pt x="2352674" y="196214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77312" y="2371724"/>
              <a:ext cx="2543175" cy="1962150"/>
            </a:xfrm>
            <a:custGeom>
              <a:avLst/>
              <a:gdLst/>
              <a:ahLst/>
              <a:cxnLst/>
              <a:rect l="l" t="t" r="r" b="b"/>
              <a:pathLst>
                <a:path w="2543175" h="1962150">
                  <a:moveTo>
                    <a:pt x="28575" y="1664957"/>
                  </a:moveTo>
                  <a:lnTo>
                    <a:pt x="0" y="1664957"/>
                  </a:lnTo>
                  <a:lnTo>
                    <a:pt x="0" y="1722107"/>
                  </a:lnTo>
                  <a:lnTo>
                    <a:pt x="28575" y="1722107"/>
                  </a:lnTo>
                  <a:lnTo>
                    <a:pt x="28575" y="1664957"/>
                  </a:lnTo>
                  <a:close/>
                </a:path>
                <a:path w="2543175" h="1962150">
                  <a:moveTo>
                    <a:pt x="28575" y="1578851"/>
                  </a:moveTo>
                  <a:lnTo>
                    <a:pt x="0" y="1578851"/>
                  </a:lnTo>
                  <a:lnTo>
                    <a:pt x="0" y="1636001"/>
                  </a:lnTo>
                  <a:lnTo>
                    <a:pt x="28575" y="1636001"/>
                  </a:lnTo>
                  <a:lnTo>
                    <a:pt x="28575" y="1578851"/>
                  </a:lnTo>
                  <a:close/>
                </a:path>
                <a:path w="2543175" h="1962150">
                  <a:moveTo>
                    <a:pt x="28575" y="1492745"/>
                  </a:moveTo>
                  <a:lnTo>
                    <a:pt x="0" y="1492745"/>
                  </a:lnTo>
                  <a:lnTo>
                    <a:pt x="0" y="1549895"/>
                  </a:lnTo>
                  <a:lnTo>
                    <a:pt x="28575" y="1549895"/>
                  </a:lnTo>
                  <a:lnTo>
                    <a:pt x="28575" y="1492745"/>
                  </a:lnTo>
                  <a:close/>
                </a:path>
                <a:path w="2543175" h="1962150">
                  <a:moveTo>
                    <a:pt x="28575" y="1406639"/>
                  </a:moveTo>
                  <a:lnTo>
                    <a:pt x="0" y="1406639"/>
                  </a:lnTo>
                  <a:lnTo>
                    <a:pt x="0" y="1463789"/>
                  </a:lnTo>
                  <a:lnTo>
                    <a:pt x="28575" y="1463789"/>
                  </a:lnTo>
                  <a:lnTo>
                    <a:pt x="28575" y="1406639"/>
                  </a:lnTo>
                  <a:close/>
                </a:path>
                <a:path w="2543175" h="1962150">
                  <a:moveTo>
                    <a:pt x="28575" y="1320533"/>
                  </a:moveTo>
                  <a:lnTo>
                    <a:pt x="0" y="1320533"/>
                  </a:lnTo>
                  <a:lnTo>
                    <a:pt x="0" y="1377683"/>
                  </a:lnTo>
                  <a:lnTo>
                    <a:pt x="28575" y="1377683"/>
                  </a:lnTo>
                  <a:lnTo>
                    <a:pt x="28575" y="1320533"/>
                  </a:lnTo>
                  <a:close/>
                </a:path>
                <a:path w="2543175" h="1962150">
                  <a:moveTo>
                    <a:pt x="28575" y="1234427"/>
                  </a:moveTo>
                  <a:lnTo>
                    <a:pt x="0" y="1234427"/>
                  </a:lnTo>
                  <a:lnTo>
                    <a:pt x="0" y="1291577"/>
                  </a:lnTo>
                  <a:lnTo>
                    <a:pt x="28575" y="1291577"/>
                  </a:lnTo>
                  <a:lnTo>
                    <a:pt x="28575" y="1234427"/>
                  </a:lnTo>
                  <a:close/>
                </a:path>
                <a:path w="2543175" h="1962150">
                  <a:moveTo>
                    <a:pt x="28575" y="1148321"/>
                  </a:moveTo>
                  <a:lnTo>
                    <a:pt x="0" y="1148321"/>
                  </a:lnTo>
                  <a:lnTo>
                    <a:pt x="0" y="1205471"/>
                  </a:lnTo>
                  <a:lnTo>
                    <a:pt x="28575" y="1205471"/>
                  </a:lnTo>
                  <a:lnTo>
                    <a:pt x="28575" y="1148321"/>
                  </a:lnTo>
                  <a:close/>
                </a:path>
                <a:path w="2543175" h="1962150">
                  <a:moveTo>
                    <a:pt x="28575" y="1062215"/>
                  </a:moveTo>
                  <a:lnTo>
                    <a:pt x="0" y="1062215"/>
                  </a:lnTo>
                  <a:lnTo>
                    <a:pt x="0" y="1119365"/>
                  </a:lnTo>
                  <a:lnTo>
                    <a:pt x="28575" y="1119365"/>
                  </a:lnTo>
                  <a:lnTo>
                    <a:pt x="28575" y="1062215"/>
                  </a:lnTo>
                  <a:close/>
                </a:path>
                <a:path w="2543175" h="1962150">
                  <a:moveTo>
                    <a:pt x="28575" y="976109"/>
                  </a:moveTo>
                  <a:lnTo>
                    <a:pt x="0" y="976109"/>
                  </a:lnTo>
                  <a:lnTo>
                    <a:pt x="0" y="1033259"/>
                  </a:lnTo>
                  <a:lnTo>
                    <a:pt x="28575" y="1033259"/>
                  </a:lnTo>
                  <a:lnTo>
                    <a:pt x="28575" y="976109"/>
                  </a:lnTo>
                  <a:close/>
                </a:path>
                <a:path w="2543175" h="1962150">
                  <a:moveTo>
                    <a:pt x="28575" y="890003"/>
                  </a:moveTo>
                  <a:lnTo>
                    <a:pt x="0" y="890003"/>
                  </a:lnTo>
                  <a:lnTo>
                    <a:pt x="0" y="947153"/>
                  </a:lnTo>
                  <a:lnTo>
                    <a:pt x="28575" y="947153"/>
                  </a:lnTo>
                  <a:lnTo>
                    <a:pt x="28575" y="890003"/>
                  </a:lnTo>
                  <a:close/>
                </a:path>
                <a:path w="2543175" h="1962150">
                  <a:moveTo>
                    <a:pt x="28575" y="803897"/>
                  </a:moveTo>
                  <a:lnTo>
                    <a:pt x="0" y="803897"/>
                  </a:lnTo>
                  <a:lnTo>
                    <a:pt x="0" y="861047"/>
                  </a:lnTo>
                  <a:lnTo>
                    <a:pt x="28575" y="861047"/>
                  </a:lnTo>
                  <a:lnTo>
                    <a:pt x="28575" y="803897"/>
                  </a:lnTo>
                  <a:close/>
                </a:path>
                <a:path w="2543175" h="1962150">
                  <a:moveTo>
                    <a:pt x="28575" y="717791"/>
                  </a:moveTo>
                  <a:lnTo>
                    <a:pt x="0" y="717791"/>
                  </a:lnTo>
                  <a:lnTo>
                    <a:pt x="0" y="774941"/>
                  </a:lnTo>
                  <a:lnTo>
                    <a:pt x="28575" y="774941"/>
                  </a:lnTo>
                  <a:lnTo>
                    <a:pt x="28575" y="717791"/>
                  </a:lnTo>
                  <a:close/>
                </a:path>
                <a:path w="2543175" h="1962150">
                  <a:moveTo>
                    <a:pt x="28575" y="631685"/>
                  </a:moveTo>
                  <a:lnTo>
                    <a:pt x="0" y="631685"/>
                  </a:lnTo>
                  <a:lnTo>
                    <a:pt x="0" y="688835"/>
                  </a:lnTo>
                  <a:lnTo>
                    <a:pt x="28575" y="688835"/>
                  </a:lnTo>
                  <a:lnTo>
                    <a:pt x="28575" y="631685"/>
                  </a:lnTo>
                  <a:close/>
                </a:path>
                <a:path w="2543175" h="1962150">
                  <a:moveTo>
                    <a:pt x="28575" y="545579"/>
                  </a:moveTo>
                  <a:lnTo>
                    <a:pt x="0" y="545579"/>
                  </a:lnTo>
                  <a:lnTo>
                    <a:pt x="0" y="602729"/>
                  </a:lnTo>
                  <a:lnTo>
                    <a:pt x="28575" y="602729"/>
                  </a:lnTo>
                  <a:lnTo>
                    <a:pt x="28575" y="545579"/>
                  </a:lnTo>
                  <a:close/>
                </a:path>
                <a:path w="2543175" h="1962150">
                  <a:moveTo>
                    <a:pt x="28575" y="459473"/>
                  </a:moveTo>
                  <a:lnTo>
                    <a:pt x="0" y="459473"/>
                  </a:lnTo>
                  <a:lnTo>
                    <a:pt x="0" y="516623"/>
                  </a:lnTo>
                  <a:lnTo>
                    <a:pt x="28575" y="516623"/>
                  </a:lnTo>
                  <a:lnTo>
                    <a:pt x="28575" y="459473"/>
                  </a:lnTo>
                  <a:close/>
                </a:path>
                <a:path w="2543175" h="1962150">
                  <a:moveTo>
                    <a:pt x="28575" y="373367"/>
                  </a:moveTo>
                  <a:lnTo>
                    <a:pt x="0" y="373367"/>
                  </a:lnTo>
                  <a:lnTo>
                    <a:pt x="0" y="430517"/>
                  </a:lnTo>
                  <a:lnTo>
                    <a:pt x="28575" y="430517"/>
                  </a:lnTo>
                  <a:lnTo>
                    <a:pt x="28575" y="373367"/>
                  </a:lnTo>
                  <a:close/>
                </a:path>
                <a:path w="2543175" h="1962150">
                  <a:moveTo>
                    <a:pt x="28575" y="287261"/>
                  </a:moveTo>
                  <a:lnTo>
                    <a:pt x="0" y="287261"/>
                  </a:lnTo>
                  <a:lnTo>
                    <a:pt x="0" y="344411"/>
                  </a:lnTo>
                  <a:lnTo>
                    <a:pt x="28575" y="344411"/>
                  </a:lnTo>
                  <a:lnTo>
                    <a:pt x="28575" y="287261"/>
                  </a:lnTo>
                  <a:close/>
                </a:path>
                <a:path w="2543175" h="1962150">
                  <a:moveTo>
                    <a:pt x="28575" y="201155"/>
                  </a:moveTo>
                  <a:lnTo>
                    <a:pt x="0" y="201155"/>
                  </a:lnTo>
                  <a:lnTo>
                    <a:pt x="0" y="258305"/>
                  </a:lnTo>
                  <a:lnTo>
                    <a:pt x="28575" y="258305"/>
                  </a:lnTo>
                  <a:lnTo>
                    <a:pt x="28575" y="201155"/>
                  </a:lnTo>
                  <a:close/>
                </a:path>
                <a:path w="2543175" h="1962150">
                  <a:moveTo>
                    <a:pt x="31724" y="1803476"/>
                  </a:moveTo>
                  <a:lnTo>
                    <a:pt x="31661" y="1803247"/>
                  </a:lnTo>
                  <a:lnTo>
                    <a:pt x="29349" y="1787601"/>
                  </a:lnTo>
                  <a:lnTo>
                    <a:pt x="28575" y="1771650"/>
                  </a:lnTo>
                  <a:lnTo>
                    <a:pt x="28575" y="1751063"/>
                  </a:lnTo>
                  <a:lnTo>
                    <a:pt x="0" y="1751063"/>
                  </a:lnTo>
                  <a:lnTo>
                    <a:pt x="0" y="1771650"/>
                  </a:lnTo>
                  <a:lnTo>
                    <a:pt x="914" y="1790420"/>
                  </a:lnTo>
                  <a:lnTo>
                    <a:pt x="3632" y="1808822"/>
                  </a:lnTo>
                  <a:lnTo>
                    <a:pt x="3695" y="1809089"/>
                  </a:lnTo>
                  <a:lnTo>
                    <a:pt x="31724" y="1803476"/>
                  </a:lnTo>
                  <a:close/>
                </a:path>
                <a:path w="2543175" h="1962150">
                  <a:moveTo>
                    <a:pt x="42684" y="124764"/>
                  </a:moveTo>
                  <a:lnTo>
                    <a:pt x="16598" y="113169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914" y="171742"/>
                  </a:lnTo>
                  <a:lnTo>
                    <a:pt x="901" y="172008"/>
                  </a:lnTo>
                  <a:lnTo>
                    <a:pt x="29337" y="174777"/>
                  </a:lnTo>
                  <a:lnTo>
                    <a:pt x="29349" y="174548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2684" y="124764"/>
                  </a:lnTo>
                  <a:close/>
                </a:path>
                <a:path w="2543175" h="1962150">
                  <a:moveTo>
                    <a:pt x="64693" y="1873554"/>
                  </a:moveTo>
                  <a:lnTo>
                    <a:pt x="55791" y="1861553"/>
                  </a:lnTo>
                  <a:lnTo>
                    <a:pt x="47726" y="1848065"/>
                  </a:lnTo>
                  <a:lnTo>
                    <a:pt x="40906" y="1833626"/>
                  </a:lnTo>
                  <a:lnTo>
                    <a:pt x="39306" y="1829168"/>
                  </a:lnTo>
                  <a:lnTo>
                    <a:pt x="12623" y="1839328"/>
                  </a:lnTo>
                  <a:lnTo>
                    <a:pt x="14503" y="1844560"/>
                  </a:lnTo>
                  <a:lnTo>
                    <a:pt x="22529" y="1861553"/>
                  </a:lnTo>
                  <a:lnTo>
                    <a:pt x="32080" y="1877517"/>
                  </a:lnTo>
                  <a:lnTo>
                    <a:pt x="42494" y="1891538"/>
                  </a:lnTo>
                  <a:lnTo>
                    <a:pt x="64693" y="1873554"/>
                  </a:lnTo>
                  <a:close/>
                </a:path>
                <a:path w="2543175" h="1962150">
                  <a:moveTo>
                    <a:pt x="89903" y="63728"/>
                  </a:moveTo>
                  <a:lnTo>
                    <a:pt x="72161" y="41363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038" y="86385"/>
                  </a:lnTo>
                  <a:lnTo>
                    <a:pt x="54952" y="102006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89903" y="63728"/>
                  </a:lnTo>
                  <a:close/>
                </a:path>
                <a:path w="2543175" h="1962150">
                  <a:moveTo>
                    <a:pt x="126187" y="1920151"/>
                  </a:moveTo>
                  <a:lnTo>
                    <a:pt x="114096" y="1914436"/>
                  </a:lnTo>
                  <a:lnTo>
                    <a:pt x="100533" y="1906320"/>
                  </a:lnTo>
                  <a:lnTo>
                    <a:pt x="87833" y="1896884"/>
                  </a:lnTo>
                  <a:lnTo>
                    <a:pt x="83045" y="1892541"/>
                  </a:lnTo>
                  <a:lnTo>
                    <a:pt x="64071" y="1913864"/>
                  </a:lnTo>
                  <a:lnTo>
                    <a:pt x="69710" y="1918982"/>
                  </a:lnTo>
                  <a:lnTo>
                    <a:pt x="84645" y="1930082"/>
                  </a:lnTo>
                  <a:lnTo>
                    <a:pt x="100609" y="1939632"/>
                  </a:lnTo>
                  <a:lnTo>
                    <a:pt x="114846" y="1946351"/>
                  </a:lnTo>
                  <a:lnTo>
                    <a:pt x="126187" y="1920151"/>
                  </a:lnTo>
                  <a:close/>
                </a:path>
                <a:path w="2543175" h="1962150">
                  <a:moveTo>
                    <a:pt x="160274" y="31457"/>
                  </a:moveTo>
                  <a:lnTo>
                    <a:pt x="154940" y="3390"/>
                  </a:lnTo>
                  <a:lnTo>
                    <a:pt x="153327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7726" y="24257"/>
                  </a:lnTo>
                  <a:lnTo>
                    <a:pt x="111645" y="49187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274" y="31457"/>
                  </a:lnTo>
                  <a:close/>
                </a:path>
                <a:path w="2543175" h="1962150">
                  <a:moveTo>
                    <a:pt x="202946" y="1933575"/>
                  </a:moveTo>
                  <a:lnTo>
                    <a:pt x="190500" y="1933575"/>
                  </a:lnTo>
                  <a:lnTo>
                    <a:pt x="174548" y="1932813"/>
                  </a:lnTo>
                  <a:lnTo>
                    <a:pt x="158915" y="1930501"/>
                  </a:lnTo>
                  <a:lnTo>
                    <a:pt x="151472" y="1928634"/>
                  </a:lnTo>
                  <a:lnTo>
                    <a:pt x="144589" y="1956333"/>
                  </a:lnTo>
                  <a:lnTo>
                    <a:pt x="153327" y="1958530"/>
                  </a:lnTo>
                  <a:lnTo>
                    <a:pt x="171742" y="1961248"/>
                  </a:lnTo>
                  <a:lnTo>
                    <a:pt x="190500" y="1962150"/>
                  </a:lnTo>
                  <a:lnTo>
                    <a:pt x="202946" y="1962150"/>
                  </a:lnTo>
                  <a:lnTo>
                    <a:pt x="202946" y="1933575"/>
                  </a:lnTo>
                  <a:close/>
                </a:path>
                <a:path w="2543175" h="1962150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2543175" h="1962150">
                  <a:moveTo>
                    <a:pt x="289052" y="1933575"/>
                  </a:moveTo>
                  <a:lnTo>
                    <a:pt x="231902" y="1933575"/>
                  </a:lnTo>
                  <a:lnTo>
                    <a:pt x="231902" y="1962150"/>
                  </a:lnTo>
                  <a:lnTo>
                    <a:pt x="289052" y="1962150"/>
                  </a:lnTo>
                  <a:lnTo>
                    <a:pt x="289052" y="1933575"/>
                  </a:lnTo>
                  <a:close/>
                </a:path>
                <a:path w="2543175" h="1962150">
                  <a:moveTo>
                    <a:pt x="333756" y="0"/>
                  </a:moveTo>
                  <a:lnTo>
                    <a:pt x="276606" y="0"/>
                  </a:lnTo>
                  <a:lnTo>
                    <a:pt x="276606" y="28575"/>
                  </a:lnTo>
                  <a:lnTo>
                    <a:pt x="333756" y="28575"/>
                  </a:lnTo>
                  <a:lnTo>
                    <a:pt x="333756" y="0"/>
                  </a:lnTo>
                  <a:close/>
                </a:path>
                <a:path w="2543175" h="1962150">
                  <a:moveTo>
                    <a:pt x="375158" y="1933575"/>
                  </a:moveTo>
                  <a:lnTo>
                    <a:pt x="318008" y="1933575"/>
                  </a:lnTo>
                  <a:lnTo>
                    <a:pt x="318008" y="1962150"/>
                  </a:lnTo>
                  <a:lnTo>
                    <a:pt x="375158" y="1962150"/>
                  </a:lnTo>
                  <a:lnTo>
                    <a:pt x="375158" y="1933575"/>
                  </a:lnTo>
                  <a:close/>
                </a:path>
                <a:path w="2543175" h="1962150">
                  <a:moveTo>
                    <a:pt x="419862" y="0"/>
                  </a:moveTo>
                  <a:lnTo>
                    <a:pt x="362712" y="0"/>
                  </a:lnTo>
                  <a:lnTo>
                    <a:pt x="362712" y="28575"/>
                  </a:lnTo>
                  <a:lnTo>
                    <a:pt x="419862" y="28575"/>
                  </a:lnTo>
                  <a:lnTo>
                    <a:pt x="419862" y="0"/>
                  </a:lnTo>
                  <a:close/>
                </a:path>
                <a:path w="2543175" h="1962150">
                  <a:moveTo>
                    <a:pt x="461264" y="1933575"/>
                  </a:moveTo>
                  <a:lnTo>
                    <a:pt x="404114" y="1933575"/>
                  </a:lnTo>
                  <a:lnTo>
                    <a:pt x="404114" y="1962150"/>
                  </a:lnTo>
                  <a:lnTo>
                    <a:pt x="461264" y="1962150"/>
                  </a:lnTo>
                  <a:lnTo>
                    <a:pt x="461264" y="1933575"/>
                  </a:lnTo>
                  <a:close/>
                </a:path>
                <a:path w="2543175" h="1962150">
                  <a:moveTo>
                    <a:pt x="505968" y="0"/>
                  </a:moveTo>
                  <a:lnTo>
                    <a:pt x="448818" y="0"/>
                  </a:lnTo>
                  <a:lnTo>
                    <a:pt x="448818" y="28575"/>
                  </a:lnTo>
                  <a:lnTo>
                    <a:pt x="505968" y="28575"/>
                  </a:lnTo>
                  <a:lnTo>
                    <a:pt x="505968" y="0"/>
                  </a:lnTo>
                  <a:close/>
                </a:path>
                <a:path w="2543175" h="1962150">
                  <a:moveTo>
                    <a:pt x="547370" y="1933575"/>
                  </a:moveTo>
                  <a:lnTo>
                    <a:pt x="490220" y="1933575"/>
                  </a:lnTo>
                  <a:lnTo>
                    <a:pt x="490220" y="1962150"/>
                  </a:lnTo>
                  <a:lnTo>
                    <a:pt x="547370" y="1962150"/>
                  </a:lnTo>
                  <a:lnTo>
                    <a:pt x="547370" y="1933575"/>
                  </a:lnTo>
                  <a:close/>
                </a:path>
                <a:path w="2543175" h="1962150">
                  <a:moveTo>
                    <a:pt x="592074" y="0"/>
                  </a:moveTo>
                  <a:lnTo>
                    <a:pt x="534924" y="0"/>
                  </a:lnTo>
                  <a:lnTo>
                    <a:pt x="534924" y="28575"/>
                  </a:lnTo>
                  <a:lnTo>
                    <a:pt x="592074" y="28575"/>
                  </a:lnTo>
                  <a:lnTo>
                    <a:pt x="592074" y="0"/>
                  </a:lnTo>
                  <a:close/>
                </a:path>
                <a:path w="2543175" h="1962150">
                  <a:moveTo>
                    <a:pt x="633476" y="1933575"/>
                  </a:moveTo>
                  <a:lnTo>
                    <a:pt x="576326" y="1933575"/>
                  </a:lnTo>
                  <a:lnTo>
                    <a:pt x="576326" y="1962150"/>
                  </a:lnTo>
                  <a:lnTo>
                    <a:pt x="633476" y="1962150"/>
                  </a:lnTo>
                  <a:lnTo>
                    <a:pt x="633476" y="1933575"/>
                  </a:lnTo>
                  <a:close/>
                </a:path>
                <a:path w="2543175" h="1962150">
                  <a:moveTo>
                    <a:pt x="678180" y="0"/>
                  </a:moveTo>
                  <a:lnTo>
                    <a:pt x="621030" y="0"/>
                  </a:lnTo>
                  <a:lnTo>
                    <a:pt x="621030" y="28575"/>
                  </a:lnTo>
                  <a:lnTo>
                    <a:pt x="678180" y="28575"/>
                  </a:lnTo>
                  <a:lnTo>
                    <a:pt x="678180" y="0"/>
                  </a:lnTo>
                  <a:close/>
                </a:path>
                <a:path w="2543175" h="1962150">
                  <a:moveTo>
                    <a:pt x="719582" y="1933575"/>
                  </a:moveTo>
                  <a:lnTo>
                    <a:pt x="662432" y="1933575"/>
                  </a:lnTo>
                  <a:lnTo>
                    <a:pt x="662432" y="1962150"/>
                  </a:lnTo>
                  <a:lnTo>
                    <a:pt x="719582" y="1962150"/>
                  </a:lnTo>
                  <a:lnTo>
                    <a:pt x="719582" y="1933575"/>
                  </a:lnTo>
                  <a:close/>
                </a:path>
                <a:path w="2543175" h="1962150">
                  <a:moveTo>
                    <a:pt x="764286" y="0"/>
                  </a:moveTo>
                  <a:lnTo>
                    <a:pt x="707136" y="0"/>
                  </a:lnTo>
                  <a:lnTo>
                    <a:pt x="707136" y="28575"/>
                  </a:lnTo>
                  <a:lnTo>
                    <a:pt x="764286" y="28575"/>
                  </a:lnTo>
                  <a:lnTo>
                    <a:pt x="764286" y="0"/>
                  </a:lnTo>
                  <a:close/>
                </a:path>
                <a:path w="2543175" h="1962150">
                  <a:moveTo>
                    <a:pt x="805688" y="1933575"/>
                  </a:moveTo>
                  <a:lnTo>
                    <a:pt x="748538" y="1933575"/>
                  </a:lnTo>
                  <a:lnTo>
                    <a:pt x="748538" y="1962150"/>
                  </a:lnTo>
                  <a:lnTo>
                    <a:pt x="805688" y="1962150"/>
                  </a:lnTo>
                  <a:lnTo>
                    <a:pt x="805688" y="1933575"/>
                  </a:lnTo>
                  <a:close/>
                </a:path>
                <a:path w="2543175" h="1962150">
                  <a:moveTo>
                    <a:pt x="850392" y="0"/>
                  </a:moveTo>
                  <a:lnTo>
                    <a:pt x="793242" y="0"/>
                  </a:lnTo>
                  <a:lnTo>
                    <a:pt x="793242" y="28575"/>
                  </a:lnTo>
                  <a:lnTo>
                    <a:pt x="850392" y="28575"/>
                  </a:lnTo>
                  <a:lnTo>
                    <a:pt x="850392" y="0"/>
                  </a:lnTo>
                  <a:close/>
                </a:path>
                <a:path w="2543175" h="1962150">
                  <a:moveTo>
                    <a:pt x="891794" y="1933575"/>
                  </a:moveTo>
                  <a:lnTo>
                    <a:pt x="834644" y="1933575"/>
                  </a:lnTo>
                  <a:lnTo>
                    <a:pt x="834644" y="1962150"/>
                  </a:lnTo>
                  <a:lnTo>
                    <a:pt x="891794" y="1962150"/>
                  </a:lnTo>
                  <a:lnTo>
                    <a:pt x="891794" y="1933575"/>
                  </a:lnTo>
                  <a:close/>
                </a:path>
                <a:path w="2543175" h="1962150">
                  <a:moveTo>
                    <a:pt x="936498" y="0"/>
                  </a:moveTo>
                  <a:lnTo>
                    <a:pt x="879348" y="0"/>
                  </a:lnTo>
                  <a:lnTo>
                    <a:pt x="879348" y="28575"/>
                  </a:lnTo>
                  <a:lnTo>
                    <a:pt x="936498" y="28575"/>
                  </a:lnTo>
                  <a:lnTo>
                    <a:pt x="936498" y="0"/>
                  </a:lnTo>
                  <a:close/>
                </a:path>
                <a:path w="2543175" h="1962150">
                  <a:moveTo>
                    <a:pt x="977900" y="1933575"/>
                  </a:moveTo>
                  <a:lnTo>
                    <a:pt x="920750" y="1933575"/>
                  </a:lnTo>
                  <a:lnTo>
                    <a:pt x="920750" y="1962150"/>
                  </a:lnTo>
                  <a:lnTo>
                    <a:pt x="977900" y="1962150"/>
                  </a:lnTo>
                  <a:lnTo>
                    <a:pt x="977900" y="1933575"/>
                  </a:lnTo>
                  <a:close/>
                </a:path>
                <a:path w="2543175" h="1962150">
                  <a:moveTo>
                    <a:pt x="1022604" y="0"/>
                  </a:moveTo>
                  <a:lnTo>
                    <a:pt x="965454" y="0"/>
                  </a:lnTo>
                  <a:lnTo>
                    <a:pt x="965454" y="28575"/>
                  </a:lnTo>
                  <a:lnTo>
                    <a:pt x="1022604" y="28575"/>
                  </a:lnTo>
                  <a:lnTo>
                    <a:pt x="1022604" y="0"/>
                  </a:lnTo>
                  <a:close/>
                </a:path>
                <a:path w="2543175" h="1962150">
                  <a:moveTo>
                    <a:pt x="1064006" y="1933575"/>
                  </a:moveTo>
                  <a:lnTo>
                    <a:pt x="1006856" y="1933575"/>
                  </a:lnTo>
                  <a:lnTo>
                    <a:pt x="1006856" y="1962150"/>
                  </a:lnTo>
                  <a:lnTo>
                    <a:pt x="1064006" y="1962150"/>
                  </a:lnTo>
                  <a:lnTo>
                    <a:pt x="1064006" y="1933575"/>
                  </a:lnTo>
                  <a:close/>
                </a:path>
                <a:path w="2543175" h="1962150">
                  <a:moveTo>
                    <a:pt x="1108710" y="0"/>
                  </a:moveTo>
                  <a:lnTo>
                    <a:pt x="1051560" y="0"/>
                  </a:lnTo>
                  <a:lnTo>
                    <a:pt x="1051560" y="28575"/>
                  </a:lnTo>
                  <a:lnTo>
                    <a:pt x="1108710" y="28575"/>
                  </a:lnTo>
                  <a:lnTo>
                    <a:pt x="1108710" y="0"/>
                  </a:lnTo>
                  <a:close/>
                </a:path>
                <a:path w="2543175" h="1962150">
                  <a:moveTo>
                    <a:pt x="1150112" y="1933575"/>
                  </a:moveTo>
                  <a:lnTo>
                    <a:pt x="1092962" y="1933575"/>
                  </a:lnTo>
                  <a:lnTo>
                    <a:pt x="1092962" y="1962150"/>
                  </a:lnTo>
                  <a:lnTo>
                    <a:pt x="1150112" y="1962150"/>
                  </a:lnTo>
                  <a:lnTo>
                    <a:pt x="1150112" y="1933575"/>
                  </a:lnTo>
                  <a:close/>
                </a:path>
                <a:path w="2543175" h="1962150">
                  <a:moveTo>
                    <a:pt x="1194816" y="0"/>
                  </a:moveTo>
                  <a:lnTo>
                    <a:pt x="1137666" y="0"/>
                  </a:lnTo>
                  <a:lnTo>
                    <a:pt x="1137666" y="28575"/>
                  </a:lnTo>
                  <a:lnTo>
                    <a:pt x="1194816" y="28575"/>
                  </a:lnTo>
                  <a:lnTo>
                    <a:pt x="1194816" y="0"/>
                  </a:lnTo>
                  <a:close/>
                </a:path>
                <a:path w="2543175" h="1962150">
                  <a:moveTo>
                    <a:pt x="1236218" y="1933575"/>
                  </a:moveTo>
                  <a:lnTo>
                    <a:pt x="1179068" y="1933575"/>
                  </a:lnTo>
                  <a:lnTo>
                    <a:pt x="1179068" y="1962150"/>
                  </a:lnTo>
                  <a:lnTo>
                    <a:pt x="1236218" y="1962150"/>
                  </a:lnTo>
                  <a:lnTo>
                    <a:pt x="1236218" y="1933575"/>
                  </a:lnTo>
                  <a:close/>
                </a:path>
                <a:path w="2543175" h="1962150">
                  <a:moveTo>
                    <a:pt x="1280922" y="0"/>
                  </a:moveTo>
                  <a:lnTo>
                    <a:pt x="1223772" y="0"/>
                  </a:lnTo>
                  <a:lnTo>
                    <a:pt x="1223772" y="28575"/>
                  </a:lnTo>
                  <a:lnTo>
                    <a:pt x="1280922" y="28575"/>
                  </a:lnTo>
                  <a:lnTo>
                    <a:pt x="1280922" y="0"/>
                  </a:lnTo>
                  <a:close/>
                </a:path>
                <a:path w="2543175" h="1962150">
                  <a:moveTo>
                    <a:pt x="1322324" y="1933575"/>
                  </a:moveTo>
                  <a:lnTo>
                    <a:pt x="1265174" y="1933575"/>
                  </a:lnTo>
                  <a:lnTo>
                    <a:pt x="1265174" y="1962150"/>
                  </a:lnTo>
                  <a:lnTo>
                    <a:pt x="1322324" y="1962150"/>
                  </a:lnTo>
                  <a:lnTo>
                    <a:pt x="1322324" y="1933575"/>
                  </a:lnTo>
                  <a:close/>
                </a:path>
                <a:path w="2543175" h="1962150">
                  <a:moveTo>
                    <a:pt x="1367028" y="0"/>
                  </a:moveTo>
                  <a:lnTo>
                    <a:pt x="1309878" y="0"/>
                  </a:lnTo>
                  <a:lnTo>
                    <a:pt x="1309878" y="28575"/>
                  </a:lnTo>
                  <a:lnTo>
                    <a:pt x="1367028" y="28575"/>
                  </a:lnTo>
                  <a:lnTo>
                    <a:pt x="1367028" y="0"/>
                  </a:lnTo>
                  <a:close/>
                </a:path>
                <a:path w="2543175" h="1962150">
                  <a:moveTo>
                    <a:pt x="1408430" y="1933575"/>
                  </a:moveTo>
                  <a:lnTo>
                    <a:pt x="1351280" y="1933575"/>
                  </a:lnTo>
                  <a:lnTo>
                    <a:pt x="1351280" y="1962150"/>
                  </a:lnTo>
                  <a:lnTo>
                    <a:pt x="1408430" y="1962150"/>
                  </a:lnTo>
                  <a:lnTo>
                    <a:pt x="1408430" y="1933575"/>
                  </a:lnTo>
                  <a:close/>
                </a:path>
                <a:path w="2543175" h="1962150">
                  <a:moveTo>
                    <a:pt x="1453134" y="0"/>
                  </a:moveTo>
                  <a:lnTo>
                    <a:pt x="1395984" y="0"/>
                  </a:lnTo>
                  <a:lnTo>
                    <a:pt x="1395984" y="28575"/>
                  </a:lnTo>
                  <a:lnTo>
                    <a:pt x="1453134" y="28575"/>
                  </a:lnTo>
                  <a:lnTo>
                    <a:pt x="1453134" y="0"/>
                  </a:lnTo>
                  <a:close/>
                </a:path>
                <a:path w="2543175" h="1962150">
                  <a:moveTo>
                    <a:pt x="1494536" y="1933575"/>
                  </a:moveTo>
                  <a:lnTo>
                    <a:pt x="1437386" y="1933575"/>
                  </a:lnTo>
                  <a:lnTo>
                    <a:pt x="1437386" y="1962150"/>
                  </a:lnTo>
                  <a:lnTo>
                    <a:pt x="1494536" y="1962150"/>
                  </a:lnTo>
                  <a:lnTo>
                    <a:pt x="1494536" y="1933575"/>
                  </a:lnTo>
                  <a:close/>
                </a:path>
                <a:path w="2543175" h="1962150">
                  <a:moveTo>
                    <a:pt x="1539240" y="0"/>
                  </a:moveTo>
                  <a:lnTo>
                    <a:pt x="1482090" y="0"/>
                  </a:lnTo>
                  <a:lnTo>
                    <a:pt x="1482090" y="28575"/>
                  </a:lnTo>
                  <a:lnTo>
                    <a:pt x="1539240" y="28575"/>
                  </a:lnTo>
                  <a:lnTo>
                    <a:pt x="1539240" y="0"/>
                  </a:lnTo>
                  <a:close/>
                </a:path>
                <a:path w="2543175" h="1962150">
                  <a:moveTo>
                    <a:pt x="1580642" y="1933575"/>
                  </a:moveTo>
                  <a:lnTo>
                    <a:pt x="1523492" y="1933575"/>
                  </a:lnTo>
                  <a:lnTo>
                    <a:pt x="1523492" y="1962150"/>
                  </a:lnTo>
                  <a:lnTo>
                    <a:pt x="1580642" y="1962150"/>
                  </a:lnTo>
                  <a:lnTo>
                    <a:pt x="1580642" y="1933575"/>
                  </a:lnTo>
                  <a:close/>
                </a:path>
                <a:path w="2543175" h="1962150">
                  <a:moveTo>
                    <a:pt x="1625346" y="0"/>
                  </a:moveTo>
                  <a:lnTo>
                    <a:pt x="1568196" y="0"/>
                  </a:lnTo>
                  <a:lnTo>
                    <a:pt x="1568196" y="28575"/>
                  </a:lnTo>
                  <a:lnTo>
                    <a:pt x="1625346" y="28575"/>
                  </a:lnTo>
                  <a:lnTo>
                    <a:pt x="1625346" y="0"/>
                  </a:lnTo>
                  <a:close/>
                </a:path>
                <a:path w="2543175" h="1962150">
                  <a:moveTo>
                    <a:pt x="1666748" y="1933575"/>
                  </a:moveTo>
                  <a:lnTo>
                    <a:pt x="1609598" y="1933575"/>
                  </a:lnTo>
                  <a:lnTo>
                    <a:pt x="1609598" y="1962150"/>
                  </a:lnTo>
                  <a:lnTo>
                    <a:pt x="1666748" y="1962150"/>
                  </a:lnTo>
                  <a:lnTo>
                    <a:pt x="1666748" y="1933575"/>
                  </a:lnTo>
                  <a:close/>
                </a:path>
                <a:path w="2543175" h="1962150">
                  <a:moveTo>
                    <a:pt x="1711452" y="0"/>
                  </a:moveTo>
                  <a:lnTo>
                    <a:pt x="1654302" y="0"/>
                  </a:lnTo>
                  <a:lnTo>
                    <a:pt x="1654302" y="28575"/>
                  </a:lnTo>
                  <a:lnTo>
                    <a:pt x="1711452" y="28575"/>
                  </a:lnTo>
                  <a:lnTo>
                    <a:pt x="1711452" y="0"/>
                  </a:lnTo>
                  <a:close/>
                </a:path>
                <a:path w="2543175" h="1962150">
                  <a:moveTo>
                    <a:pt x="1752854" y="1933575"/>
                  </a:moveTo>
                  <a:lnTo>
                    <a:pt x="1695704" y="1933575"/>
                  </a:lnTo>
                  <a:lnTo>
                    <a:pt x="1695704" y="1962150"/>
                  </a:lnTo>
                  <a:lnTo>
                    <a:pt x="1752854" y="1962150"/>
                  </a:lnTo>
                  <a:lnTo>
                    <a:pt x="1752854" y="1933575"/>
                  </a:lnTo>
                  <a:close/>
                </a:path>
                <a:path w="2543175" h="1962150">
                  <a:moveTo>
                    <a:pt x="1797558" y="0"/>
                  </a:moveTo>
                  <a:lnTo>
                    <a:pt x="1740408" y="0"/>
                  </a:lnTo>
                  <a:lnTo>
                    <a:pt x="1740408" y="28575"/>
                  </a:lnTo>
                  <a:lnTo>
                    <a:pt x="1797558" y="28575"/>
                  </a:lnTo>
                  <a:lnTo>
                    <a:pt x="1797558" y="0"/>
                  </a:lnTo>
                  <a:close/>
                </a:path>
                <a:path w="2543175" h="1962150">
                  <a:moveTo>
                    <a:pt x="1838960" y="1933575"/>
                  </a:moveTo>
                  <a:lnTo>
                    <a:pt x="1781810" y="1933575"/>
                  </a:lnTo>
                  <a:lnTo>
                    <a:pt x="1781810" y="1962150"/>
                  </a:lnTo>
                  <a:lnTo>
                    <a:pt x="1838960" y="1962150"/>
                  </a:lnTo>
                  <a:lnTo>
                    <a:pt x="1838960" y="1933575"/>
                  </a:lnTo>
                  <a:close/>
                </a:path>
                <a:path w="2543175" h="1962150">
                  <a:moveTo>
                    <a:pt x="1883664" y="0"/>
                  </a:moveTo>
                  <a:lnTo>
                    <a:pt x="1826514" y="0"/>
                  </a:lnTo>
                  <a:lnTo>
                    <a:pt x="1826514" y="28575"/>
                  </a:lnTo>
                  <a:lnTo>
                    <a:pt x="1883664" y="28575"/>
                  </a:lnTo>
                  <a:lnTo>
                    <a:pt x="1883664" y="0"/>
                  </a:lnTo>
                  <a:close/>
                </a:path>
                <a:path w="2543175" h="1962150">
                  <a:moveTo>
                    <a:pt x="1925066" y="1933575"/>
                  </a:moveTo>
                  <a:lnTo>
                    <a:pt x="1867916" y="1933575"/>
                  </a:lnTo>
                  <a:lnTo>
                    <a:pt x="1867916" y="1962150"/>
                  </a:lnTo>
                  <a:lnTo>
                    <a:pt x="1925066" y="1962150"/>
                  </a:lnTo>
                  <a:lnTo>
                    <a:pt x="1925066" y="1933575"/>
                  </a:lnTo>
                  <a:close/>
                </a:path>
                <a:path w="2543175" h="1962150">
                  <a:moveTo>
                    <a:pt x="1969770" y="0"/>
                  </a:moveTo>
                  <a:lnTo>
                    <a:pt x="1912620" y="0"/>
                  </a:lnTo>
                  <a:lnTo>
                    <a:pt x="1912620" y="28575"/>
                  </a:lnTo>
                  <a:lnTo>
                    <a:pt x="1969770" y="28575"/>
                  </a:lnTo>
                  <a:lnTo>
                    <a:pt x="1969770" y="0"/>
                  </a:lnTo>
                  <a:close/>
                </a:path>
                <a:path w="2543175" h="1962150">
                  <a:moveTo>
                    <a:pt x="2011172" y="1933575"/>
                  </a:moveTo>
                  <a:lnTo>
                    <a:pt x="1954022" y="1933575"/>
                  </a:lnTo>
                  <a:lnTo>
                    <a:pt x="1954022" y="1962150"/>
                  </a:lnTo>
                  <a:lnTo>
                    <a:pt x="2011172" y="1962150"/>
                  </a:lnTo>
                  <a:lnTo>
                    <a:pt x="2011172" y="1933575"/>
                  </a:lnTo>
                  <a:close/>
                </a:path>
                <a:path w="2543175" h="1962150">
                  <a:moveTo>
                    <a:pt x="2055876" y="0"/>
                  </a:moveTo>
                  <a:lnTo>
                    <a:pt x="1998726" y="0"/>
                  </a:lnTo>
                  <a:lnTo>
                    <a:pt x="1998726" y="28575"/>
                  </a:lnTo>
                  <a:lnTo>
                    <a:pt x="2055876" y="28575"/>
                  </a:lnTo>
                  <a:lnTo>
                    <a:pt x="2055876" y="0"/>
                  </a:lnTo>
                  <a:close/>
                </a:path>
                <a:path w="2543175" h="1962150">
                  <a:moveTo>
                    <a:pt x="2097278" y="1933575"/>
                  </a:moveTo>
                  <a:lnTo>
                    <a:pt x="2040128" y="1933575"/>
                  </a:lnTo>
                  <a:lnTo>
                    <a:pt x="2040128" y="1962150"/>
                  </a:lnTo>
                  <a:lnTo>
                    <a:pt x="2097278" y="1962150"/>
                  </a:lnTo>
                  <a:lnTo>
                    <a:pt x="2097278" y="1933575"/>
                  </a:lnTo>
                  <a:close/>
                </a:path>
                <a:path w="2543175" h="1962150">
                  <a:moveTo>
                    <a:pt x="2141982" y="0"/>
                  </a:moveTo>
                  <a:lnTo>
                    <a:pt x="2084832" y="0"/>
                  </a:lnTo>
                  <a:lnTo>
                    <a:pt x="2084832" y="28575"/>
                  </a:lnTo>
                  <a:lnTo>
                    <a:pt x="2141982" y="28575"/>
                  </a:lnTo>
                  <a:lnTo>
                    <a:pt x="2141982" y="0"/>
                  </a:lnTo>
                  <a:close/>
                </a:path>
                <a:path w="2543175" h="1962150">
                  <a:moveTo>
                    <a:pt x="2183384" y="1933575"/>
                  </a:moveTo>
                  <a:lnTo>
                    <a:pt x="2126234" y="1933575"/>
                  </a:lnTo>
                  <a:lnTo>
                    <a:pt x="2126234" y="1962150"/>
                  </a:lnTo>
                  <a:lnTo>
                    <a:pt x="2183384" y="1962150"/>
                  </a:lnTo>
                  <a:lnTo>
                    <a:pt x="2183384" y="1933575"/>
                  </a:lnTo>
                  <a:close/>
                </a:path>
                <a:path w="2543175" h="1962150">
                  <a:moveTo>
                    <a:pt x="2228088" y="0"/>
                  </a:moveTo>
                  <a:lnTo>
                    <a:pt x="2170938" y="0"/>
                  </a:lnTo>
                  <a:lnTo>
                    <a:pt x="2170938" y="28575"/>
                  </a:lnTo>
                  <a:lnTo>
                    <a:pt x="2228088" y="28575"/>
                  </a:lnTo>
                  <a:lnTo>
                    <a:pt x="2228088" y="0"/>
                  </a:lnTo>
                  <a:close/>
                </a:path>
                <a:path w="2543175" h="1962150">
                  <a:moveTo>
                    <a:pt x="2269490" y="1933575"/>
                  </a:moveTo>
                  <a:lnTo>
                    <a:pt x="2212340" y="1933575"/>
                  </a:lnTo>
                  <a:lnTo>
                    <a:pt x="2212340" y="1962150"/>
                  </a:lnTo>
                  <a:lnTo>
                    <a:pt x="2269490" y="1962150"/>
                  </a:lnTo>
                  <a:lnTo>
                    <a:pt x="2269490" y="1933575"/>
                  </a:lnTo>
                  <a:close/>
                </a:path>
                <a:path w="2543175" h="1962150">
                  <a:moveTo>
                    <a:pt x="2314194" y="0"/>
                  </a:moveTo>
                  <a:lnTo>
                    <a:pt x="2257044" y="0"/>
                  </a:lnTo>
                  <a:lnTo>
                    <a:pt x="2257044" y="28575"/>
                  </a:lnTo>
                  <a:lnTo>
                    <a:pt x="2314194" y="28575"/>
                  </a:lnTo>
                  <a:lnTo>
                    <a:pt x="2314194" y="0"/>
                  </a:lnTo>
                  <a:close/>
                </a:path>
                <a:path w="2543175" h="1962150">
                  <a:moveTo>
                    <a:pt x="2355583" y="1962010"/>
                  </a:moveTo>
                  <a:lnTo>
                    <a:pt x="2355151" y="1933575"/>
                  </a:lnTo>
                  <a:lnTo>
                    <a:pt x="2298446" y="1933575"/>
                  </a:lnTo>
                  <a:lnTo>
                    <a:pt x="2298446" y="1962150"/>
                  </a:lnTo>
                  <a:lnTo>
                    <a:pt x="2352675" y="1962150"/>
                  </a:lnTo>
                  <a:lnTo>
                    <a:pt x="2355583" y="1962010"/>
                  </a:lnTo>
                  <a:close/>
                </a:path>
                <a:path w="2543175" h="1962150">
                  <a:moveTo>
                    <a:pt x="2401659" y="6591"/>
                  </a:moveTo>
                  <a:lnTo>
                    <a:pt x="2389848" y="3632"/>
                  </a:lnTo>
                  <a:lnTo>
                    <a:pt x="2371445" y="914"/>
                  </a:lnTo>
                  <a:lnTo>
                    <a:pt x="2352675" y="0"/>
                  </a:lnTo>
                  <a:lnTo>
                    <a:pt x="2343150" y="0"/>
                  </a:lnTo>
                  <a:lnTo>
                    <a:pt x="2343150" y="28575"/>
                  </a:lnTo>
                  <a:lnTo>
                    <a:pt x="2352675" y="28575"/>
                  </a:lnTo>
                  <a:lnTo>
                    <a:pt x="2368626" y="29349"/>
                  </a:lnTo>
                  <a:lnTo>
                    <a:pt x="2384272" y="31661"/>
                  </a:lnTo>
                  <a:lnTo>
                    <a:pt x="2394305" y="34188"/>
                  </a:lnTo>
                  <a:lnTo>
                    <a:pt x="2401659" y="6591"/>
                  </a:lnTo>
                  <a:close/>
                </a:path>
                <a:path w="2543175" h="1962150">
                  <a:moveTo>
                    <a:pt x="2442832" y="1939480"/>
                  </a:moveTo>
                  <a:lnTo>
                    <a:pt x="2429306" y="1914309"/>
                  </a:lnTo>
                  <a:lnTo>
                    <a:pt x="2429091" y="1914436"/>
                  </a:lnTo>
                  <a:lnTo>
                    <a:pt x="2414651" y="1921256"/>
                  </a:lnTo>
                  <a:lnTo>
                    <a:pt x="2399614" y="1926653"/>
                  </a:lnTo>
                  <a:lnTo>
                    <a:pt x="2384272" y="1930501"/>
                  </a:lnTo>
                  <a:lnTo>
                    <a:pt x="2380310" y="1931085"/>
                  </a:lnTo>
                  <a:lnTo>
                    <a:pt x="2385187" y="1959216"/>
                  </a:lnTo>
                  <a:lnTo>
                    <a:pt x="2389848" y="1958530"/>
                  </a:lnTo>
                  <a:lnTo>
                    <a:pt x="2407894" y="1953996"/>
                  </a:lnTo>
                  <a:lnTo>
                    <a:pt x="2425585" y="1947659"/>
                  </a:lnTo>
                  <a:lnTo>
                    <a:pt x="2442565" y="1939632"/>
                  </a:lnTo>
                  <a:lnTo>
                    <a:pt x="2442832" y="1939480"/>
                  </a:lnTo>
                  <a:close/>
                </a:path>
                <a:path w="2543175" h="1962150">
                  <a:moveTo>
                    <a:pt x="2481427" y="50393"/>
                  </a:moveTo>
                  <a:lnTo>
                    <a:pt x="2473388" y="43116"/>
                  </a:lnTo>
                  <a:lnTo>
                    <a:pt x="2458542" y="32080"/>
                  </a:lnTo>
                  <a:lnTo>
                    <a:pt x="2442565" y="22529"/>
                  </a:lnTo>
                  <a:lnTo>
                    <a:pt x="2431072" y="17094"/>
                  </a:lnTo>
                  <a:lnTo>
                    <a:pt x="2419312" y="43116"/>
                  </a:lnTo>
                  <a:lnTo>
                    <a:pt x="2429091" y="47726"/>
                  </a:lnTo>
                  <a:lnTo>
                    <a:pt x="2442654" y="55841"/>
                  </a:lnTo>
                  <a:lnTo>
                    <a:pt x="2455354" y="65278"/>
                  </a:lnTo>
                  <a:lnTo>
                    <a:pt x="2462111" y="71412"/>
                  </a:lnTo>
                  <a:lnTo>
                    <a:pt x="2481427" y="50393"/>
                  </a:lnTo>
                  <a:close/>
                </a:path>
                <a:path w="2543175" h="1962150">
                  <a:moveTo>
                    <a:pt x="2510459" y="1878368"/>
                  </a:moveTo>
                  <a:lnTo>
                    <a:pt x="2486799" y="1862366"/>
                  </a:lnTo>
                  <a:lnTo>
                    <a:pt x="2477909" y="1874329"/>
                  </a:lnTo>
                  <a:lnTo>
                    <a:pt x="2467178" y="1886153"/>
                  </a:lnTo>
                  <a:lnTo>
                    <a:pt x="2455354" y="1896884"/>
                  </a:lnTo>
                  <a:lnTo>
                    <a:pt x="2451150" y="1900008"/>
                  </a:lnTo>
                  <a:lnTo>
                    <a:pt x="2468524" y="1922665"/>
                  </a:lnTo>
                  <a:lnTo>
                    <a:pt x="2473477" y="1918982"/>
                  </a:lnTo>
                  <a:lnTo>
                    <a:pt x="2487384" y="1906358"/>
                  </a:lnTo>
                  <a:lnTo>
                    <a:pt x="2500007" y="1892452"/>
                  </a:lnTo>
                  <a:lnTo>
                    <a:pt x="2510459" y="1878368"/>
                  </a:lnTo>
                  <a:close/>
                </a:path>
                <a:path w="2543175" h="1962150">
                  <a:moveTo>
                    <a:pt x="2531643" y="125882"/>
                  </a:moveTo>
                  <a:lnTo>
                    <a:pt x="2528684" y="117602"/>
                  </a:lnTo>
                  <a:lnTo>
                    <a:pt x="2520607" y="100533"/>
                  </a:lnTo>
                  <a:lnTo>
                    <a:pt x="2511107" y="84645"/>
                  </a:lnTo>
                  <a:lnTo>
                    <a:pt x="2502547" y="73126"/>
                  </a:lnTo>
                  <a:lnTo>
                    <a:pt x="2480068" y="90728"/>
                  </a:lnTo>
                  <a:lnTo>
                    <a:pt x="2487345" y="100533"/>
                  </a:lnTo>
                  <a:lnTo>
                    <a:pt x="2495461" y="114096"/>
                  </a:lnTo>
                  <a:lnTo>
                    <a:pt x="2502281" y="128536"/>
                  </a:lnTo>
                  <a:lnTo>
                    <a:pt x="2504808" y="135572"/>
                  </a:lnTo>
                  <a:lnTo>
                    <a:pt x="2531643" y="125882"/>
                  </a:lnTo>
                  <a:close/>
                </a:path>
                <a:path w="2543175" h="1962150">
                  <a:moveTo>
                    <a:pt x="2541867" y="1793138"/>
                  </a:moveTo>
                  <a:lnTo>
                    <a:pt x="2513495" y="1789912"/>
                  </a:lnTo>
                  <a:lnTo>
                    <a:pt x="2511526" y="1803247"/>
                  </a:lnTo>
                  <a:lnTo>
                    <a:pt x="2507678" y="1818589"/>
                  </a:lnTo>
                  <a:lnTo>
                    <a:pt x="2502281" y="1833626"/>
                  </a:lnTo>
                  <a:lnTo>
                    <a:pt x="2499398" y="1839722"/>
                  </a:lnTo>
                  <a:lnTo>
                    <a:pt x="2525293" y="1851736"/>
                  </a:lnTo>
                  <a:lnTo>
                    <a:pt x="2528684" y="1844560"/>
                  </a:lnTo>
                  <a:lnTo>
                    <a:pt x="2535021" y="1826869"/>
                  </a:lnTo>
                  <a:lnTo>
                    <a:pt x="2539555" y="1808822"/>
                  </a:lnTo>
                  <a:lnTo>
                    <a:pt x="2541867" y="1793138"/>
                  </a:lnTo>
                  <a:close/>
                </a:path>
                <a:path w="2543175" h="1962150">
                  <a:moveTo>
                    <a:pt x="2543175" y="1706765"/>
                  </a:moveTo>
                  <a:lnTo>
                    <a:pt x="2514600" y="1706765"/>
                  </a:lnTo>
                  <a:lnTo>
                    <a:pt x="2514600" y="1763915"/>
                  </a:lnTo>
                  <a:lnTo>
                    <a:pt x="2543175" y="1763915"/>
                  </a:lnTo>
                  <a:lnTo>
                    <a:pt x="2543175" y="1706765"/>
                  </a:lnTo>
                  <a:close/>
                </a:path>
                <a:path w="2543175" h="1962150">
                  <a:moveTo>
                    <a:pt x="2543175" y="1620659"/>
                  </a:moveTo>
                  <a:lnTo>
                    <a:pt x="2514600" y="1620659"/>
                  </a:lnTo>
                  <a:lnTo>
                    <a:pt x="2514600" y="1677809"/>
                  </a:lnTo>
                  <a:lnTo>
                    <a:pt x="2543175" y="1677809"/>
                  </a:lnTo>
                  <a:lnTo>
                    <a:pt x="2543175" y="1620659"/>
                  </a:lnTo>
                  <a:close/>
                </a:path>
                <a:path w="2543175" h="1962150">
                  <a:moveTo>
                    <a:pt x="2543175" y="1534553"/>
                  </a:moveTo>
                  <a:lnTo>
                    <a:pt x="2514600" y="1534553"/>
                  </a:lnTo>
                  <a:lnTo>
                    <a:pt x="2514600" y="1591703"/>
                  </a:lnTo>
                  <a:lnTo>
                    <a:pt x="2543175" y="1591703"/>
                  </a:lnTo>
                  <a:lnTo>
                    <a:pt x="2543175" y="1534553"/>
                  </a:lnTo>
                  <a:close/>
                </a:path>
                <a:path w="2543175" h="1962150">
                  <a:moveTo>
                    <a:pt x="2543175" y="1448447"/>
                  </a:moveTo>
                  <a:lnTo>
                    <a:pt x="2514600" y="1448447"/>
                  </a:lnTo>
                  <a:lnTo>
                    <a:pt x="2514600" y="1505597"/>
                  </a:lnTo>
                  <a:lnTo>
                    <a:pt x="2543175" y="1505597"/>
                  </a:lnTo>
                  <a:lnTo>
                    <a:pt x="2543175" y="1448447"/>
                  </a:lnTo>
                  <a:close/>
                </a:path>
                <a:path w="2543175" h="1962150">
                  <a:moveTo>
                    <a:pt x="2543175" y="1362341"/>
                  </a:moveTo>
                  <a:lnTo>
                    <a:pt x="2514600" y="1362341"/>
                  </a:lnTo>
                  <a:lnTo>
                    <a:pt x="2514600" y="1419491"/>
                  </a:lnTo>
                  <a:lnTo>
                    <a:pt x="2543175" y="1419491"/>
                  </a:lnTo>
                  <a:lnTo>
                    <a:pt x="2543175" y="1362341"/>
                  </a:lnTo>
                  <a:close/>
                </a:path>
                <a:path w="2543175" h="1962150">
                  <a:moveTo>
                    <a:pt x="2543175" y="1276235"/>
                  </a:moveTo>
                  <a:lnTo>
                    <a:pt x="2514600" y="1276235"/>
                  </a:lnTo>
                  <a:lnTo>
                    <a:pt x="2514600" y="1333385"/>
                  </a:lnTo>
                  <a:lnTo>
                    <a:pt x="2543175" y="1333385"/>
                  </a:lnTo>
                  <a:lnTo>
                    <a:pt x="2543175" y="1276235"/>
                  </a:lnTo>
                  <a:close/>
                </a:path>
                <a:path w="2543175" h="1962150">
                  <a:moveTo>
                    <a:pt x="2543175" y="1190129"/>
                  </a:moveTo>
                  <a:lnTo>
                    <a:pt x="2514600" y="1190129"/>
                  </a:lnTo>
                  <a:lnTo>
                    <a:pt x="2514600" y="1247279"/>
                  </a:lnTo>
                  <a:lnTo>
                    <a:pt x="2543175" y="1247279"/>
                  </a:lnTo>
                  <a:lnTo>
                    <a:pt x="2543175" y="1190129"/>
                  </a:lnTo>
                  <a:close/>
                </a:path>
                <a:path w="2543175" h="1962150">
                  <a:moveTo>
                    <a:pt x="2543175" y="1104023"/>
                  </a:moveTo>
                  <a:lnTo>
                    <a:pt x="2514600" y="1104023"/>
                  </a:lnTo>
                  <a:lnTo>
                    <a:pt x="2514600" y="1161173"/>
                  </a:lnTo>
                  <a:lnTo>
                    <a:pt x="2543175" y="1161173"/>
                  </a:lnTo>
                  <a:lnTo>
                    <a:pt x="2543175" y="1104023"/>
                  </a:lnTo>
                  <a:close/>
                </a:path>
                <a:path w="2543175" h="1962150">
                  <a:moveTo>
                    <a:pt x="2543175" y="1017917"/>
                  </a:moveTo>
                  <a:lnTo>
                    <a:pt x="2514600" y="1017917"/>
                  </a:lnTo>
                  <a:lnTo>
                    <a:pt x="2514600" y="1075067"/>
                  </a:lnTo>
                  <a:lnTo>
                    <a:pt x="2543175" y="1075067"/>
                  </a:lnTo>
                  <a:lnTo>
                    <a:pt x="2543175" y="1017917"/>
                  </a:lnTo>
                  <a:close/>
                </a:path>
                <a:path w="2543175" h="1962150">
                  <a:moveTo>
                    <a:pt x="2543175" y="931811"/>
                  </a:moveTo>
                  <a:lnTo>
                    <a:pt x="2514600" y="931811"/>
                  </a:lnTo>
                  <a:lnTo>
                    <a:pt x="2514600" y="988961"/>
                  </a:lnTo>
                  <a:lnTo>
                    <a:pt x="2543175" y="988961"/>
                  </a:lnTo>
                  <a:lnTo>
                    <a:pt x="2543175" y="931811"/>
                  </a:lnTo>
                  <a:close/>
                </a:path>
                <a:path w="2543175" h="1962150">
                  <a:moveTo>
                    <a:pt x="2543175" y="845705"/>
                  </a:moveTo>
                  <a:lnTo>
                    <a:pt x="2514600" y="845705"/>
                  </a:lnTo>
                  <a:lnTo>
                    <a:pt x="2514600" y="902855"/>
                  </a:lnTo>
                  <a:lnTo>
                    <a:pt x="2543175" y="902855"/>
                  </a:lnTo>
                  <a:lnTo>
                    <a:pt x="2543175" y="845705"/>
                  </a:lnTo>
                  <a:close/>
                </a:path>
                <a:path w="2543175" h="1962150">
                  <a:moveTo>
                    <a:pt x="2543175" y="759599"/>
                  </a:moveTo>
                  <a:lnTo>
                    <a:pt x="2514600" y="759599"/>
                  </a:lnTo>
                  <a:lnTo>
                    <a:pt x="2514600" y="816749"/>
                  </a:lnTo>
                  <a:lnTo>
                    <a:pt x="2543175" y="816749"/>
                  </a:lnTo>
                  <a:lnTo>
                    <a:pt x="2543175" y="759599"/>
                  </a:lnTo>
                  <a:close/>
                </a:path>
                <a:path w="2543175" h="1962150">
                  <a:moveTo>
                    <a:pt x="2543175" y="673493"/>
                  </a:moveTo>
                  <a:lnTo>
                    <a:pt x="2514600" y="673493"/>
                  </a:lnTo>
                  <a:lnTo>
                    <a:pt x="2514600" y="730643"/>
                  </a:lnTo>
                  <a:lnTo>
                    <a:pt x="2543175" y="730643"/>
                  </a:lnTo>
                  <a:lnTo>
                    <a:pt x="2543175" y="673493"/>
                  </a:lnTo>
                  <a:close/>
                </a:path>
                <a:path w="2543175" h="1962150">
                  <a:moveTo>
                    <a:pt x="2543175" y="587387"/>
                  </a:moveTo>
                  <a:lnTo>
                    <a:pt x="2514600" y="587387"/>
                  </a:lnTo>
                  <a:lnTo>
                    <a:pt x="2514600" y="644537"/>
                  </a:lnTo>
                  <a:lnTo>
                    <a:pt x="2543175" y="644537"/>
                  </a:lnTo>
                  <a:lnTo>
                    <a:pt x="2543175" y="587387"/>
                  </a:lnTo>
                  <a:close/>
                </a:path>
                <a:path w="2543175" h="1962150">
                  <a:moveTo>
                    <a:pt x="2543175" y="501281"/>
                  </a:moveTo>
                  <a:lnTo>
                    <a:pt x="2514600" y="501281"/>
                  </a:lnTo>
                  <a:lnTo>
                    <a:pt x="2514600" y="558431"/>
                  </a:lnTo>
                  <a:lnTo>
                    <a:pt x="2543175" y="558431"/>
                  </a:lnTo>
                  <a:lnTo>
                    <a:pt x="2543175" y="501281"/>
                  </a:lnTo>
                  <a:close/>
                </a:path>
                <a:path w="2543175" h="1962150">
                  <a:moveTo>
                    <a:pt x="2543175" y="415175"/>
                  </a:moveTo>
                  <a:lnTo>
                    <a:pt x="2514600" y="415175"/>
                  </a:lnTo>
                  <a:lnTo>
                    <a:pt x="2514600" y="472325"/>
                  </a:lnTo>
                  <a:lnTo>
                    <a:pt x="2543175" y="472325"/>
                  </a:lnTo>
                  <a:lnTo>
                    <a:pt x="2543175" y="415175"/>
                  </a:lnTo>
                  <a:close/>
                </a:path>
                <a:path w="2543175" h="1962150">
                  <a:moveTo>
                    <a:pt x="2543175" y="329069"/>
                  </a:moveTo>
                  <a:lnTo>
                    <a:pt x="2514600" y="329069"/>
                  </a:lnTo>
                  <a:lnTo>
                    <a:pt x="2514600" y="386219"/>
                  </a:lnTo>
                  <a:lnTo>
                    <a:pt x="2543175" y="386219"/>
                  </a:lnTo>
                  <a:lnTo>
                    <a:pt x="2543175" y="329069"/>
                  </a:lnTo>
                  <a:close/>
                </a:path>
                <a:path w="2543175" h="1962150">
                  <a:moveTo>
                    <a:pt x="2543175" y="242963"/>
                  </a:moveTo>
                  <a:lnTo>
                    <a:pt x="2514600" y="242963"/>
                  </a:lnTo>
                  <a:lnTo>
                    <a:pt x="2514600" y="300113"/>
                  </a:lnTo>
                  <a:lnTo>
                    <a:pt x="2543175" y="300113"/>
                  </a:lnTo>
                  <a:lnTo>
                    <a:pt x="2543175" y="242963"/>
                  </a:lnTo>
                  <a:close/>
                </a:path>
                <a:path w="2543175" h="1962150">
                  <a:moveTo>
                    <a:pt x="2543175" y="190500"/>
                  </a:moveTo>
                  <a:lnTo>
                    <a:pt x="2542273" y="171742"/>
                  </a:lnTo>
                  <a:lnTo>
                    <a:pt x="2539962" y="156121"/>
                  </a:lnTo>
                  <a:lnTo>
                    <a:pt x="2511869" y="161290"/>
                  </a:lnTo>
                  <a:lnTo>
                    <a:pt x="2513838" y="174548"/>
                  </a:lnTo>
                  <a:lnTo>
                    <a:pt x="2514600" y="190500"/>
                  </a:lnTo>
                  <a:lnTo>
                    <a:pt x="2514600" y="214007"/>
                  </a:lnTo>
                  <a:lnTo>
                    <a:pt x="2543175" y="214007"/>
                  </a:lnTo>
                  <a:lnTo>
                    <a:pt x="2543175" y="1905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44918" y="2987674"/>
              <a:ext cx="390525" cy="3905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217477" y="3661002"/>
            <a:ext cx="2605883" cy="2224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1350" b="1" spc="70" dirty="0">
                <a:solidFill>
                  <a:srgbClr val="878787"/>
                </a:solidFill>
                <a:latin typeface="Arial"/>
                <a:cs typeface="Arial"/>
              </a:rPr>
              <a:t>Доп. Интернет-ресурсы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1499" y="4619624"/>
            <a:ext cx="11049000" cy="1857375"/>
            <a:chOff x="571499" y="4619624"/>
            <a:chExt cx="11049000" cy="1857375"/>
          </a:xfrm>
        </p:grpSpPr>
        <p:sp>
          <p:nvSpPr>
            <p:cNvPr id="29" name="object 29"/>
            <p:cNvSpPr/>
            <p:nvPr/>
          </p:nvSpPr>
          <p:spPr>
            <a:xfrm>
              <a:off x="581024" y="4629149"/>
              <a:ext cx="11029950" cy="1838325"/>
            </a:xfrm>
            <a:custGeom>
              <a:avLst/>
              <a:gdLst/>
              <a:ahLst/>
              <a:cxnLst/>
              <a:rect l="l" t="t" r="r" b="b"/>
              <a:pathLst>
                <a:path w="11029950" h="1838325">
                  <a:moveTo>
                    <a:pt x="10848974" y="1838324"/>
                  </a:moveTo>
                  <a:lnTo>
                    <a:pt x="180974" y="1838324"/>
                  </a:lnTo>
                  <a:lnTo>
                    <a:pt x="172084" y="1838107"/>
                  </a:lnTo>
                  <a:lnTo>
                    <a:pt x="128440" y="1830533"/>
                  </a:lnTo>
                  <a:lnTo>
                    <a:pt x="87943" y="1812582"/>
                  </a:lnTo>
                  <a:lnTo>
                    <a:pt x="53006" y="1785318"/>
                  </a:lnTo>
                  <a:lnTo>
                    <a:pt x="25740" y="1750380"/>
                  </a:lnTo>
                  <a:lnTo>
                    <a:pt x="7790" y="1709884"/>
                  </a:lnTo>
                  <a:lnTo>
                    <a:pt x="217" y="1666240"/>
                  </a:lnTo>
                  <a:lnTo>
                    <a:pt x="0" y="1657349"/>
                  </a:lnTo>
                  <a:lnTo>
                    <a:pt x="0" y="180974"/>
                  </a:lnTo>
                  <a:lnTo>
                    <a:pt x="5425" y="136990"/>
                  </a:lnTo>
                  <a:lnTo>
                    <a:pt x="21367" y="95662"/>
                  </a:lnTo>
                  <a:lnTo>
                    <a:pt x="46873" y="59446"/>
                  </a:lnTo>
                  <a:lnTo>
                    <a:pt x="80430" y="30499"/>
                  </a:lnTo>
                  <a:lnTo>
                    <a:pt x="120015" y="10574"/>
                  </a:lnTo>
                  <a:lnTo>
                    <a:pt x="163236" y="869"/>
                  </a:lnTo>
                  <a:lnTo>
                    <a:pt x="180974" y="0"/>
                  </a:lnTo>
                  <a:lnTo>
                    <a:pt x="10848974" y="0"/>
                  </a:lnTo>
                  <a:lnTo>
                    <a:pt x="10892956" y="5424"/>
                  </a:lnTo>
                  <a:lnTo>
                    <a:pt x="10934284" y="21367"/>
                  </a:lnTo>
                  <a:lnTo>
                    <a:pt x="10970501" y="46873"/>
                  </a:lnTo>
                  <a:lnTo>
                    <a:pt x="10999447" y="80430"/>
                  </a:lnTo>
                  <a:lnTo>
                    <a:pt x="11019372" y="120015"/>
                  </a:lnTo>
                  <a:lnTo>
                    <a:pt x="11029078" y="163236"/>
                  </a:lnTo>
                  <a:lnTo>
                    <a:pt x="11029949" y="180974"/>
                  </a:lnTo>
                  <a:lnTo>
                    <a:pt x="11029949" y="1657349"/>
                  </a:lnTo>
                  <a:lnTo>
                    <a:pt x="11024521" y="1701333"/>
                  </a:lnTo>
                  <a:lnTo>
                    <a:pt x="11008579" y="1742660"/>
                  </a:lnTo>
                  <a:lnTo>
                    <a:pt x="10983075" y="1778877"/>
                  </a:lnTo>
                  <a:lnTo>
                    <a:pt x="10949518" y="1807823"/>
                  </a:lnTo>
                  <a:lnTo>
                    <a:pt x="10909930" y="1827749"/>
                  </a:lnTo>
                  <a:lnTo>
                    <a:pt x="10866712" y="1837454"/>
                  </a:lnTo>
                  <a:lnTo>
                    <a:pt x="10848974" y="1838324"/>
                  </a:lnTo>
                  <a:close/>
                </a:path>
              </a:pathLst>
            </a:custGeom>
            <a:solidFill>
              <a:srgbClr val="F5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1024" y="4629149"/>
              <a:ext cx="11029950" cy="1838325"/>
            </a:xfrm>
            <a:custGeom>
              <a:avLst/>
              <a:gdLst/>
              <a:ahLst/>
              <a:cxnLst/>
              <a:rect l="l" t="t" r="r" b="b"/>
              <a:pathLst>
                <a:path w="11029950" h="1838325">
                  <a:moveTo>
                    <a:pt x="0" y="1657349"/>
                  </a:move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0848974" y="0"/>
                  </a:lnTo>
                  <a:lnTo>
                    <a:pt x="10892956" y="5424"/>
                  </a:lnTo>
                  <a:lnTo>
                    <a:pt x="10934284" y="21367"/>
                  </a:lnTo>
                  <a:lnTo>
                    <a:pt x="10970501" y="46873"/>
                  </a:lnTo>
                  <a:lnTo>
                    <a:pt x="10999447" y="80430"/>
                  </a:lnTo>
                  <a:lnTo>
                    <a:pt x="11019372" y="120015"/>
                  </a:lnTo>
                  <a:lnTo>
                    <a:pt x="11029078" y="163236"/>
                  </a:lnTo>
                  <a:lnTo>
                    <a:pt x="11029949" y="180974"/>
                  </a:lnTo>
                  <a:lnTo>
                    <a:pt x="11029949" y="1657349"/>
                  </a:lnTo>
                  <a:lnTo>
                    <a:pt x="11024521" y="1701333"/>
                  </a:lnTo>
                  <a:lnTo>
                    <a:pt x="11008579" y="1742660"/>
                  </a:lnTo>
                  <a:lnTo>
                    <a:pt x="10983075" y="1778877"/>
                  </a:lnTo>
                  <a:lnTo>
                    <a:pt x="10949518" y="1807823"/>
                  </a:lnTo>
                  <a:lnTo>
                    <a:pt x="10909930" y="1827749"/>
                  </a:lnTo>
                  <a:lnTo>
                    <a:pt x="10866712" y="1837454"/>
                  </a:lnTo>
                  <a:lnTo>
                    <a:pt x="10848974" y="1838324"/>
                  </a:lnTo>
                  <a:lnTo>
                    <a:pt x="180974" y="1838324"/>
                  </a:lnTo>
                  <a:lnTo>
                    <a:pt x="136990" y="1832899"/>
                  </a:lnTo>
                  <a:lnTo>
                    <a:pt x="95662" y="1816956"/>
                  </a:lnTo>
                  <a:lnTo>
                    <a:pt x="59446" y="1791450"/>
                  </a:lnTo>
                  <a:lnTo>
                    <a:pt x="30499" y="1757893"/>
                  </a:lnTo>
                  <a:lnTo>
                    <a:pt x="10574" y="1718308"/>
                  </a:lnTo>
                  <a:lnTo>
                    <a:pt x="869" y="1675088"/>
                  </a:lnTo>
                  <a:lnTo>
                    <a:pt x="0" y="1657349"/>
                  </a:lnTo>
                  <a:close/>
                </a:path>
              </a:pathLst>
            </a:custGeom>
            <a:ln w="19049">
              <a:solidFill>
                <a:srgbClr val="E6F4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5975" y="4761625"/>
            <a:ext cx="9299575" cy="130933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400" b="1" spc="235" dirty="0">
                <a:solidFill>
                  <a:srgbClr val="0095B8"/>
                </a:solidFill>
                <a:latin typeface="Arial"/>
                <a:cs typeface="Arial"/>
              </a:rPr>
              <a:t>Как</a:t>
            </a:r>
            <a:r>
              <a:rPr sz="1400" b="1" spc="-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400" b="1" spc="140" dirty="0">
                <a:solidFill>
                  <a:srgbClr val="0095B8"/>
                </a:solidFill>
                <a:latin typeface="Arial"/>
                <a:cs typeface="Arial"/>
              </a:rPr>
              <a:t>это</a:t>
            </a:r>
            <a:r>
              <a:rPr sz="1400" b="1" spc="2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400" b="1" spc="130" dirty="0">
                <a:solidFill>
                  <a:srgbClr val="0095B8"/>
                </a:solidFill>
                <a:latin typeface="Arial"/>
                <a:cs typeface="Arial"/>
              </a:rPr>
              <a:t>помогло</a:t>
            </a:r>
            <a:r>
              <a:rPr sz="1400" b="1" spc="2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0095B8"/>
                </a:solidFill>
                <a:latin typeface="Arial"/>
                <a:cs typeface="Arial"/>
              </a:rPr>
              <a:t>мне</a:t>
            </a:r>
            <a:r>
              <a:rPr sz="1600" b="1" spc="90" dirty="0">
                <a:solidFill>
                  <a:srgbClr val="0095B8"/>
                </a:solidFill>
                <a:latin typeface="Arial"/>
                <a:cs typeface="Arial"/>
              </a:rPr>
              <a:t>?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lang="en-US" sz="1350" i="1" dirty="0">
                <a:solidFill>
                  <a:srgbClr val="878787"/>
                </a:solidFill>
                <a:latin typeface="Arial"/>
                <a:cs typeface="Arial"/>
              </a:rPr>
              <a:t>Python </a:t>
            </a:r>
            <a:r>
              <a:rPr lang="ru-RU" sz="1350" i="1" dirty="0">
                <a:solidFill>
                  <a:srgbClr val="878787"/>
                </a:solidFill>
                <a:latin typeface="Arial"/>
                <a:cs typeface="Arial"/>
              </a:rPr>
              <a:t>помог мне написать логику игры, условия действий и механики персонажа и врагов. </a:t>
            </a:r>
            <a:r>
              <a:rPr lang="en-US" sz="1350" i="1" dirty="0" err="1">
                <a:solidFill>
                  <a:srgbClr val="878787"/>
                </a:solidFill>
                <a:latin typeface="Arial"/>
                <a:cs typeface="Arial"/>
              </a:rPr>
              <a:t>Pygame</a:t>
            </a:r>
            <a:r>
              <a:rPr lang="en-US" sz="1350" i="1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lang="ru-RU" sz="1350" i="1" dirty="0">
                <a:solidFill>
                  <a:srgbClr val="878787"/>
                </a:solidFill>
                <a:latin typeface="Arial"/>
                <a:cs typeface="Arial"/>
              </a:rPr>
              <a:t>дала мне</a:t>
            </a:r>
            <a:r>
              <a:rPr lang="ru-RU" sz="1600" i="1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lang="ru-RU" sz="1400" i="1" dirty="0">
                <a:solidFill>
                  <a:srgbClr val="878787"/>
                </a:solidFill>
                <a:latin typeface="Arial"/>
                <a:cs typeface="Arial"/>
              </a:rPr>
              <a:t>возможность вывести 2</a:t>
            </a:r>
            <a:r>
              <a:rPr lang="en-US" sz="1400" i="1" dirty="0">
                <a:solidFill>
                  <a:srgbClr val="878787"/>
                </a:solidFill>
                <a:latin typeface="Arial"/>
                <a:cs typeface="Arial"/>
              </a:rPr>
              <a:t>d</a:t>
            </a:r>
            <a:r>
              <a:rPr lang="ru-RU" sz="1400" i="1" dirty="0">
                <a:solidFill>
                  <a:srgbClr val="878787"/>
                </a:solidFill>
                <a:latin typeface="Arial"/>
                <a:cs typeface="Arial"/>
              </a:rPr>
              <a:t> игру на экран и добавить звуки.  </a:t>
            </a:r>
            <a:r>
              <a:rPr lang="en-US" sz="1400" i="1" dirty="0" err="1">
                <a:solidFill>
                  <a:srgbClr val="878787"/>
                </a:solidFill>
                <a:latin typeface="Arial"/>
                <a:cs typeface="Arial"/>
              </a:rPr>
              <a:t>Pycharm</a:t>
            </a:r>
            <a:r>
              <a:rPr lang="en-US" sz="1400" i="1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lang="ru-RU" sz="1400" i="1" dirty="0">
                <a:solidFill>
                  <a:srgbClr val="878787"/>
                </a:solidFill>
                <a:latin typeface="Arial"/>
                <a:cs typeface="Arial"/>
              </a:rPr>
              <a:t>давала подсказки по созданию кода и выводила на экран ошибки, которые надо было исправить. Дополнительные интернет-ресурсы приукрасили проект картинками персонажа, врагов, пуль и главного меню.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27F39D9D-289C-AF81-5B49-7C0049EE48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627" y="2457578"/>
            <a:ext cx="1148035" cy="1060191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C2C6EAF-EEAA-EE3B-01CF-1DF259F2949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546" y="2451309"/>
            <a:ext cx="1190054" cy="119005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2302D99-75E2-5F3D-9CB3-C1EA300B58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443" y="2581341"/>
            <a:ext cx="2370956" cy="936428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1855344-2F85-C994-79B3-E6B690B79B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491" y="2451309"/>
            <a:ext cx="1158767" cy="1158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00" y="371474"/>
            <a:ext cx="317500" cy="4572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315" dirty="0"/>
              <a:t>О</a:t>
            </a:r>
            <a:r>
              <a:rPr sz="3450" spc="-315" dirty="0"/>
              <a:t> </a:t>
            </a:r>
            <a:r>
              <a:rPr sz="3450" spc="125" dirty="0"/>
              <a:t>Проекте</a:t>
            </a:r>
            <a:endParaRPr sz="3450"/>
          </a:p>
        </p:txBody>
      </p:sp>
      <p:grpSp>
        <p:nvGrpSpPr>
          <p:cNvPr id="4" name="object 4"/>
          <p:cNvGrpSpPr/>
          <p:nvPr/>
        </p:nvGrpSpPr>
        <p:grpSpPr>
          <a:xfrm>
            <a:off x="571499" y="1571624"/>
            <a:ext cx="4267200" cy="495300"/>
            <a:chOff x="571499" y="1571624"/>
            <a:chExt cx="4267200" cy="495300"/>
          </a:xfrm>
        </p:grpSpPr>
        <p:sp>
          <p:nvSpPr>
            <p:cNvPr id="5" name="object 5"/>
            <p:cNvSpPr/>
            <p:nvPr/>
          </p:nvSpPr>
          <p:spPr>
            <a:xfrm>
              <a:off x="571499" y="1571624"/>
              <a:ext cx="4267200" cy="495300"/>
            </a:xfrm>
            <a:custGeom>
              <a:avLst/>
              <a:gdLst/>
              <a:ahLst/>
              <a:cxnLst/>
              <a:rect l="l" t="t" r="r" b="b"/>
              <a:pathLst>
                <a:path w="4267200" h="495300">
                  <a:moveTo>
                    <a:pt x="4124324" y="495299"/>
                  </a:moveTo>
                  <a:lnTo>
                    <a:pt x="142874" y="495299"/>
                  </a:lnTo>
                  <a:lnTo>
                    <a:pt x="135855" y="495128"/>
                  </a:lnTo>
                  <a:lnTo>
                    <a:pt x="94749" y="486951"/>
                  </a:lnTo>
                  <a:lnTo>
                    <a:pt x="57757" y="467178"/>
                  </a:lnTo>
                  <a:lnTo>
                    <a:pt x="28120" y="437542"/>
                  </a:lnTo>
                  <a:lnTo>
                    <a:pt x="8348" y="400550"/>
                  </a:lnTo>
                  <a:lnTo>
                    <a:pt x="171" y="359444"/>
                  </a:lnTo>
                  <a:lnTo>
                    <a:pt x="0" y="352424"/>
                  </a:lnTo>
                  <a:lnTo>
                    <a:pt x="0" y="142874"/>
                  </a:ln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9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4124324" y="0"/>
                  </a:lnTo>
                  <a:lnTo>
                    <a:pt x="4165798" y="6150"/>
                  </a:lnTo>
                  <a:lnTo>
                    <a:pt x="4203700" y="24078"/>
                  </a:lnTo>
                  <a:lnTo>
                    <a:pt x="4234768" y="52234"/>
                  </a:lnTo>
                  <a:lnTo>
                    <a:pt x="4256323" y="88198"/>
                  </a:lnTo>
                  <a:lnTo>
                    <a:pt x="4266513" y="128870"/>
                  </a:lnTo>
                  <a:lnTo>
                    <a:pt x="4267199" y="142874"/>
                  </a:lnTo>
                  <a:lnTo>
                    <a:pt x="4267199" y="352424"/>
                  </a:lnTo>
                  <a:lnTo>
                    <a:pt x="4261048" y="393899"/>
                  </a:lnTo>
                  <a:lnTo>
                    <a:pt x="4243119" y="431801"/>
                  </a:lnTo>
                  <a:lnTo>
                    <a:pt x="4214963" y="462869"/>
                  </a:lnTo>
                  <a:lnTo>
                    <a:pt x="4178999" y="484424"/>
                  </a:lnTo>
                  <a:lnTo>
                    <a:pt x="4138328" y="494613"/>
                  </a:lnTo>
                  <a:lnTo>
                    <a:pt x="4124324" y="4952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99" y="1730374"/>
              <a:ext cx="190500" cy="1682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35050" y="1698715"/>
            <a:ext cx="27165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C1C1C"/>
                </a:solidFill>
                <a:latin typeface="Arial"/>
                <a:cs typeface="Arial"/>
              </a:rPr>
              <a:t>Расскажи</a:t>
            </a:r>
            <a:r>
              <a:rPr sz="1300" b="1" spc="-10" dirty="0">
                <a:solidFill>
                  <a:srgbClr val="1C1C1C"/>
                </a:solidFill>
                <a:latin typeface="Tahoma"/>
                <a:cs typeface="Tahoma"/>
              </a:rPr>
              <a:t>,</a:t>
            </a:r>
            <a:r>
              <a:rPr sz="1300" b="1" spc="-5" dirty="0">
                <a:solidFill>
                  <a:srgbClr val="1C1C1C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C1C1C"/>
                </a:solidFill>
                <a:latin typeface="Arial"/>
                <a:cs typeface="Arial"/>
              </a:rPr>
              <a:t>что</a:t>
            </a:r>
            <a:r>
              <a:rPr sz="1200" b="1" spc="2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1C1C"/>
                </a:solidFill>
                <a:latin typeface="Arial"/>
                <a:cs typeface="Arial"/>
              </a:rPr>
              <a:t>делает</a:t>
            </a:r>
            <a:r>
              <a:rPr sz="1200" b="1" spc="-4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1C1C"/>
                </a:solidFill>
                <a:latin typeface="Arial"/>
                <a:cs typeface="Arial"/>
              </a:rPr>
              <a:t>твой</a:t>
            </a:r>
            <a:r>
              <a:rPr sz="1200" b="1" spc="6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C1C1C"/>
                </a:solidFill>
                <a:latin typeface="Arial"/>
                <a:cs typeface="Arial"/>
              </a:rPr>
              <a:t>проект</a:t>
            </a:r>
            <a:r>
              <a:rPr sz="1300" b="1" spc="-10" dirty="0">
                <a:solidFill>
                  <a:srgbClr val="1C1C1C"/>
                </a:solidFill>
                <a:latin typeface="Tahoma"/>
                <a:cs typeface="Tahoma"/>
              </a:rPr>
              <a:t>?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1499" y="2257424"/>
            <a:ext cx="4267200" cy="4219575"/>
            <a:chOff x="571499" y="2257424"/>
            <a:chExt cx="4267200" cy="4219575"/>
          </a:xfrm>
        </p:grpSpPr>
        <p:sp>
          <p:nvSpPr>
            <p:cNvPr id="9" name="object 9"/>
            <p:cNvSpPr/>
            <p:nvPr/>
          </p:nvSpPr>
          <p:spPr>
            <a:xfrm>
              <a:off x="571499" y="2257424"/>
              <a:ext cx="4267200" cy="4219575"/>
            </a:xfrm>
            <a:custGeom>
              <a:avLst/>
              <a:gdLst/>
              <a:ahLst/>
              <a:cxnLst/>
              <a:rect l="l" t="t" r="r" b="b"/>
              <a:pathLst>
                <a:path w="4267200" h="4219575">
                  <a:moveTo>
                    <a:pt x="4076699" y="4219574"/>
                  </a:moveTo>
                  <a:lnTo>
                    <a:pt x="190499" y="4219574"/>
                  </a:lnTo>
                  <a:lnTo>
                    <a:pt x="171733" y="4218668"/>
                  </a:lnTo>
                  <a:lnTo>
                    <a:pt x="117598" y="4205073"/>
                  </a:lnTo>
                  <a:lnTo>
                    <a:pt x="69706" y="4176406"/>
                  </a:lnTo>
                  <a:lnTo>
                    <a:pt x="32075" y="4134930"/>
                  </a:lnTo>
                  <a:lnTo>
                    <a:pt x="8156" y="4084290"/>
                  </a:lnTo>
                  <a:lnTo>
                    <a:pt x="0" y="4029074"/>
                  </a:lnTo>
                  <a:lnTo>
                    <a:pt x="0" y="190499"/>
                  </a:lnTo>
                  <a:lnTo>
                    <a:pt x="8156" y="135282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4076699" y="0"/>
                  </a:lnTo>
                  <a:lnTo>
                    <a:pt x="4131916" y="8156"/>
                  </a:lnTo>
                  <a:lnTo>
                    <a:pt x="4182555" y="32075"/>
                  </a:lnTo>
                  <a:lnTo>
                    <a:pt x="4224031" y="69706"/>
                  </a:lnTo>
                  <a:lnTo>
                    <a:pt x="4252698" y="117598"/>
                  </a:lnTo>
                  <a:lnTo>
                    <a:pt x="4266293" y="171733"/>
                  </a:lnTo>
                  <a:lnTo>
                    <a:pt x="4267199" y="190499"/>
                  </a:lnTo>
                  <a:lnTo>
                    <a:pt x="4267199" y="4029074"/>
                  </a:lnTo>
                  <a:lnTo>
                    <a:pt x="4259042" y="4084290"/>
                  </a:lnTo>
                  <a:lnTo>
                    <a:pt x="4235123" y="4134930"/>
                  </a:lnTo>
                  <a:lnTo>
                    <a:pt x="4197492" y="4176406"/>
                  </a:lnTo>
                  <a:lnTo>
                    <a:pt x="4149598" y="4205073"/>
                  </a:lnTo>
                  <a:lnTo>
                    <a:pt x="4095465" y="4218668"/>
                  </a:lnTo>
                  <a:lnTo>
                    <a:pt x="4076699" y="4219574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487" y="2257424"/>
              <a:ext cx="4267200" cy="4219575"/>
            </a:xfrm>
            <a:custGeom>
              <a:avLst/>
              <a:gdLst/>
              <a:ahLst/>
              <a:cxnLst/>
              <a:rect l="l" t="t" r="r" b="b"/>
              <a:pathLst>
                <a:path w="4267200" h="4219575">
                  <a:moveTo>
                    <a:pt x="28575" y="3892766"/>
                  </a:moveTo>
                  <a:lnTo>
                    <a:pt x="0" y="3892766"/>
                  </a:lnTo>
                  <a:lnTo>
                    <a:pt x="0" y="3949916"/>
                  </a:lnTo>
                  <a:lnTo>
                    <a:pt x="28575" y="3949916"/>
                  </a:lnTo>
                  <a:lnTo>
                    <a:pt x="28575" y="3892766"/>
                  </a:lnTo>
                  <a:close/>
                </a:path>
                <a:path w="4267200" h="4219575">
                  <a:moveTo>
                    <a:pt x="28575" y="3806901"/>
                  </a:moveTo>
                  <a:lnTo>
                    <a:pt x="0" y="3806901"/>
                  </a:lnTo>
                  <a:lnTo>
                    <a:pt x="0" y="3864051"/>
                  </a:lnTo>
                  <a:lnTo>
                    <a:pt x="28575" y="3864051"/>
                  </a:lnTo>
                  <a:lnTo>
                    <a:pt x="28575" y="3806901"/>
                  </a:lnTo>
                  <a:close/>
                </a:path>
                <a:path w="4267200" h="4219575">
                  <a:moveTo>
                    <a:pt x="28575" y="3721023"/>
                  </a:moveTo>
                  <a:lnTo>
                    <a:pt x="0" y="3721023"/>
                  </a:lnTo>
                  <a:lnTo>
                    <a:pt x="0" y="3778173"/>
                  </a:lnTo>
                  <a:lnTo>
                    <a:pt x="28575" y="3778173"/>
                  </a:lnTo>
                  <a:lnTo>
                    <a:pt x="28575" y="3721023"/>
                  </a:lnTo>
                  <a:close/>
                </a:path>
                <a:path w="4267200" h="4219575">
                  <a:moveTo>
                    <a:pt x="28575" y="3635146"/>
                  </a:moveTo>
                  <a:lnTo>
                    <a:pt x="0" y="3635146"/>
                  </a:lnTo>
                  <a:lnTo>
                    <a:pt x="0" y="3692296"/>
                  </a:lnTo>
                  <a:lnTo>
                    <a:pt x="28575" y="3692296"/>
                  </a:lnTo>
                  <a:lnTo>
                    <a:pt x="28575" y="3635146"/>
                  </a:lnTo>
                  <a:close/>
                </a:path>
                <a:path w="4267200" h="4219575">
                  <a:moveTo>
                    <a:pt x="28575" y="3549281"/>
                  </a:moveTo>
                  <a:lnTo>
                    <a:pt x="0" y="3549281"/>
                  </a:lnTo>
                  <a:lnTo>
                    <a:pt x="0" y="3606431"/>
                  </a:lnTo>
                  <a:lnTo>
                    <a:pt x="28575" y="3606431"/>
                  </a:lnTo>
                  <a:lnTo>
                    <a:pt x="28575" y="3549281"/>
                  </a:lnTo>
                  <a:close/>
                </a:path>
                <a:path w="4267200" h="4219575">
                  <a:moveTo>
                    <a:pt x="28575" y="3463404"/>
                  </a:moveTo>
                  <a:lnTo>
                    <a:pt x="0" y="3463404"/>
                  </a:lnTo>
                  <a:lnTo>
                    <a:pt x="0" y="3520554"/>
                  </a:lnTo>
                  <a:lnTo>
                    <a:pt x="28575" y="3520554"/>
                  </a:lnTo>
                  <a:lnTo>
                    <a:pt x="28575" y="3463404"/>
                  </a:lnTo>
                  <a:close/>
                </a:path>
                <a:path w="4267200" h="4219575">
                  <a:moveTo>
                    <a:pt x="28575" y="3377527"/>
                  </a:moveTo>
                  <a:lnTo>
                    <a:pt x="0" y="3377527"/>
                  </a:lnTo>
                  <a:lnTo>
                    <a:pt x="0" y="3434677"/>
                  </a:lnTo>
                  <a:lnTo>
                    <a:pt x="28575" y="3434677"/>
                  </a:lnTo>
                  <a:lnTo>
                    <a:pt x="28575" y="3377527"/>
                  </a:lnTo>
                  <a:close/>
                </a:path>
                <a:path w="4267200" h="4219575">
                  <a:moveTo>
                    <a:pt x="28575" y="3291662"/>
                  </a:moveTo>
                  <a:lnTo>
                    <a:pt x="0" y="3291662"/>
                  </a:lnTo>
                  <a:lnTo>
                    <a:pt x="0" y="3348812"/>
                  </a:lnTo>
                  <a:lnTo>
                    <a:pt x="28575" y="3348812"/>
                  </a:lnTo>
                  <a:lnTo>
                    <a:pt x="28575" y="3291662"/>
                  </a:lnTo>
                  <a:close/>
                </a:path>
                <a:path w="4267200" h="4219575">
                  <a:moveTo>
                    <a:pt x="28575" y="3205784"/>
                  </a:moveTo>
                  <a:lnTo>
                    <a:pt x="0" y="3205784"/>
                  </a:lnTo>
                  <a:lnTo>
                    <a:pt x="0" y="3262934"/>
                  </a:lnTo>
                  <a:lnTo>
                    <a:pt x="28575" y="3262934"/>
                  </a:lnTo>
                  <a:lnTo>
                    <a:pt x="28575" y="3205784"/>
                  </a:lnTo>
                  <a:close/>
                </a:path>
                <a:path w="4267200" h="4219575">
                  <a:moveTo>
                    <a:pt x="28575" y="3119907"/>
                  </a:moveTo>
                  <a:lnTo>
                    <a:pt x="0" y="3119907"/>
                  </a:lnTo>
                  <a:lnTo>
                    <a:pt x="0" y="3177057"/>
                  </a:lnTo>
                  <a:lnTo>
                    <a:pt x="28575" y="3177057"/>
                  </a:lnTo>
                  <a:lnTo>
                    <a:pt x="28575" y="3119907"/>
                  </a:lnTo>
                  <a:close/>
                </a:path>
                <a:path w="4267200" h="4219575">
                  <a:moveTo>
                    <a:pt x="28575" y="3034042"/>
                  </a:moveTo>
                  <a:lnTo>
                    <a:pt x="0" y="3034042"/>
                  </a:lnTo>
                  <a:lnTo>
                    <a:pt x="0" y="3091192"/>
                  </a:lnTo>
                  <a:lnTo>
                    <a:pt x="28575" y="3091192"/>
                  </a:lnTo>
                  <a:lnTo>
                    <a:pt x="28575" y="3034042"/>
                  </a:lnTo>
                  <a:close/>
                </a:path>
                <a:path w="4267200" h="4219575">
                  <a:moveTo>
                    <a:pt x="28575" y="2948165"/>
                  </a:moveTo>
                  <a:lnTo>
                    <a:pt x="0" y="2948165"/>
                  </a:lnTo>
                  <a:lnTo>
                    <a:pt x="0" y="3005315"/>
                  </a:lnTo>
                  <a:lnTo>
                    <a:pt x="28575" y="3005315"/>
                  </a:lnTo>
                  <a:lnTo>
                    <a:pt x="28575" y="2948165"/>
                  </a:lnTo>
                  <a:close/>
                </a:path>
                <a:path w="4267200" h="4219575">
                  <a:moveTo>
                    <a:pt x="28575" y="2862288"/>
                  </a:moveTo>
                  <a:lnTo>
                    <a:pt x="0" y="2862288"/>
                  </a:lnTo>
                  <a:lnTo>
                    <a:pt x="0" y="2919438"/>
                  </a:lnTo>
                  <a:lnTo>
                    <a:pt x="28575" y="2919438"/>
                  </a:lnTo>
                  <a:lnTo>
                    <a:pt x="28575" y="2862288"/>
                  </a:lnTo>
                  <a:close/>
                </a:path>
                <a:path w="4267200" h="4219575">
                  <a:moveTo>
                    <a:pt x="28575" y="2776423"/>
                  </a:moveTo>
                  <a:lnTo>
                    <a:pt x="0" y="2776423"/>
                  </a:lnTo>
                  <a:lnTo>
                    <a:pt x="0" y="2833573"/>
                  </a:lnTo>
                  <a:lnTo>
                    <a:pt x="28575" y="2833573"/>
                  </a:lnTo>
                  <a:lnTo>
                    <a:pt x="28575" y="2776423"/>
                  </a:lnTo>
                  <a:close/>
                </a:path>
                <a:path w="4267200" h="4219575">
                  <a:moveTo>
                    <a:pt x="28575" y="2690545"/>
                  </a:moveTo>
                  <a:lnTo>
                    <a:pt x="0" y="2690545"/>
                  </a:lnTo>
                  <a:lnTo>
                    <a:pt x="0" y="2747695"/>
                  </a:lnTo>
                  <a:lnTo>
                    <a:pt x="28575" y="2747695"/>
                  </a:lnTo>
                  <a:lnTo>
                    <a:pt x="28575" y="2690545"/>
                  </a:lnTo>
                  <a:close/>
                </a:path>
                <a:path w="4267200" h="4219575">
                  <a:moveTo>
                    <a:pt x="28575" y="2604668"/>
                  </a:moveTo>
                  <a:lnTo>
                    <a:pt x="0" y="2604668"/>
                  </a:lnTo>
                  <a:lnTo>
                    <a:pt x="0" y="2661818"/>
                  </a:lnTo>
                  <a:lnTo>
                    <a:pt x="28575" y="2661818"/>
                  </a:lnTo>
                  <a:lnTo>
                    <a:pt x="28575" y="2604668"/>
                  </a:lnTo>
                  <a:close/>
                </a:path>
                <a:path w="4267200" h="4219575">
                  <a:moveTo>
                    <a:pt x="28575" y="2518803"/>
                  </a:moveTo>
                  <a:lnTo>
                    <a:pt x="0" y="2518803"/>
                  </a:lnTo>
                  <a:lnTo>
                    <a:pt x="0" y="2575953"/>
                  </a:lnTo>
                  <a:lnTo>
                    <a:pt x="28575" y="2575953"/>
                  </a:lnTo>
                  <a:lnTo>
                    <a:pt x="28575" y="2518803"/>
                  </a:lnTo>
                  <a:close/>
                </a:path>
                <a:path w="4267200" h="4219575">
                  <a:moveTo>
                    <a:pt x="28575" y="2432926"/>
                  </a:moveTo>
                  <a:lnTo>
                    <a:pt x="0" y="2432926"/>
                  </a:lnTo>
                  <a:lnTo>
                    <a:pt x="0" y="2490076"/>
                  </a:lnTo>
                  <a:lnTo>
                    <a:pt x="28575" y="2490076"/>
                  </a:lnTo>
                  <a:lnTo>
                    <a:pt x="28575" y="2432926"/>
                  </a:lnTo>
                  <a:close/>
                </a:path>
                <a:path w="4267200" h="4219575">
                  <a:moveTo>
                    <a:pt x="28575" y="2347049"/>
                  </a:moveTo>
                  <a:lnTo>
                    <a:pt x="0" y="2347049"/>
                  </a:lnTo>
                  <a:lnTo>
                    <a:pt x="0" y="2404199"/>
                  </a:lnTo>
                  <a:lnTo>
                    <a:pt x="28575" y="2404199"/>
                  </a:lnTo>
                  <a:lnTo>
                    <a:pt x="28575" y="2347049"/>
                  </a:lnTo>
                  <a:close/>
                </a:path>
                <a:path w="4267200" h="4219575">
                  <a:moveTo>
                    <a:pt x="28575" y="2261184"/>
                  </a:moveTo>
                  <a:lnTo>
                    <a:pt x="0" y="2261184"/>
                  </a:lnTo>
                  <a:lnTo>
                    <a:pt x="0" y="2318334"/>
                  </a:lnTo>
                  <a:lnTo>
                    <a:pt x="28575" y="2318334"/>
                  </a:lnTo>
                  <a:lnTo>
                    <a:pt x="28575" y="2261184"/>
                  </a:lnTo>
                  <a:close/>
                </a:path>
                <a:path w="4267200" h="4219575">
                  <a:moveTo>
                    <a:pt x="28575" y="2175306"/>
                  </a:moveTo>
                  <a:lnTo>
                    <a:pt x="0" y="2175306"/>
                  </a:lnTo>
                  <a:lnTo>
                    <a:pt x="0" y="2232456"/>
                  </a:lnTo>
                  <a:lnTo>
                    <a:pt x="28575" y="2232456"/>
                  </a:lnTo>
                  <a:lnTo>
                    <a:pt x="28575" y="2175306"/>
                  </a:lnTo>
                  <a:close/>
                </a:path>
                <a:path w="4267200" h="4219575">
                  <a:moveTo>
                    <a:pt x="28575" y="2089429"/>
                  </a:moveTo>
                  <a:lnTo>
                    <a:pt x="0" y="2089429"/>
                  </a:lnTo>
                  <a:lnTo>
                    <a:pt x="0" y="2146579"/>
                  </a:lnTo>
                  <a:lnTo>
                    <a:pt x="28575" y="2146579"/>
                  </a:lnTo>
                  <a:lnTo>
                    <a:pt x="28575" y="2089429"/>
                  </a:lnTo>
                  <a:close/>
                </a:path>
                <a:path w="4267200" h="4219575">
                  <a:moveTo>
                    <a:pt x="28575" y="2003564"/>
                  </a:moveTo>
                  <a:lnTo>
                    <a:pt x="0" y="2003564"/>
                  </a:lnTo>
                  <a:lnTo>
                    <a:pt x="0" y="2060714"/>
                  </a:lnTo>
                  <a:lnTo>
                    <a:pt x="28575" y="2060714"/>
                  </a:lnTo>
                  <a:lnTo>
                    <a:pt x="28575" y="2003564"/>
                  </a:lnTo>
                  <a:close/>
                </a:path>
                <a:path w="4267200" h="4219575">
                  <a:moveTo>
                    <a:pt x="28575" y="1917687"/>
                  </a:moveTo>
                  <a:lnTo>
                    <a:pt x="0" y="1917687"/>
                  </a:lnTo>
                  <a:lnTo>
                    <a:pt x="0" y="1974837"/>
                  </a:lnTo>
                  <a:lnTo>
                    <a:pt x="28575" y="1974837"/>
                  </a:lnTo>
                  <a:lnTo>
                    <a:pt x="28575" y="1917687"/>
                  </a:lnTo>
                  <a:close/>
                </a:path>
                <a:path w="4267200" h="4219575">
                  <a:moveTo>
                    <a:pt x="28575" y="1831822"/>
                  </a:moveTo>
                  <a:lnTo>
                    <a:pt x="0" y="1831822"/>
                  </a:lnTo>
                  <a:lnTo>
                    <a:pt x="0" y="1888972"/>
                  </a:lnTo>
                  <a:lnTo>
                    <a:pt x="28575" y="1888972"/>
                  </a:lnTo>
                  <a:lnTo>
                    <a:pt x="28575" y="1831822"/>
                  </a:lnTo>
                  <a:close/>
                </a:path>
                <a:path w="4267200" h="4219575">
                  <a:moveTo>
                    <a:pt x="28575" y="1745945"/>
                  </a:moveTo>
                  <a:lnTo>
                    <a:pt x="0" y="1745945"/>
                  </a:lnTo>
                  <a:lnTo>
                    <a:pt x="0" y="1803095"/>
                  </a:lnTo>
                  <a:lnTo>
                    <a:pt x="28575" y="1803095"/>
                  </a:lnTo>
                  <a:lnTo>
                    <a:pt x="28575" y="1745945"/>
                  </a:lnTo>
                  <a:close/>
                </a:path>
                <a:path w="4267200" h="4219575">
                  <a:moveTo>
                    <a:pt x="28575" y="1660067"/>
                  </a:moveTo>
                  <a:lnTo>
                    <a:pt x="0" y="1660067"/>
                  </a:lnTo>
                  <a:lnTo>
                    <a:pt x="0" y="1717217"/>
                  </a:lnTo>
                  <a:lnTo>
                    <a:pt x="28575" y="1717217"/>
                  </a:lnTo>
                  <a:lnTo>
                    <a:pt x="28575" y="1660067"/>
                  </a:lnTo>
                  <a:close/>
                </a:path>
                <a:path w="4267200" h="4219575">
                  <a:moveTo>
                    <a:pt x="28575" y="1574203"/>
                  </a:moveTo>
                  <a:lnTo>
                    <a:pt x="0" y="1574203"/>
                  </a:lnTo>
                  <a:lnTo>
                    <a:pt x="0" y="1631353"/>
                  </a:lnTo>
                  <a:lnTo>
                    <a:pt x="28575" y="1631353"/>
                  </a:lnTo>
                  <a:lnTo>
                    <a:pt x="28575" y="1574203"/>
                  </a:lnTo>
                  <a:close/>
                </a:path>
                <a:path w="4267200" h="4219575">
                  <a:moveTo>
                    <a:pt x="28575" y="1488325"/>
                  </a:moveTo>
                  <a:lnTo>
                    <a:pt x="0" y="1488325"/>
                  </a:lnTo>
                  <a:lnTo>
                    <a:pt x="0" y="1545475"/>
                  </a:lnTo>
                  <a:lnTo>
                    <a:pt x="28575" y="1545475"/>
                  </a:lnTo>
                  <a:lnTo>
                    <a:pt x="28575" y="1488325"/>
                  </a:lnTo>
                  <a:close/>
                </a:path>
                <a:path w="4267200" h="4219575">
                  <a:moveTo>
                    <a:pt x="28575" y="1402448"/>
                  </a:moveTo>
                  <a:lnTo>
                    <a:pt x="0" y="1402448"/>
                  </a:lnTo>
                  <a:lnTo>
                    <a:pt x="0" y="1459598"/>
                  </a:lnTo>
                  <a:lnTo>
                    <a:pt x="28575" y="1459598"/>
                  </a:lnTo>
                  <a:lnTo>
                    <a:pt x="28575" y="1402448"/>
                  </a:lnTo>
                  <a:close/>
                </a:path>
                <a:path w="4267200" h="4219575">
                  <a:moveTo>
                    <a:pt x="28575" y="1316583"/>
                  </a:moveTo>
                  <a:lnTo>
                    <a:pt x="0" y="1316583"/>
                  </a:lnTo>
                  <a:lnTo>
                    <a:pt x="0" y="1373733"/>
                  </a:lnTo>
                  <a:lnTo>
                    <a:pt x="28575" y="1373733"/>
                  </a:lnTo>
                  <a:lnTo>
                    <a:pt x="28575" y="1316583"/>
                  </a:lnTo>
                  <a:close/>
                </a:path>
                <a:path w="4267200" h="4219575">
                  <a:moveTo>
                    <a:pt x="28575" y="1230706"/>
                  </a:moveTo>
                  <a:lnTo>
                    <a:pt x="0" y="1230706"/>
                  </a:lnTo>
                  <a:lnTo>
                    <a:pt x="0" y="1287856"/>
                  </a:lnTo>
                  <a:lnTo>
                    <a:pt x="28575" y="1287856"/>
                  </a:lnTo>
                  <a:lnTo>
                    <a:pt x="28575" y="1230706"/>
                  </a:lnTo>
                  <a:close/>
                </a:path>
                <a:path w="4267200" h="4219575">
                  <a:moveTo>
                    <a:pt x="28575" y="1144828"/>
                  </a:moveTo>
                  <a:lnTo>
                    <a:pt x="0" y="1144828"/>
                  </a:lnTo>
                  <a:lnTo>
                    <a:pt x="0" y="1201978"/>
                  </a:lnTo>
                  <a:lnTo>
                    <a:pt x="28575" y="1201978"/>
                  </a:lnTo>
                  <a:lnTo>
                    <a:pt x="28575" y="1144828"/>
                  </a:lnTo>
                  <a:close/>
                </a:path>
                <a:path w="4267200" h="4219575">
                  <a:moveTo>
                    <a:pt x="28575" y="1058964"/>
                  </a:moveTo>
                  <a:lnTo>
                    <a:pt x="0" y="1058964"/>
                  </a:lnTo>
                  <a:lnTo>
                    <a:pt x="0" y="1116114"/>
                  </a:lnTo>
                  <a:lnTo>
                    <a:pt x="28575" y="1116114"/>
                  </a:lnTo>
                  <a:lnTo>
                    <a:pt x="28575" y="1058964"/>
                  </a:lnTo>
                  <a:close/>
                </a:path>
                <a:path w="4267200" h="4219575">
                  <a:moveTo>
                    <a:pt x="28575" y="973086"/>
                  </a:moveTo>
                  <a:lnTo>
                    <a:pt x="0" y="973086"/>
                  </a:lnTo>
                  <a:lnTo>
                    <a:pt x="0" y="1030236"/>
                  </a:lnTo>
                  <a:lnTo>
                    <a:pt x="28575" y="1030236"/>
                  </a:lnTo>
                  <a:lnTo>
                    <a:pt x="28575" y="973086"/>
                  </a:lnTo>
                  <a:close/>
                </a:path>
                <a:path w="4267200" h="4219575">
                  <a:moveTo>
                    <a:pt x="28575" y="887209"/>
                  </a:moveTo>
                  <a:lnTo>
                    <a:pt x="0" y="887209"/>
                  </a:lnTo>
                  <a:lnTo>
                    <a:pt x="0" y="944359"/>
                  </a:lnTo>
                  <a:lnTo>
                    <a:pt x="28575" y="944359"/>
                  </a:lnTo>
                  <a:lnTo>
                    <a:pt x="28575" y="887209"/>
                  </a:lnTo>
                  <a:close/>
                </a:path>
                <a:path w="4267200" h="4219575">
                  <a:moveTo>
                    <a:pt x="28575" y="801344"/>
                  </a:moveTo>
                  <a:lnTo>
                    <a:pt x="0" y="801344"/>
                  </a:lnTo>
                  <a:lnTo>
                    <a:pt x="0" y="858494"/>
                  </a:lnTo>
                  <a:lnTo>
                    <a:pt x="28575" y="858494"/>
                  </a:lnTo>
                  <a:lnTo>
                    <a:pt x="28575" y="801344"/>
                  </a:lnTo>
                  <a:close/>
                </a:path>
                <a:path w="4267200" h="4219575">
                  <a:moveTo>
                    <a:pt x="28575" y="715467"/>
                  </a:moveTo>
                  <a:lnTo>
                    <a:pt x="0" y="715467"/>
                  </a:lnTo>
                  <a:lnTo>
                    <a:pt x="0" y="772617"/>
                  </a:lnTo>
                  <a:lnTo>
                    <a:pt x="28575" y="772617"/>
                  </a:lnTo>
                  <a:lnTo>
                    <a:pt x="28575" y="715467"/>
                  </a:lnTo>
                  <a:close/>
                </a:path>
                <a:path w="4267200" h="4219575">
                  <a:moveTo>
                    <a:pt x="28575" y="629589"/>
                  </a:moveTo>
                  <a:lnTo>
                    <a:pt x="0" y="629589"/>
                  </a:lnTo>
                  <a:lnTo>
                    <a:pt x="0" y="686739"/>
                  </a:lnTo>
                  <a:lnTo>
                    <a:pt x="28575" y="686739"/>
                  </a:lnTo>
                  <a:lnTo>
                    <a:pt x="28575" y="629589"/>
                  </a:lnTo>
                  <a:close/>
                </a:path>
                <a:path w="4267200" h="4219575">
                  <a:moveTo>
                    <a:pt x="28575" y="543725"/>
                  </a:moveTo>
                  <a:lnTo>
                    <a:pt x="0" y="543725"/>
                  </a:lnTo>
                  <a:lnTo>
                    <a:pt x="0" y="600875"/>
                  </a:lnTo>
                  <a:lnTo>
                    <a:pt x="28575" y="600875"/>
                  </a:lnTo>
                  <a:lnTo>
                    <a:pt x="28575" y="543725"/>
                  </a:lnTo>
                  <a:close/>
                </a:path>
                <a:path w="4267200" h="4219575">
                  <a:moveTo>
                    <a:pt x="28575" y="457847"/>
                  </a:moveTo>
                  <a:lnTo>
                    <a:pt x="0" y="457847"/>
                  </a:lnTo>
                  <a:lnTo>
                    <a:pt x="0" y="514997"/>
                  </a:lnTo>
                  <a:lnTo>
                    <a:pt x="28575" y="514997"/>
                  </a:lnTo>
                  <a:lnTo>
                    <a:pt x="28575" y="457847"/>
                  </a:lnTo>
                  <a:close/>
                </a:path>
                <a:path w="4267200" h="4219575">
                  <a:moveTo>
                    <a:pt x="28575" y="371970"/>
                  </a:moveTo>
                  <a:lnTo>
                    <a:pt x="0" y="371970"/>
                  </a:lnTo>
                  <a:lnTo>
                    <a:pt x="0" y="429120"/>
                  </a:lnTo>
                  <a:lnTo>
                    <a:pt x="28575" y="429120"/>
                  </a:lnTo>
                  <a:lnTo>
                    <a:pt x="28575" y="371970"/>
                  </a:lnTo>
                  <a:close/>
                </a:path>
                <a:path w="4267200" h="4219575">
                  <a:moveTo>
                    <a:pt x="28575" y="286105"/>
                  </a:moveTo>
                  <a:lnTo>
                    <a:pt x="0" y="286105"/>
                  </a:lnTo>
                  <a:lnTo>
                    <a:pt x="0" y="343255"/>
                  </a:lnTo>
                  <a:lnTo>
                    <a:pt x="28575" y="343255"/>
                  </a:lnTo>
                  <a:lnTo>
                    <a:pt x="28575" y="286105"/>
                  </a:lnTo>
                  <a:close/>
                </a:path>
                <a:path w="4267200" h="4219575">
                  <a:moveTo>
                    <a:pt x="28575" y="200228"/>
                  </a:moveTo>
                  <a:lnTo>
                    <a:pt x="0" y="200228"/>
                  </a:lnTo>
                  <a:lnTo>
                    <a:pt x="0" y="257378"/>
                  </a:lnTo>
                  <a:lnTo>
                    <a:pt x="28575" y="257378"/>
                  </a:lnTo>
                  <a:lnTo>
                    <a:pt x="28575" y="200228"/>
                  </a:lnTo>
                  <a:close/>
                </a:path>
                <a:path w="4267200" h="4219575">
                  <a:moveTo>
                    <a:pt x="28854" y="4034777"/>
                  </a:moveTo>
                  <a:lnTo>
                    <a:pt x="28575" y="4029075"/>
                  </a:lnTo>
                  <a:lnTo>
                    <a:pt x="28575" y="3978643"/>
                  </a:lnTo>
                  <a:lnTo>
                    <a:pt x="0" y="3978643"/>
                  </a:lnTo>
                  <a:lnTo>
                    <a:pt x="0" y="4029075"/>
                  </a:lnTo>
                  <a:lnTo>
                    <a:pt x="330" y="4035780"/>
                  </a:lnTo>
                  <a:lnTo>
                    <a:pt x="28854" y="4034777"/>
                  </a:lnTo>
                  <a:close/>
                </a:path>
                <a:path w="4267200" h="4219575">
                  <a:moveTo>
                    <a:pt x="42951" y="124206"/>
                  </a:moveTo>
                  <a:lnTo>
                    <a:pt x="16916" y="112509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977" y="171284"/>
                  </a:lnTo>
                  <a:lnTo>
                    <a:pt x="29413" y="174167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2951" y="124206"/>
                  </a:lnTo>
                  <a:close/>
                </a:path>
                <a:path w="4267200" h="4219575">
                  <a:moveTo>
                    <a:pt x="49491" y="4108450"/>
                  </a:moveTo>
                  <a:lnTo>
                    <a:pt x="31661" y="4060672"/>
                  </a:lnTo>
                  <a:lnTo>
                    <a:pt x="31546" y="4059898"/>
                  </a:lnTo>
                  <a:lnTo>
                    <a:pt x="3492" y="4065333"/>
                  </a:lnTo>
                  <a:lnTo>
                    <a:pt x="14503" y="4101985"/>
                  </a:lnTo>
                  <a:lnTo>
                    <a:pt x="24612" y="4122458"/>
                  </a:lnTo>
                  <a:lnTo>
                    <a:pt x="49491" y="4108450"/>
                  </a:lnTo>
                  <a:close/>
                </a:path>
                <a:path w="4267200" h="4219575">
                  <a:moveTo>
                    <a:pt x="90246" y="63474"/>
                  </a:moveTo>
                  <a:lnTo>
                    <a:pt x="72555" y="41059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292" y="85966"/>
                  </a:lnTo>
                  <a:lnTo>
                    <a:pt x="55181" y="101650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90246" y="63474"/>
                  </a:lnTo>
                  <a:close/>
                </a:path>
                <a:path w="4267200" h="4219575">
                  <a:moveTo>
                    <a:pt x="102336" y="4164825"/>
                  </a:moveTo>
                  <a:lnTo>
                    <a:pt x="65278" y="4131754"/>
                  </a:lnTo>
                  <a:lnTo>
                    <a:pt x="63957" y="4129989"/>
                  </a:lnTo>
                  <a:lnTo>
                    <a:pt x="41630" y="4147794"/>
                  </a:lnTo>
                  <a:lnTo>
                    <a:pt x="43167" y="4149877"/>
                  </a:lnTo>
                  <a:lnTo>
                    <a:pt x="55803" y="4163784"/>
                  </a:lnTo>
                  <a:lnTo>
                    <a:pt x="56946" y="4164825"/>
                  </a:lnTo>
                  <a:lnTo>
                    <a:pt x="69710" y="4176407"/>
                  </a:lnTo>
                  <a:lnTo>
                    <a:pt x="84645" y="4187507"/>
                  </a:lnTo>
                  <a:lnTo>
                    <a:pt x="86779" y="4188777"/>
                  </a:lnTo>
                  <a:lnTo>
                    <a:pt x="102336" y="4164825"/>
                  </a:lnTo>
                  <a:close/>
                </a:path>
                <a:path w="4267200" h="4219575">
                  <a:moveTo>
                    <a:pt x="160477" y="31432"/>
                  </a:moveTo>
                  <a:lnTo>
                    <a:pt x="155181" y="3352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7942" y="24130"/>
                  </a:lnTo>
                  <a:lnTo>
                    <a:pt x="111823" y="49085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477" y="31432"/>
                  </a:lnTo>
                  <a:close/>
                </a:path>
                <a:path w="4267200" h="4219575">
                  <a:moveTo>
                    <a:pt x="174955" y="4190238"/>
                  </a:moveTo>
                  <a:lnTo>
                    <a:pt x="174548" y="4190238"/>
                  </a:lnTo>
                  <a:lnTo>
                    <a:pt x="158915" y="4187926"/>
                  </a:lnTo>
                  <a:lnTo>
                    <a:pt x="143573" y="4184078"/>
                  </a:lnTo>
                  <a:lnTo>
                    <a:pt x="128536" y="4178681"/>
                  </a:lnTo>
                  <a:lnTo>
                    <a:pt x="124917" y="4176966"/>
                  </a:lnTo>
                  <a:lnTo>
                    <a:pt x="113347" y="4203065"/>
                  </a:lnTo>
                  <a:lnTo>
                    <a:pt x="117602" y="4205084"/>
                  </a:lnTo>
                  <a:lnTo>
                    <a:pt x="135293" y="4211421"/>
                  </a:lnTo>
                  <a:lnTo>
                    <a:pt x="153339" y="4215955"/>
                  </a:lnTo>
                  <a:lnTo>
                    <a:pt x="171742" y="4218673"/>
                  </a:lnTo>
                  <a:lnTo>
                    <a:pt x="172199" y="4218673"/>
                  </a:lnTo>
                  <a:lnTo>
                    <a:pt x="174955" y="4190238"/>
                  </a:lnTo>
                  <a:close/>
                </a:path>
                <a:path w="4267200" h="4219575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4267200" h="4219575">
                  <a:moveTo>
                    <a:pt x="258267" y="4191000"/>
                  </a:moveTo>
                  <a:lnTo>
                    <a:pt x="201117" y="4191000"/>
                  </a:lnTo>
                  <a:lnTo>
                    <a:pt x="201117" y="4219575"/>
                  </a:lnTo>
                  <a:lnTo>
                    <a:pt x="258267" y="4219575"/>
                  </a:lnTo>
                  <a:lnTo>
                    <a:pt x="258267" y="4191000"/>
                  </a:lnTo>
                  <a:close/>
                </a:path>
                <a:path w="4267200" h="4219575">
                  <a:moveTo>
                    <a:pt x="333527" y="0"/>
                  </a:moveTo>
                  <a:lnTo>
                    <a:pt x="276377" y="0"/>
                  </a:lnTo>
                  <a:lnTo>
                    <a:pt x="276377" y="28575"/>
                  </a:lnTo>
                  <a:lnTo>
                    <a:pt x="333527" y="28575"/>
                  </a:lnTo>
                  <a:lnTo>
                    <a:pt x="333527" y="0"/>
                  </a:lnTo>
                  <a:close/>
                </a:path>
                <a:path w="4267200" h="4219575">
                  <a:moveTo>
                    <a:pt x="344144" y="4191000"/>
                  </a:moveTo>
                  <a:lnTo>
                    <a:pt x="286994" y="4191000"/>
                  </a:lnTo>
                  <a:lnTo>
                    <a:pt x="286994" y="4219575"/>
                  </a:lnTo>
                  <a:lnTo>
                    <a:pt x="344144" y="4219575"/>
                  </a:lnTo>
                  <a:lnTo>
                    <a:pt x="344144" y="4191000"/>
                  </a:lnTo>
                  <a:close/>
                </a:path>
                <a:path w="4267200" h="4219575">
                  <a:moveTo>
                    <a:pt x="419404" y="0"/>
                  </a:moveTo>
                  <a:lnTo>
                    <a:pt x="362254" y="0"/>
                  </a:lnTo>
                  <a:lnTo>
                    <a:pt x="362254" y="28575"/>
                  </a:lnTo>
                  <a:lnTo>
                    <a:pt x="419404" y="28575"/>
                  </a:lnTo>
                  <a:lnTo>
                    <a:pt x="419404" y="0"/>
                  </a:lnTo>
                  <a:close/>
                </a:path>
                <a:path w="4267200" h="4219575">
                  <a:moveTo>
                    <a:pt x="430009" y="4191000"/>
                  </a:moveTo>
                  <a:lnTo>
                    <a:pt x="372859" y="4191000"/>
                  </a:lnTo>
                  <a:lnTo>
                    <a:pt x="372859" y="4219575"/>
                  </a:lnTo>
                  <a:lnTo>
                    <a:pt x="430009" y="4219575"/>
                  </a:lnTo>
                  <a:lnTo>
                    <a:pt x="430009" y="4191000"/>
                  </a:lnTo>
                  <a:close/>
                </a:path>
                <a:path w="4267200" h="4219575">
                  <a:moveTo>
                    <a:pt x="505269" y="0"/>
                  </a:moveTo>
                  <a:lnTo>
                    <a:pt x="448119" y="0"/>
                  </a:lnTo>
                  <a:lnTo>
                    <a:pt x="448119" y="28575"/>
                  </a:lnTo>
                  <a:lnTo>
                    <a:pt x="505269" y="28575"/>
                  </a:lnTo>
                  <a:lnTo>
                    <a:pt x="505269" y="0"/>
                  </a:lnTo>
                  <a:close/>
                </a:path>
                <a:path w="4267200" h="4219575">
                  <a:moveTo>
                    <a:pt x="515886" y="4191000"/>
                  </a:moveTo>
                  <a:lnTo>
                    <a:pt x="458736" y="4191000"/>
                  </a:lnTo>
                  <a:lnTo>
                    <a:pt x="458736" y="4219575"/>
                  </a:lnTo>
                  <a:lnTo>
                    <a:pt x="515886" y="4219575"/>
                  </a:lnTo>
                  <a:lnTo>
                    <a:pt x="515886" y="4191000"/>
                  </a:lnTo>
                  <a:close/>
                </a:path>
                <a:path w="4267200" h="4219575">
                  <a:moveTo>
                    <a:pt x="591146" y="0"/>
                  </a:moveTo>
                  <a:lnTo>
                    <a:pt x="533996" y="0"/>
                  </a:lnTo>
                  <a:lnTo>
                    <a:pt x="533996" y="28575"/>
                  </a:lnTo>
                  <a:lnTo>
                    <a:pt x="591146" y="28575"/>
                  </a:lnTo>
                  <a:lnTo>
                    <a:pt x="591146" y="0"/>
                  </a:lnTo>
                  <a:close/>
                </a:path>
                <a:path w="4267200" h="4219575">
                  <a:moveTo>
                    <a:pt x="601764" y="4191000"/>
                  </a:moveTo>
                  <a:lnTo>
                    <a:pt x="544614" y="4191000"/>
                  </a:lnTo>
                  <a:lnTo>
                    <a:pt x="544614" y="4219575"/>
                  </a:lnTo>
                  <a:lnTo>
                    <a:pt x="601764" y="4219575"/>
                  </a:lnTo>
                  <a:lnTo>
                    <a:pt x="601764" y="4191000"/>
                  </a:lnTo>
                  <a:close/>
                </a:path>
                <a:path w="4267200" h="4219575">
                  <a:moveTo>
                    <a:pt x="677024" y="0"/>
                  </a:moveTo>
                  <a:lnTo>
                    <a:pt x="619874" y="0"/>
                  </a:lnTo>
                  <a:lnTo>
                    <a:pt x="619874" y="28575"/>
                  </a:lnTo>
                  <a:lnTo>
                    <a:pt x="677024" y="28575"/>
                  </a:lnTo>
                  <a:lnTo>
                    <a:pt x="677024" y="0"/>
                  </a:lnTo>
                  <a:close/>
                </a:path>
                <a:path w="4267200" h="4219575">
                  <a:moveTo>
                    <a:pt x="687628" y="4191000"/>
                  </a:moveTo>
                  <a:lnTo>
                    <a:pt x="630478" y="4191000"/>
                  </a:lnTo>
                  <a:lnTo>
                    <a:pt x="630478" y="4219575"/>
                  </a:lnTo>
                  <a:lnTo>
                    <a:pt x="687628" y="4219575"/>
                  </a:lnTo>
                  <a:lnTo>
                    <a:pt x="687628" y="4191000"/>
                  </a:lnTo>
                  <a:close/>
                </a:path>
                <a:path w="4267200" h="4219575">
                  <a:moveTo>
                    <a:pt x="762889" y="0"/>
                  </a:moveTo>
                  <a:lnTo>
                    <a:pt x="705739" y="0"/>
                  </a:lnTo>
                  <a:lnTo>
                    <a:pt x="705739" y="28575"/>
                  </a:lnTo>
                  <a:lnTo>
                    <a:pt x="762889" y="28575"/>
                  </a:lnTo>
                  <a:lnTo>
                    <a:pt x="762889" y="0"/>
                  </a:lnTo>
                  <a:close/>
                </a:path>
                <a:path w="4267200" h="4219575">
                  <a:moveTo>
                    <a:pt x="773506" y="4191000"/>
                  </a:moveTo>
                  <a:lnTo>
                    <a:pt x="716356" y="4191000"/>
                  </a:lnTo>
                  <a:lnTo>
                    <a:pt x="716356" y="4219575"/>
                  </a:lnTo>
                  <a:lnTo>
                    <a:pt x="773506" y="4219575"/>
                  </a:lnTo>
                  <a:lnTo>
                    <a:pt x="773506" y="4191000"/>
                  </a:lnTo>
                  <a:close/>
                </a:path>
                <a:path w="4267200" h="4219575">
                  <a:moveTo>
                    <a:pt x="848766" y="0"/>
                  </a:moveTo>
                  <a:lnTo>
                    <a:pt x="791616" y="0"/>
                  </a:lnTo>
                  <a:lnTo>
                    <a:pt x="791616" y="28575"/>
                  </a:lnTo>
                  <a:lnTo>
                    <a:pt x="848766" y="28575"/>
                  </a:lnTo>
                  <a:lnTo>
                    <a:pt x="848766" y="0"/>
                  </a:lnTo>
                  <a:close/>
                </a:path>
                <a:path w="4267200" h="4219575">
                  <a:moveTo>
                    <a:pt x="859383" y="4191000"/>
                  </a:moveTo>
                  <a:lnTo>
                    <a:pt x="802233" y="4191000"/>
                  </a:lnTo>
                  <a:lnTo>
                    <a:pt x="802233" y="4219575"/>
                  </a:lnTo>
                  <a:lnTo>
                    <a:pt x="859383" y="4219575"/>
                  </a:lnTo>
                  <a:lnTo>
                    <a:pt x="859383" y="4191000"/>
                  </a:lnTo>
                  <a:close/>
                </a:path>
                <a:path w="4267200" h="4219575">
                  <a:moveTo>
                    <a:pt x="934643" y="0"/>
                  </a:moveTo>
                  <a:lnTo>
                    <a:pt x="877493" y="0"/>
                  </a:lnTo>
                  <a:lnTo>
                    <a:pt x="877493" y="28575"/>
                  </a:lnTo>
                  <a:lnTo>
                    <a:pt x="934643" y="28575"/>
                  </a:lnTo>
                  <a:lnTo>
                    <a:pt x="934643" y="0"/>
                  </a:lnTo>
                  <a:close/>
                </a:path>
                <a:path w="4267200" h="4219575">
                  <a:moveTo>
                    <a:pt x="945248" y="4191000"/>
                  </a:moveTo>
                  <a:lnTo>
                    <a:pt x="888098" y="4191000"/>
                  </a:lnTo>
                  <a:lnTo>
                    <a:pt x="888098" y="4219575"/>
                  </a:lnTo>
                  <a:lnTo>
                    <a:pt x="945248" y="4219575"/>
                  </a:lnTo>
                  <a:lnTo>
                    <a:pt x="945248" y="4191000"/>
                  </a:lnTo>
                  <a:close/>
                </a:path>
                <a:path w="4267200" h="4219575">
                  <a:moveTo>
                    <a:pt x="1020508" y="0"/>
                  </a:moveTo>
                  <a:lnTo>
                    <a:pt x="963358" y="0"/>
                  </a:lnTo>
                  <a:lnTo>
                    <a:pt x="963358" y="28575"/>
                  </a:lnTo>
                  <a:lnTo>
                    <a:pt x="1020508" y="28575"/>
                  </a:lnTo>
                  <a:lnTo>
                    <a:pt x="1020508" y="0"/>
                  </a:lnTo>
                  <a:close/>
                </a:path>
                <a:path w="4267200" h="4219575">
                  <a:moveTo>
                    <a:pt x="1031125" y="4191000"/>
                  </a:moveTo>
                  <a:lnTo>
                    <a:pt x="973975" y="4191000"/>
                  </a:lnTo>
                  <a:lnTo>
                    <a:pt x="973975" y="4219575"/>
                  </a:lnTo>
                  <a:lnTo>
                    <a:pt x="1031125" y="4219575"/>
                  </a:lnTo>
                  <a:lnTo>
                    <a:pt x="1031125" y="4191000"/>
                  </a:lnTo>
                  <a:close/>
                </a:path>
                <a:path w="4267200" h="4219575">
                  <a:moveTo>
                    <a:pt x="1106385" y="0"/>
                  </a:moveTo>
                  <a:lnTo>
                    <a:pt x="1049235" y="0"/>
                  </a:lnTo>
                  <a:lnTo>
                    <a:pt x="1049235" y="28575"/>
                  </a:lnTo>
                  <a:lnTo>
                    <a:pt x="1106385" y="28575"/>
                  </a:lnTo>
                  <a:lnTo>
                    <a:pt x="1106385" y="0"/>
                  </a:lnTo>
                  <a:close/>
                </a:path>
                <a:path w="4267200" h="4219575">
                  <a:moveTo>
                    <a:pt x="1117003" y="4191000"/>
                  </a:moveTo>
                  <a:lnTo>
                    <a:pt x="1059853" y="4191000"/>
                  </a:lnTo>
                  <a:lnTo>
                    <a:pt x="1059853" y="4219575"/>
                  </a:lnTo>
                  <a:lnTo>
                    <a:pt x="1117003" y="4219575"/>
                  </a:lnTo>
                  <a:lnTo>
                    <a:pt x="1117003" y="4191000"/>
                  </a:lnTo>
                  <a:close/>
                </a:path>
                <a:path w="4267200" h="4219575">
                  <a:moveTo>
                    <a:pt x="1192263" y="0"/>
                  </a:moveTo>
                  <a:lnTo>
                    <a:pt x="1135113" y="0"/>
                  </a:lnTo>
                  <a:lnTo>
                    <a:pt x="1135113" y="28575"/>
                  </a:lnTo>
                  <a:lnTo>
                    <a:pt x="1192263" y="28575"/>
                  </a:lnTo>
                  <a:lnTo>
                    <a:pt x="1192263" y="0"/>
                  </a:lnTo>
                  <a:close/>
                </a:path>
                <a:path w="4267200" h="4219575">
                  <a:moveTo>
                    <a:pt x="1202867" y="4191000"/>
                  </a:moveTo>
                  <a:lnTo>
                    <a:pt x="1145717" y="4191000"/>
                  </a:lnTo>
                  <a:lnTo>
                    <a:pt x="1145717" y="4219575"/>
                  </a:lnTo>
                  <a:lnTo>
                    <a:pt x="1202867" y="4219575"/>
                  </a:lnTo>
                  <a:lnTo>
                    <a:pt x="1202867" y="4191000"/>
                  </a:lnTo>
                  <a:close/>
                </a:path>
                <a:path w="4267200" h="4219575">
                  <a:moveTo>
                    <a:pt x="1278128" y="0"/>
                  </a:moveTo>
                  <a:lnTo>
                    <a:pt x="1220978" y="0"/>
                  </a:lnTo>
                  <a:lnTo>
                    <a:pt x="1220978" y="28575"/>
                  </a:lnTo>
                  <a:lnTo>
                    <a:pt x="1278128" y="28575"/>
                  </a:lnTo>
                  <a:lnTo>
                    <a:pt x="1278128" y="0"/>
                  </a:lnTo>
                  <a:close/>
                </a:path>
                <a:path w="4267200" h="4219575">
                  <a:moveTo>
                    <a:pt x="1288745" y="4191000"/>
                  </a:moveTo>
                  <a:lnTo>
                    <a:pt x="1231595" y="4191000"/>
                  </a:lnTo>
                  <a:lnTo>
                    <a:pt x="1231595" y="4219575"/>
                  </a:lnTo>
                  <a:lnTo>
                    <a:pt x="1288745" y="4219575"/>
                  </a:lnTo>
                  <a:lnTo>
                    <a:pt x="1288745" y="4191000"/>
                  </a:lnTo>
                  <a:close/>
                </a:path>
                <a:path w="4267200" h="4219575">
                  <a:moveTo>
                    <a:pt x="1364005" y="0"/>
                  </a:moveTo>
                  <a:lnTo>
                    <a:pt x="1306855" y="0"/>
                  </a:lnTo>
                  <a:lnTo>
                    <a:pt x="1306855" y="28575"/>
                  </a:lnTo>
                  <a:lnTo>
                    <a:pt x="1364005" y="28575"/>
                  </a:lnTo>
                  <a:lnTo>
                    <a:pt x="1364005" y="0"/>
                  </a:lnTo>
                  <a:close/>
                </a:path>
                <a:path w="4267200" h="4219575">
                  <a:moveTo>
                    <a:pt x="1374622" y="4191000"/>
                  </a:moveTo>
                  <a:lnTo>
                    <a:pt x="1317472" y="4191000"/>
                  </a:lnTo>
                  <a:lnTo>
                    <a:pt x="1317472" y="4219575"/>
                  </a:lnTo>
                  <a:lnTo>
                    <a:pt x="1374622" y="4219575"/>
                  </a:lnTo>
                  <a:lnTo>
                    <a:pt x="1374622" y="4191000"/>
                  </a:lnTo>
                  <a:close/>
                </a:path>
                <a:path w="4267200" h="4219575">
                  <a:moveTo>
                    <a:pt x="1449882" y="0"/>
                  </a:moveTo>
                  <a:lnTo>
                    <a:pt x="1392732" y="0"/>
                  </a:lnTo>
                  <a:lnTo>
                    <a:pt x="1392732" y="28575"/>
                  </a:lnTo>
                  <a:lnTo>
                    <a:pt x="1449882" y="28575"/>
                  </a:lnTo>
                  <a:lnTo>
                    <a:pt x="1449882" y="0"/>
                  </a:lnTo>
                  <a:close/>
                </a:path>
                <a:path w="4267200" h="4219575">
                  <a:moveTo>
                    <a:pt x="1460487" y="4191000"/>
                  </a:moveTo>
                  <a:lnTo>
                    <a:pt x="1403337" y="4191000"/>
                  </a:lnTo>
                  <a:lnTo>
                    <a:pt x="1403337" y="4219575"/>
                  </a:lnTo>
                  <a:lnTo>
                    <a:pt x="1460487" y="4219575"/>
                  </a:lnTo>
                  <a:lnTo>
                    <a:pt x="1460487" y="4191000"/>
                  </a:lnTo>
                  <a:close/>
                </a:path>
                <a:path w="4267200" h="4219575">
                  <a:moveTo>
                    <a:pt x="1535747" y="0"/>
                  </a:moveTo>
                  <a:lnTo>
                    <a:pt x="1478597" y="0"/>
                  </a:lnTo>
                  <a:lnTo>
                    <a:pt x="1478597" y="28575"/>
                  </a:lnTo>
                  <a:lnTo>
                    <a:pt x="1535747" y="28575"/>
                  </a:lnTo>
                  <a:lnTo>
                    <a:pt x="1535747" y="0"/>
                  </a:lnTo>
                  <a:close/>
                </a:path>
                <a:path w="4267200" h="4219575">
                  <a:moveTo>
                    <a:pt x="1546364" y="4191000"/>
                  </a:moveTo>
                  <a:lnTo>
                    <a:pt x="1489214" y="4191000"/>
                  </a:lnTo>
                  <a:lnTo>
                    <a:pt x="1489214" y="4219575"/>
                  </a:lnTo>
                  <a:lnTo>
                    <a:pt x="1546364" y="4219575"/>
                  </a:lnTo>
                  <a:lnTo>
                    <a:pt x="1546364" y="4191000"/>
                  </a:lnTo>
                  <a:close/>
                </a:path>
                <a:path w="4267200" h="4219575">
                  <a:moveTo>
                    <a:pt x="1621624" y="0"/>
                  </a:moveTo>
                  <a:lnTo>
                    <a:pt x="1564474" y="0"/>
                  </a:lnTo>
                  <a:lnTo>
                    <a:pt x="1564474" y="28575"/>
                  </a:lnTo>
                  <a:lnTo>
                    <a:pt x="1621624" y="28575"/>
                  </a:lnTo>
                  <a:lnTo>
                    <a:pt x="1621624" y="0"/>
                  </a:lnTo>
                  <a:close/>
                </a:path>
                <a:path w="4267200" h="4219575">
                  <a:moveTo>
                    <a:pt x="1632229" y="4191000"/>
                  </a:moveTo>
                  <a:lnTo>
                    <a:pt x="1575079" y="4191000"/>
                  </a:lnTo>
                  <a:lnTo>
                    <a:pt x="1575079" y="4219575"/>
                  </a:lnTo>
                  <a:lnTo>
                    <a:pt x="1632229" y="4219575"/>
                  </a:lnTo>
                  <a:lnTo>
                    <a:pt x="1632229" y="4191000"/>
                  </a:lnTo>
                  <a:close/>
                </a:path>
                <a:path w="4267200" h="4219575">
                  <a:moveTo>
                    <a:pt x="1707502" y="0"/>
                  </a:moveTo>
                  <a:lnTo>
                    <a:pt x="1650352" y="0"/>
                  </a:lnTo>
                  <a:lnTo>
                    <a:pt x="1650352" y="28575"/>
                  </a:lnTo>
                  <a:lnTo>
                    <a:pt x="1707502" y="28575"/>
                  </a:lnTo>
                  <a:lnTo>
                    <a:pt x="1707502" y="0"/>
                  </a:lnTo>
                  <a:close/>
                </a:path>
                <a:path w="4267200" h="4219575">
                  <a:moveTo>
                    <a:pt x="1718106" y="4191000"/>
                  </a:moveTo>
                  <a:lnTo>
                    <a:pt x="1660956" y="4191000"/>
                  </a:lnTo>
                  <a:lnTo>
                    <a:pt x="1660956" y="4219575"/>
                  </a:lnTo>
                  <a:lnTo>
                    <a:pt x="1718106" y="4219575"/>
                  </a:lnTo>
                  <a:lnTo>
                    <a:pt x="1718106" y="4191000"/>
                  </a:lnTo>
                  <a:close/>
                </a:path>
                <a:path w="4267200" h="4219575">
                  <a:moveTo>
                    <a:pt x="1793367" y="0"/>
                  </a:moveTo>
                  <a:lnTo>
                    <a:pt x="1736217" y="0"/>
                  </a:lnTo>
                  <a:lnTo>
                    <a:pt x="1736217" y="28575"/>
                  </a:lnTo>
                  <a:lnTo>
                    <a:pt x="1793367" y="28575"/>
                  </a:lnTo>
                  <a:lnTo>
                    <a:pt x="1793367" y="0"/>
                  </a:lnTo>
                  <a:close/>
                </a:path>
                <a:path w="4267200" h="4219575">
                  <a:moveTo>
                    <a:pt x="1803984" y="4191000"/>
                  </a:moveTo>
                  <a:lnTo>
                    <a:pt x="1746834" y="4191000"/>
                  </a:lnTo>
                  <a:lnTo>
                    <a:pt x="1746834" y="4219575"/>
                  </a:lnTo>
                  <a:lnTo>
                    <a:pt x="1803984" y="4219575"/>
                  </a:lnTo>
                  <a:lnTo>
                    <a:pt x="1803984" y="4191000"/>
                  </a:lnTo>
                  <a:close/>
                </a:path>
                <a:path w="4267200" h="4219575">
                  <a:moveTo>
                    <a:pt x="1879244" y="0"/>
                  </a:moveTo>
                  <a:lnTo>
                    <a:pt x="1822094" y="0"/>
                  </a:lnTo>
                  <a:lnTo>
                    <a:pt x="1822094" y="28575"/>
                  </a:lnTo>
                  <a:lnTo>
                    <a:pt x="1879244" y="28575"/>
                  </a:lnTo>
                  <a:lnTo>
                    <a:pt x="1879244" y="0"/>
                  </a:lnTo>
                  <a:close/>
                </a:path>
                <a:path w="4267200" h="4219575">
                  <a:moveTo>
                    <a:pt x="1889848" y="4191000"/>
                  </a:moveTo>
                  <a:lnTo>
                    <a:pt x="1832698" y="4191000"/>
                  </a:lnTo>
                  <a:lnTo>
                    <a:pt x="1832698" y="4219575"/>
                  </a:lnTo>
                  <a:lnTo>
                    <a:pt x="1889848" y="4219575"/>
                  </a:lnTo>
                  <a:lnTo>
                    <a:pt x="1889848" y="4191000"/>
                  </a:lnTo>
                  <a:close/>
                </a:path>
                <a:path w="4267200" h="4219575">
                  <a:moveTo>
                    <a:pt x="1965121" y="0"/>
                  </a:moveTo>
                  <a:lnTo>
                    <a:pt x="1907971" y="0"/>
                  </a:lnTo>
                  <a:lnTo>
                    <a:pt x="1907971" y="28575"/>
                  </a:lnTo>
                  <a:lnTo>
                    <a:pt x="1965121" y="28575"/>
                  </a:lnTo>
                  <a:lnTo>
                    <a:pt x="1965121" y="0"/>
                  </a:lnTo>
                  <a:close/>
                </a:path>
                <a:path w="4267200" h="4219575">
                  <a:moveTo>
                    <a:pt x="1975726" y="4191000"/>
                  </a:moveTo>
                  <a:lnTo>
                    <a:pt x="1918576" y="4191000"/>
                  </a:lnTo>
                  <a:lnTo>
                    <a:pt x="1918576" y="4219575"/>
                  </a:lnTo>
                  <a:lnTo>
                    <a:pt x="1975726" y="4219575"/>
                  </a:lnTo>
                  <a:lnTo>
                    <a:pt x="1975726" y="4191000"/>
                  </a:lnTo>
                  <a:close/>
                </a:path>
                <a:path w="4267200" h="4219575">
                  <a:moveTo>
                    <a:pt x="2050986" y="0"/>
                  </a:moveTo>
                  <a:lnTo>
                    <a:pt x="1993836" y="0"/>
                  </a:lnTo>
                  <a:lnTo>
                    <a:pt x="1993836" y="28575"/>
                  </a:lnTo>
                  <a:lnTo>
                    <a:pt x="2050986" y="28575"/>
                  </a:lnTo>
                  <a:lnTo>
                    <a:pt x="2050986" y="0"/>
                  </a:lnTo>
                  <a:close/>
                </a:path>
                <a:path w="4267200" h="4219575">
                  <a:moveTo>
                    <a:pt x="2061603" y="4191000"/>
                  </a:moveTo>
                  <a:lnTo>
                    <a:pt x="2004453" y="4191000"/>
                  </a:lnTo>
                  <a:lnTo>
                    <a:pt x="2004453" y="4219575"/>
                  </a:lnTo>
                  <a:lnTo>
                    <a:pt x="2061603" y="4219575"/>
                  </a:lnTo>
                  <a:lnTo>
                    <a:pt x="2061603" y="4191000"/>
                  </a:lnTo>
                  <a:close/>
                </a:path>
                <a:path w="4267200" h="4219575">
                  <a:moveTo>
                    <a:pt x="2136864" y="0"/>
                  </a:moveTo>
                  <a:lnTo>
                    <a:pt x="2079713" y="0"/>
                  </a:lnTo>
                  <a:lnTo>
                    <a:pt x="2079713" y="28575"/>
                  </a:lnTo>
                  <a:lnTo>
                    <a:pt x="2136864" y="28575"/>
                  </a:lnTo>
                  <a:lnTo>
                    <a:pt x="2136864" y="0"/>
                  </a:lnTo>
                  <a:close/>
                </a:path>
                <a:path w="4267200" h="4219575">
                  <a:moveTo>
                    <a:pt x="2147468" y="4191000"/>
                  </a:moveTo>
                  <a:lnTo>
                    <a:pt x="2090318" y="4191000"/>
                  </a:lnTo>
                  <a:lnTo>
                    <a:pt x="2090318" y="4219575"/>
                  </a:lnTo>
                  <a:lnTo>
                    <a:pt x="2147468" y="4219575"/>
                  </a:lnTo>
                  <a:lnTo>
                    <a:pt x="2147468" y="4191000"/>
                  </a:lnTo>
                  <a:close/>
                </a:path>
                <a:path w="4267200" h="4219575">
                  <a:moveTo>
                    <a:pt x="2222741" y="0"/>
                  </a:moveTo>
                  <a:lnTo>
                    <a:pt x="2165591" y="0"/>
                  </a:lnTo>
                  <a:lnTo>
                    <a:pt x="2165591" y="28575"/>
                  </a:lnTo>
                  <a:lnTo>
                    <a:pt x="2222741" y="28575"/>
                  </a:lnTo>
                  <a:lnTo>
                    <a:pt x="2222741" y="0"/>
                  </a:lnTo>
                  <a:close/>
                </a:path>
                <a:path w="4267200" h="4219575">
                  <a:moveTo>
                    <a:pt x="2233345" y="4191000"/>
                  </a:moveTo>
                  <a:lnTo>
                    <a:pt x="2176195" y="4191000"/>
                  </a:lnTo>
                  <a:lnTo>
                    <a:pt x="2176195" y="4219575"/>
                  </a:lnTo>
                  <a:lnTo>
                    <a:pt x="2233345" y="4219575"/>
                  </a:lnTo>
                  <a:lnTo>
                    <a:pt x="2233345" y="4191000"/>
                  </a:lnTo>
                  <a:close/>
                </a:path>
                <a:path w="4267200" h="4219575">
                  <a:moveTo>
                    <a:pt x="2308606" y="0"/>
                  </a:moveTo>
                  <a:lnTo>
                    <a:pt x="2251456" y="0"/>
                  </a:lnTo>
                  <a:lnTo>
                    <a:pt x="2251456" y="28575"/>
                  </a:lnTo>
                  <a:lnTo>
                    <a:pt x="2308606" y="28575"/>
                  </a:lnTo>
                  <a:lnTo>
                    <a:pt x="2308606" y="0"/>
                  </a:lnTo>
                  <a:close/>
                </a:path>
                <a:path w="4267200" h="4219575">
                  <a:moveTo>
                    <a:pt x="2319223" y="4191000"/>
                  </a:moveTo>
                  <a:lnTo>
                    <a:pt x="2262073" y="4191000"/>
                  </a:lnTo>
                  <a:lnTo>
                    <a:pt x="2262073" y="4219575"/>
                  </a:lnTo>
                  <a:lnTo>
                    <a:pt x="2319223" y="4219575"/>
                  </a:lnTo>
                  <a:lnTo>
                    <a:pt x="2319223" y="4191000"/>
                  </a:lnTo>
                  <a:close/>
                </a:path>
                <a:path w="4267200" h="4219575">
                  <a:moveTo>
                    <a:pt x="2394483" y="0"/>
                  </a:moveTo>
                  <a:lnTo>
                    <a:pt x="2337333" y="0"/>
                  </a:lnTo>
                  <a:lnTo>
                    <a:pt x="2337333" y="28575"/>
                  </a:lnTo>
                  <a:lnTo>
                    <a:pt x="2394483" y="28575"/>
                  </a:lnTo>
                  <a:lnTo>
                    <a:pt x="2394483" y="0"/>
                  </a:lnTo>
                  <a:close/>
                </a:path>
                <a:path w="4267200" h="4219575">
                  <a:moveTo>
                    <a:pt x="2405088" y="4191000"/>
                  </a:moveTo>
                  <a:lnTo>
                    <a:pt x="2347938" y="4191000"/>
                  </a:lnTo>
                  <a:lnTo>
                    <a:pt x="2347938" y="4219575"/>
                  </a:lnTo>
                  <a:lnTo>
                    <a:pt x="2405088" y="4219575"/>
                  </a:lnTo>
                  <a:lnTo>
                    <a:pt x="2405088" y="4191000"/>
                  </a:lnTo>
                  <a:close/>
                </a:path>
                <a:path w="4267200" h="4219575">
                  <a:moveTo>
                    <a:pt x="2480360" y="0"/>
                  </a:moveTo>
                  <a:lnTo>
                    <a:pt x="2423210" y="0"/>
                  </a:lnTo>
                  <a:lnTo>
                    <a:pt x="2423210" y="28575"/>
                  </a:lnTo>
                  <a:lnTo>
                    <a:pt x="2480360" y="28575"/>
                  </a:lnTo>
                  <a:lnTo>
                    <a:pt x="2480360" y="0"/>
                  </a:lnTo>
                  <a:close/>
                </a:path>
                <a:path w="4267200" h="4219575">
                  <a:moveTo>
                    <a:pt x="2490965" y="4191000"/>
                  </a:moveTo>
                  <a:lnTo>
                    <a:pt x="2433815" y="4191000"/>
                  </a:lnTo>
                  <a:lnTo>
                    <a:pt x="2433815" y="4219575"/>
                  </a:lnTo>
                  <a:lnTo>
                    <a:pt x="2490965" y="4219575"/>
                  </a:lnTo>
                  <a:lnTo>
                    <a:pt x="2490965" y="4191000"/>
                  </a:lnTo>
                  <a:close/>
                </a:path>
                <a:path w="4267200" h="4219575">
                  <a:moveTo>
                    <a:pt x="2566225" y="0"/>
                  </a:moveTo>
                  <a:lnTo>
                    <a:pt x="2509075" y="0"/>
                  </a:lnTo>
                  <a:lnTo>
                    <a:pt x="2509075" y="28575"/>
                  </a:lnTo>
                  <a:lnTo>
                    <a:pt x="2566225" y="28575"/>
                  </a:lnTo>
                  <a:lnTo>
                    <a:pt x="2566225" y="0"/>
                  </a:lnTo>
                  <a:close/>
                </a:path>
                <a:path w="4267200" h="4219575">
                  <a:moveTo>
                    <a:pt x="2576842" y="4191000"/>
                  </a:moveTo>
                  <a:lnTo>
                    <a:pt x="2519692" y="4191000"/>
                  </a:lnTo>
                  <a:lnTo>
                    <a:pt x="2519692" y="4219575"/>
                  </a:lnTo>
                  <a:lnTo>
                    <a:pt x="2576842" y="4219575"/>
                  </a:lnTo>
                  <a:lnTo>
                    <a:pt x="2576842" y="4191000"/>
                  </a:lnTo>
                  <a:close/>
                </a:path>
                <a:path w="4267200" h="4219575">
                  <a:moveTo>
                    <a:pt x="2652103" y="0"/>
                  </a:moveTo>
                  <a:lnTo>
                    <a:pt x="2594953" y="0"/>
                  </a:lnTo>
                  <a:lnTo>
                    <a:pt x="2594953" y="28575"/>
                  </a:lnTo>
                  <a:lnTo>
                    <a:pt x="2652103" y="28575"/>
                  </a:lnTo>
                  <a:lnTo>
                    <a:pt x="2652103" y="0"/>
                  </a:lnTo>
                  <a:close/>
                </a:path>
                <a:path w="4267200" h="4219575">
                  <a:moveTo>
                    <a:pt x="2662707" y="4191000"/>
                  </a:moveTo>
                  <a:lnTo>
                    <a:pt x="2605557" y="4191000"/>
                  </a:lnTo>
                  <a:lnTo>
                    <a:pt x="2605557" y="4219575"/>
                  </a:lnTo>
                  <a:lnTo>
                    <a:pt x="2662707" y="4219575"/>
                  </a:lnTo>
                  <a:lnTo>
                    <a:pt x="2662707" y="4191000"/>
                  </a:lnTo>
                  <a:close/>
                </a:path>
                <a:path w="4267200" h="4219575">
                  <a:moveTo>
                    <a:pt x="2737980" y="0"/>
                  </a:moveTo>
                  <a:lnTo>
                    <a:pt x="2680830" y="0"/>
                  </a:lnTo>
                  <a:lnTo>
                    <a:pt x="2680830" y="28575"/>
                  </a:lnTo>
                  <a:lnTo>
                    <a:pt x="2737980" y="28575"/>
                  </a:lnTo>
                  <a:lnTo>
                    <a:pt x="2737980" y="0"/>
                  </a:lnTo>
                  <a:close/>
                </a:path>
                <a:path w="4267200" h="4219575">
                  <a:moveTo>
                    <a:pt x="2748584" y="4191000"/>
                  </a:moveTo>
                  <a:lnTo>
                    <a:pt x="2691434" y="4191000"/>
                  </a:lnTo>
                  <a:lnTo>
                    <a:pt x="2691434" y="4219575"/>
                  </a:lnTo>
                  <a:lnTo>
                    <a:pt x="2748584" y="4219575"/>
                  </a:lnTo>
                  <a:lnTo>
                    <a:pt x="2748584" y="4191000"/>
                  </a:lnTo>
                  <a:close/>
                </a:path>
                <a:path w="4267200" h="4219575">
                  <a:moveTo>
                    <a:pt x="2823845" y="0"/>
                  </a:moveTo>
                  <a:lnTo>
                    <a:pt x="2766695" y="0"/>
                  </a:lnTo>
                  <a:lnTo>
                    <a:pt x="2766695" y="28575"/>
                  </a:lnTo>
                  <a:lnTo>
                    <a:pt x="2823845" y="28575"/>
                  </a:lnTo>
                  <a:lnTo>
                    <a:pt x="2823845" y="0"/>
                  </a:lnTo>
                  <a:close/>
                </a:path>
                <a:path w="4267200" h="4219575">
                  <a:moveTo>
                    <a:pt x="2834462" y="4191000"/>
                  </a:moveTo>
                  <a:lnTo>
                    <a:pt x="2777312" y="4191000"/>
                  </a:lnTo>
                  <a:lnTo>
                    <a:pt x="2777312" y="4219575"/>
                  </a:lnTo>
                  <a:lnTo>
                    <a:pt x="2834462" y="4219575"/>
                  </a:lnTo>
                  <a:lnTo>
                    <a:pt x="2834462" y="4191000"/>
                  </a:lnTo>
                  <a:close/>
                </a:path>
                <a:path w="4267200" h="4219575">
                  <a:moveTo>
                    <a:pt x="2909722" y="0"/>
                  </a:moveTo>
                  <a:lnTo>
                    <a:pt x="2852572" y="0"/>
                  </a:lnTo>
                  <a:lnTo>
                    <a:pt x="2852572" y="28575"/>
                  </a:lnTo>
                  <a:lnTo>
                    <a:pt x="2909722" y="28575"/>
                  </a:lnTo>
                  <a:lnTo>
                    <a:pt x="2909722" y="0"/>
                  </a:lnTo>
                  <a:close/>
                </a:path>
                <a:path w="4267200" h="4219575">
                  <a:moveTo>
                    <a:pt x="2920327" y="4191000"/>
                  </a:moveTo>
                  <a:lnTo>
                    <a:pt x="2863177" y="4191000"/>
                  </a:lnTo>
                  <a:lnTo>
                    <a:pt x="2863177" y="4219575"/>
                  </a:lnTo>
                  <a:lnTo>
                    <a:pt x="2920327" y="4219575"/>
                  </a:lnTo>
                  <a:lnTo>
                    <a:pt x="2920327" y="4191000"/>
                  </a:lnTo>
                  <a:close/>
                </a:path>
                <a:path w="4267200" h="4219575">
                  <a:moveTo>
                    <a:pt x="2995599" y="0"/>
                  </a:moveTo>
                  <a:lnTo>
                    <a:pt x="2938449" y="0"/>
                  </a:lnTo>
                  <a:lnTo>
                    <a:pt x="2938449" y="28575"/>
                  </a:lnTo>
                  <a:lnTo>
                    <a:pt x="2995599" y="28575"/>
                  </a:lnTo>
                  <a:lnTo>
                    <a:pt x="2995599" y="0"/>
                  </a:lnTo>
                  <a:close/>
                </a:path>
                <a:path w="4267200" h="4219575">
                  <a:moveTo>
                    <a:pt x="3006204" y="4191000"/>
                  </a:moveTo>
                  <a:lnTo>
                    <a:pt x="2949054" y="4191000"/>
                  </a:lnTo>
                  <a:lnTo>
                    <a:pt x="2949054" y="4219575"/>
                  </a:lnTo>
                  <a:lnTo>
                    <a:pt x="3006204" y="4219575"/>
                  </a:lnTo>
                  <a:lnTo>
                    <a:pt x="3006204" y="4191000"/>
                  </a:lnTo>
                  <a:close/>
                </a:path>
                <a:path w="4267200" h="4219575">
                  <a:moveTo>
                    <a:pt x="3081464" y="0"/>
                  </a:moveTo>
                  <a:lnTo>
                    <a:pt x="3024314" y="0"/>
                  </a:lnTo>
                  <a:lnTo>
                    <a:pt x="3024314" y="28575"/>
                  </a:lnTo>
                  <a:lnTo>
                    <a:pt x="3081464" y="28575"/>
                  </a:lnTo>
                  <a:lnTo>
                    <a:pt x="3081464" y="0"/>
                  </a:lnTo>
                  <a:close/>
                </a:path>
                <a:path w="4267200" h="4219575">
                  <a:moveTo>
                    <a:pt x="3092081" y="4191000"/>
                  </a:moveTo>
                  <a:lnTo>
                    <a:pt x="3034931" y="4191000"/>
                  </a:lnTo>
                  <a:lnTo>
                    <a:pt x="3034931" y="4219575"/>
                  </a:lnTo>
                  <a:lnTo>
                    <a:pt x="3092081" y="4219575"/>
                  </a:lnTo>
                  <a:lnTo>
                    <a:pt x="3092081" y="4191000"/>
                  </a:lnTo>
                  <a:close/>
                </a:path>
                <a:path w="4267200" h="4219575">
                  <a:moveTo>
                    <a:pt x="3167342" y="0"/>
                  </a:moveTo>
                  <a:lnTo>
                    <a:pt x="3110192" y="0"/>
                  </a:lnTo>
                  <a:lnTo>
                    <a:pt x="3110192" y="28575"/>
                  </a:lnTo>
                  <a:lnTo>
                    <a:pt x="3167342" y="28575"/>
                  </a:lnTo>
                  <a:lnTo>
                    <a:pt x="3167342" y="0"/>
                  </a:lnTo>
                  <a:close/>
                </a:path>
                <a:path w="4267200" h="4219575">
                  <a:moveTo>
                    <a:pt x="3177946" y="4191000"/>
                  </a:moveTo>
                  <a:lnTo>
                    <a:pt x="3120796" y="4191000"/>
                  </a:lnTo>
                  <a:lnTo>
                    <a:pt x="3120796" y="4219575"/>
                  </a:lnTo>
                  <a:lnTo>
                    <a:pt x="3177946" y="4219575"/>
                  </a:lnTo>
                  <a:lnTo>
                    <a:pt x="3177946" y="4191000"/>
                  </a:lnTo>
                  <a:close/>
                </a:path>
                <a:path w="4267200" h="4219575">
                  <a:moveTo>
                    <a:pt x="3253219" y="0"/>
                  </a:moveTo>
                  <a:lnTo>
                    <a:pt x="3196069" y="0"/>
                  </a:lnTo>
                  <a:lnTo>
                    <a:pt x="3196069" y="28575"/>
                  </a:lnTo>
                  <a:lnTo>
                    <a:pt x="3253219" y="28575"/>
                  </a:lnTo>
                  <a:lnTo>
                    <a:pt x="3253219" y="0"/>
                  </a:lnTo>
                  <a:close/>
                </a:path>
                <a:path w="4267200" h="4219575">
                  <a:moveTo>
                    <a:pt x="3263823" y="4191000"/>
                  </a:moveTo>
                  <a:lnTo>
                    <a:pt x="3206673" y="4191000"/>
                  </a:lnTo>
                  <a:lnTo>
                    <a:pt x="3206673" y="4219575"/>
                  </a:lnTo>
                  <a:lnTo>
                    <a:pt x="3263823" y="4219575"/>
                  </a:lnTo>
                  <a:lnTo>
                    <a:pt x="3263823" y="4191000"/>
                  </a:lnTo>
                  <a:close/>
                </a:path>
                <a:path w="4267200" h="4219575">
                  <a:moveTo>
                    <a:pt x="3339084" y="0"/>
                  </a:moveTo>
                  <a:lnTo>
                    <a:pt x="3281934" y="0"/>
                  </a:lnTo>
                  <a:lnTo>
                    <a:pt x="3281934" y="28575"/>
                  </a:lnTo>
                  <a:lnTo>
                    <a:pt x="3339084" y="28575"/>
                  </a:lnTo>
                  <a:lnTo>
                    <a:pt x="3339084" y="0"/>
                  </a:lnTo>
                  <a:close/>
                </a:path>
                <a:path w="4267200" h="4219575">
                  <a:moveTo>
                    <a:pt x="3349701" y="4191000"/>
                  </a:moveTo>
                  <a:lnTo>
                    <a:pt x="3292551" y="4191000"/>
                  </a:lnTo>
                  <a:lnTo>
                    <a:pt x="3292551" y="4219575"/>
                  </a:lnTo>
                  <a:lnTo>
                    <a:pt x="3349701" y="4219575"/>
                  </a:lnTo>
                  <a:lnTo>
                    <a:pt x="3349701" y="4191000"/>
                  </a:lnTo>
                  <a:close/>
                </a:path>
                <a:path w="4267200" h="4219575">
                  <a:moveTo>
                    <a:pt x="3424961" y="0"/>
                  </a:moveTo>
                  <a:lnTo>
                    <a:pt x="3367811" y="0"/>
                  </a:lnTo>
                  <a:lnTo>
                    <a:pt x="3367811" y="28575"/>
                  </a:lnTo>
                  <a:lnTo>
                    <a:pt x="3424961" y="28575"/>
                  </a:lnTo>
                  <a:lnTo>
                    <a:pt x="3424961" y="0"/>
                  </a:lnTo>
                  <a:close/>
                </a:path>
                <a:path w="4267200" h="4219575">
                  <a:moveTo>
                    <a:pt x="3435566" y="4191000"/>
                  </a:moveTo>
                  <a:lnTo>
                    <a:pt x="3378416" y="4191000"/>
                  </a:lnTo>
                  <a:lnTo>
                    <a:pt x="3378416" y="4219575"/>
                  </a:lnTo>
                  <a:lnTo>
                    <a:pt x="3435566" y="4219575"/>
                  </a:lnTo>
                  <a:lnTo>
                    <a:pt x="3435566" y="4191000"/>
                  </a:lnTo>
                  <a:close/>
                </a:path>
                <a:path w="4267200" h="4219575">
                  <a:moveTo>
                    <a:pt x="3510826" y="0"/>
                  </a:moveTo>
                  <a:lnTo>
                    <a:pt x="3453676" y="0"/>
                  </a:lnTo>
                  <a:lnTo>
                    <a:pt x="3453676" y="28575"/>
                  </a:lnTo>
                  <a:lnTo>
                    <a:pt x="3510826" y="28575"/>
                  </a:lnTo>
                  <a:lnTo>
                    <a:pt x="3510826" y="0"/>
                  </a:lnTo>
                  <a:close/>
                </a:path>
                <a:path w="4267200" h="4219575">
                  <a:moveTo>
                    <a:pt x="3521443" y="4191000"/>
                  </a:moveTo>
                  <a:lnTo>
                    <a:pt x="3464293" y="4191000"/>
                  </a:lnTo>
                  <a:lnTo>
                    <a:pt x="3464293" y="4219575"/>
                  </a:lnTo>
                  <a:lnTo>
                    <a:pt x="3521443" y="4219575"/>
                  </a:lnTo>
                  <a:lnTo>
                    <a:pt x="3521443" y="4191000"/>
                  </a:lnTo>
                  <a:close/>
                </a:path>
                <a:path w="4267200" h="4219575">
                  <a:moveTo>
                    <a:pt x="3596703" y="0"/>
                  </a:moveTo>
                  <a:lnTo>
                    <a:pt x="3539553" y="0"/>
                  </a:lnTo>
                  <a:lnTo>
                    <a:pt x="3539553" y="28575"/>
                  </a:lnTo>
                  <a:lnTo>
                    <a:pt x="3596703" y="28575"/>
                  </a:lnTo>
                  <a:lnTo>
                    <a:pt x="3596703" y="0"/>
                  </a:lnTo>
                  <a:close/>
                </a:path>
                <a:path w="4267200" h="4219575">
                  <a:moveTo>
                    <a:pt x="3607320" y="4191000"/>
                  </a:moveTo>
                  <a:lnTo>
                    <a:pt x="3550170" y="4191000"/>
                  </a:lnTo>
                  <a:lnTo>
                    <a:pt x="3550170" y="4219575"/>
                  </a:lnTo>
                  <a:lnTo>
                    <a:pt x="3607320" y="4219575"/>
                  </a:lnTo>
                  <a:lnTo>
                    <a:pt x="3607320" y="4191000"/>
                  </a:lnTo>
                  <a:close/>
                </a:path>
                <a:path w="4267200" h="4219575">
                  <a:moveTo>
                    <a:pt x="3682581" y="0"/>
                  </a:moveTo>
                  <a:lnTo>
                    <a:pt x="3625431" y="0"/>
                  </a:lnTo>
                  <a:lnTo>
                    <a:pt x="3625431" y="28575"/>
                  </a:lnTo>
                  <a:lnTo>
                    <a:pt x="3682581" y="28575"/>
                  </a:lnTo>
                  <a:lnTo>
                    <a:pt x="3682581" y="0"/>
                  </a:lnTo>
                  <a:close/>
                </a:path>
                <a:path w="4267200" h="4219575">
                  <a:moveTo>
                    <a:pt x="3693185" y="4191000"/>
                  </a:moveTo>
                  <a:lnTo>
                    <a:pt x="3636035" y="4191000"/>
                  </a:lnTo>
                  <a:lnTo>
                    <a:pt x="3636035" y="4219575"/>
                  </a:lnTo>
                  <a:lnTo>
                    <a:pt x="3693185" y="4219575"/>
                  </a:lnTo>
                  <a:lnTo>
                    <a:pt x="3693185" y="4191000"/>
                  </a:lnTo>
                  <a:close/>
                </a:path>
                <a:path w="4267200" h="4219575">
                  <a:moveTo>
                    <a:pt x="3768445" y="0"/>
                  </a:moveTo>
                  <a:lnTo>
                    <a:pt x="3711295" y="0"/>
                  </a:lnTo>
                  <a:lnTo>
                    <a:pt x="3711295" y="28575"/>
                  </a:lnTo>
                  <a:lnTo>
                    <a:pt x="3768445" y="28575"/>
                  </a:lnTo>
                  <a:lnTo>
                    <a:pt x="3768445" y="0"/>
                  </a:lnTo>
                  <a:close/>
                </a:path>
                <a:path w="4267200" h="4219575">
                  <a:moveTo>
                    <a:pt x="3779062" y="4191000"/>
                  </a:moveTo>
                  <a:lnTo>
                    <a:pt x="3721912" y="4191000"/>
                  </a:lnTo>
                  <a:lnTo>
                    <a:pt x="3721912" y="4219575"/>
                  </a:lnTo>
                  <a:lnTo>
                    <a:pt x="3779062" y="4219575"/>
                  </a:lnTo>
                  <a:lnTo>
                    <a:pt x="3779062" y="4191000"/>
                  </a:lnTo>
                  <a:close/>
                </a:path>
                <a:path w="4267200" h="4219575">
                  <a:moveTo>
                    <a:pt x="3854323" y="0"/>
                  </a:moveTo>
                  <a:lnTo>
                    <a:pt x="3797173" y="0"/>
                  </a:lnTo>
                  <a:lnTo>
                    <a:pt x="3797173" y="28575"/>
                  </a:lnTo>
                  <a:lnTo>
                    <a:pt x="3854323" y="28575"/>
                  </a:lnTo>
                  <a:lnTo>
                    <a:pt x="3854323" y="0"/>
                  </a:lnTo>
                  <a:close/>
                </a:path>
                <a:path w="4267200" h="4219575">
                  <a:moveTo>
                    <a:pt x="3864940" y="4191000"/>
                  </a:moveTo>
                  <a:lnTo>
                    <a:pt x="3807790" y="4191000"/>
                  </a:lnTo>
                  <a:lnTo>
                    <a:pt x="3807790" y="4219575"/>
                  </a:lnTo>
                  <a:lnTo>
                    <a:pt x="3864940" y="4219575"/>
                  </a:lnTo>
                  <a:lnTo>
                    <a:pt x="3864940" y="4191000"/>
                  </a:lnTo>
                  <a:close/>
                </a:path>
                <a:path w="4267200" h="4219575">
                  <a:moveTo>
                    <a:pt x="3940200" y="0"/>
                  </a:moveTo>
                  <a:lnTo>
                    <a:pt x="3883050" y="0"/>
                  </a:lnTo>
                  <a:lnTo>
                    <a:pt x="3883050" y="28575"/>
                  </a:lnTo>
                  <a:lnTo>
                    <a:pt x="3940200" y="28575"/>
                  </a:lnTo>
                  <a:lnTo>
                    <a:pt x="3940200" y="0"/>
                  </a:lnTo>
                  <a:close/>
                </a:path>
                <a:path w="4267200" h="4219575">
                  <a:moveTo>
                    <a:pt x="3950805" y="4191000"/>
                  </a:moveTo>
                  <a:lnTo>
                    <a:pt x="3893655" y="4191000"/>
                  </a:lnTo>
                  <a:lnTo>
                    <a:pt x="3893655" y="4219575"/>
                  </a:lnTo>
                  <a:lnTo>
                    <a:pt x="3950805" y="4219575"/>
                  </a:lnTo>
                  <a:lnTo>
                    <a:pt x="3950805" y="4191000"/>
                  </a:lnTo>
                  <a:close/>
                </a:path>
                <a:path w="4267200" h="4219575">
                  <a:moveTo>
                    <a:pt x="4026065" y="0"/>
                  </a:moveTo>
                  <a:lnTo>
                    <a:pt x="3968915" y="0"/>
                  </a:lnTo>
                  <a:lnTo>
                    <a:pt x="3968915" y="28575"/>
                  </a:lnTo>
                  <a:lnTo>
                    <a:pt x="4026065" y="28575"/>
                  </a:lnTo>
                  <a:lnTo>
                    <a:pt x="4026065" y="0"/>
                  </a:lnTo>
                  <a:close/>
                </a:path>
                <a:path w="4267200" h="4219575">
                  <a:moveTo>
                    <a:pt x="4036682" y="4191000"/>
                  </a:moveTo>
                  <a:lnTo>
                    <a:pt x="3979532" y="4191000"/>
                  </a:lnTo>
                  <a:lnTo>
                    <a:pt x="3979532" y="4219575"/>
                  </a:lnTo>
                  <a:lnTo>
                    <a:pt x="4036682" y="4219575"/>
                  </a:lnTo>
                  <a:lnTo>
                    <a:pt x="4036682" y="4191000"/>
                  </a:lnTo>
                  <a:close/>
                </a:path>
                <a:path w="4267200" h="4219575">
                  <a:moveTo>
                    <a:pt x="4112755" y="3467"/>
                  </a:moveTo>
                  <a:lnTo>
                    <a:pt x="4095470" y="914"/>
                  </a:lnTo>
                  <a:lnTo>
                    <a:pt x="4076700" y="0"/>
                  </a:lnTo>
                  <a:lnTo>
                    <a:pt x="4054792" y="0"/>
                  </a:lnTo>
                  <a:lnTo>
                    <a:pt x="4054792" y="28575"/>
                  </a:lnTo>
                  <a:lnTo>
                    <a:pt x="4076700" y="28575"/>
                  </a:lnTo>
                  <a:lnTo>
                    <a:pt x="4092651" y="29349"/>
                  </a:lnTo>
                  <a:lnTo>
                    <a:pt x="4107345" y="31521"/>
                  </a:lnTo>
                  <a:lnTo>
                    <a:pt x="4112755" y="3467"/>
                  </a:lnTo>
                  <a:close/>
                </a:path>
                <a:path w="4267200" h="4219575">
                  <a:moveTo>
                    <a:pt x="4123817" y="4213453"/>
                  </a:moveTo>
                  <a:lnTo>
                    <a:pt x="4116755" y="4185805"/>
                  </a:lnTo>
                  <a:lnTo>
                    <a:pt x="4108297" y="4187926"/>
                  </a:lnTo>
                  <a:lnTo>
                    <a:pt x="4092651" y="4190238"/>
                  </a:lnTo>
                  <a:lnTo>
                    <a:pt x="4076700" y="4191000"/>
                  </a:lnTo>
                  <a:lnTo>
                    <a:pt x="4065409" y="4191000"/>
                  </a:lnTo>
                  <a:lnTo>
                    <a:pt x="4065409" y="4219575"/>
                  </a:lnTo>
                  <a:lnTo>
                    <a:pt x="4076700" y="4219575"/>
                  </a:lnTo>
                  <a:lnTo>
                    <a:pt x="4095470" y="4218673"/>
                  </a:lnTo>
                  <a:lnTo>
                    <a:pt x="4113873" y="4215955"/>
                  </a:lnTo>
                  <a:lnTo>
                    <a:pt x="4123817" y="4213453"/>
                  </a:lnTo>
                  <a:close/>
                </a:path>
                <a:path w="4267200" h="4219575">
                  <a:moveTo>
                    <a:pt x="4195254" y="41503"/>
                  </a:moveTo>
                  <a:lnTo>
                    <a:pt x="4182567" y="32080"/>
                  </a:lnTo>
                  <a:lnTo>
                    <a:pt x="4166603" y="22529"/>
                  </a:lnTo>
                  <a:lnTo>
                    <a:pt x="4149610" y="14503"/>
                  </a:lnTo>
                  <a:lnTo>
                    <a:pt x="4142740" y="12039"/>
                  </a:lnTo>
                  <a:lnTo>
                    <a:pt x="4132834" y="38811"/>
                  </a:lnTo>
                  <a:lnTo>
                    <a:pt x="4138676" y="40906"/>
                  </a:lnTo>
                  <a:lnTo>
                    <a:pt x="4153116" y="47726"/>
                  </a:lnTo>
                  <a:lnTo>
                    <a:pt x="4166679" y="55841"/>
                  </a:lnTo>
                  <a:lnTo>
                    <a:pt x="4177461" y="63855"/>
                  </a:lnTo>
                  <a:lnTo>
                    <a:pt x="4195254" y="41503"/>
                  </a:lnTo>
                  <a:close/>
                </a:path>
                <a:path w="4267200" h="4219575">
                  <a:moveTo>
                    <a:pt x="4203852" y="4170642"/>
                  </a:moveTo>
                  <a:lnTo>
                    <a:pt x="4184777" y="4149407"/>
                  </a:lnTo>
                  <a:lnTo>
                    <a:pt x="4179379" y="4154309"/>
                  </a:lnTo>
                  <a:lnTo>
                    <a:pt x="4166679" y="4163745"/>
                  </a:lnTo>
                  <a:lnTo>
                    <a:pt x="4153116" y="4171861"/>
                  </a:lnTo>
                  <a:lnTo>
                    <a:pt x="4141736" y="4177233"/>
                  </a:lnTo>
                  <a:lnTo>
                    <a:pt x="4153217" y="4203369"/>
                  </a:lnTo>
                  <a:lnTo>
                    <a:pt x="4166590" y="4197058"/>
                  </a:lnTo>
                  <a:lnTo>
                    <a:pt x="4182567" y="4187507"/>
                  </a:lnTo>
                  <a:lnTo>
                    <a:pt x="4197502" y="4176407"/>
                  </a:lnTo>
                  <a:lnTo>
                    <a:pt x="4203852" y="4170642"/>
                  </a:lnTo>
                  <a:close/>
                </a:path>
                <a:path w="4267200" h="4219575">
                  <a:moveTo>
                    <a:pt x="4250614" y="113157"/>
                  </a:moveTo>
                  <a:lnTo>
                    <a:pt x="4244632" y="100533"/>
                  </a:lnTo>
                  <a:lnTo>
                    <a:pt x="4235132" y="84645"/>
                  </a:lnTo>
                  <a:lnTo>
                    <a:pt x="4224032" y="69710"/>
                  </a:lnTo>
                  <a:lnTo>
                    <a:pt x="4217632" y="62649"/>
                  </a:lnTo>
                  <a:lnTo>
                    <a:pt x="4196486" y="81826"/>
                  </a:lnTo>
                  <a:lnTo>
                    <a:pt x="4201934" y="87833"/>
                  </a:lnTo>
                  <a:lnTo>
                    <a:pt x="4211371" y="100533"/>
                  </a:lnTo>
                  <a:lnTo>
                    <a:pt x="4219486" y="114096"/>
                  </a:lnTo>
                  <a:lnTo>
                    <a:pt x="4224528" y="124764"/>
                  </a:lnTo>
                  <a:lnTo>
                    <a:pt x="4250614" y="113157"/>
                  </a:lnTo>
                  <a:close/>
                </a:path>
                <a:path w="4267200" h="4219575">
                  <a:moveTo>
                    <a:pt x="4254830" y="4096054"/>
                  </a:moveTo>
                  <a:lnTo>
                    <a:pt x="4228109" y="4086009"/>
                  </a:lnTo>
                  <a:lnTo>
                    <a:pt x="4226306" y="4091051"/>
                  </a:lnTo>
                  <a:lnTo>
                    <a:pt x="4219486" y="4105491"/>
                  </a:lnTo>
                  <a:lnTo>
                    <a:pt x="4211421" y="4118978"/>
                  </a:lnTo>
                  <a:lnTo>
                    <a:pt x="4202874" y="4130497"/>
                  </a:lnTo>
                  <a:lnTo>
                    <a:pt x="4225137" y="4148391"/>
                  </a:lnTo>
                  <a:lnTo>
                    <a:pt x="4235132" y="4134942"/>
                  </a:lnTo>
                  <a:lnTo>
                    <a:pt x="4244683" y="4118978"/>
                  </a:lnTo>
                  <a:lnTo>
                    <a:pt x="4252709" y="4101985"/>
                  </a:lnTo>
                  <a:lnTo>
                    <a:pt x="4254830" y="4096054"/>
                  </a:lnTo>
                  <a:close/>
                </a:path>
                <a:path w="4267200" h="4219575">
                  <a:moveTo>
                    <a:pt x="4267200" y="4008056"/>
                  </a:moveTo>
                  <a:lnTo>
                    <a:pt x="4238625" y="4008056"/>
                  </a:lnTo>
                  <a:lnTo>
                    <a:pt x="4238625" y="4029075"/>
                  </a:lnTo>
                  <a:lnTo>
                    <a:pt x="4237863" y="4045026"/>
                  </a:lnTo>
                  <a:lnTo>
                    <a:pt x="4235577" y="4060520"/>
                  </a:lnTo>
                  <a:lnTo>
                    <a:pt x="4263606" y="4066070"/>
                  </a:lnTo>
                  <a:lnTo>
                    <a:pt x="4266298" y="4047845"/>
                  </a:lnTo>
                  <a:lnTo>
                    <a:pt x="4267200" y="4029075"/>
                  </a:lnTo>
                  <a:lnTo>
                    <a:pt x="4267200" y="4008056"/>
                  </a:lnTo>
                  <a:close/>
                </a:path>
                <a:path w="4267200" h="4219575">
                  <a:moveTo>
                    <a:pt x="4267200" y="3922179"/>
                  </a:moveTo>
                  <a:lnTo>
                    <a:pt x="4238625" y="3922179"/>
                  </a:lnTo>
                  <a:lnTo>
                    <a:pt x="4238625" y="3979329"/>
                  </a:lnTo>
                  <a:lnTo>
                    <a:pt x="4267200" y="3979329"/>
                  </a:lnTo>
                  <a:lnTo>
                    <a:pt x="4267200" y="3922179"/>
                  </a:lnTo>
                  <a:close/>
                </a:path>
                <a:path w="4267200" h="4219575">
                  <a:moveTo>
                    <a:pt x="4267200" y="3836314"/>
                  </a:moveTo>
                  <a:lnTo>
                    <a:pt x="4238625" y="3836314"/>
                  </a:lnTo>
                  <a:lnTo>
                    <a:pt x="4238625" y="3893464"/>
                  </a:lnTo>
                  <a:lnTo>
                    <a:pt x="4267200" y="3893464"/>
                  </a:lnTo>
                  <a:lnTo>
                    <a:pt x="4267200" y="3836314"/>
                  </a:lnTo>
                  <a:close/>
                </a:path>
                <a:path w="4267200" h="4219575">
                  <a:moveTo>
                    <a:pt x="4267200" y="3750437"/>
                  </a:moveTo>
                  <a:lnTo>
                    <a:pt x="4238625" y="3750437"/>
                  </a:lnTo>
                  <a:lnTo>
                    <a:pt x="4238625" y="3807587"/>
                  </a:lnTo>
                  <a:lnTo>
                    <a:pt x="4267200" y="3807587"/>
                  </a:lnTo>
                  <a:lnTo>
                    <a:pt x="4267200" y="3750437"/>
                  </a:lnTo>
                  <a:close/>
                </a:path>
                <a:path w="4267200" h="4219575">
                  <a:moveTo>
                    <a:pt x="4267200" y="3664559"/>
                  </a:moveTo>
                  <a:lnTo>
                    <a:pt x="4238625" y="3664559"/>
                  </a:lnTo>
                  <a:lnTo>
                    <a:pt x="4238625" y="3721709"/>
                  </a:lnTo>
                  <a:lnTo>
                    <a:pt x="4267200" y="3721709"/>
                  </a:lnTo>
                  <a:lnTo>
                    <a:pt x="4267200" y="3664559"/>
                  </a:lnTo>
                  <a:close/>
                </a:path>
                <a:path w="4267200" h="4219575">
                  <a:moveTo>
                    <a:pt x="4267200" y="3578695"/>
                  </a:moveTo>
                  <a:lnTo>
                    <a:pt x="4238625" y="3578695"/>
                  </a:lnTo>
                  <a:lnTo>
                    <a:pt x="4238625" y="3635845"/>
                  </a:lnTo>
                  <a:lnTo>
                    <a:pt x="4267200" y="3635845"/>
                  </a:lnTo>
                  <a:lnTo>
                    <a:pt x="4267200" y="3578695"/>
                  </a:lnTo>
                  <a:close/>
                </a:path>
                <a:path w="4267200" h="4219575">
                  <a:moveTo>
                    <a:pt x="4267200" y="3492817"/>
                  </a:moveTo>
                  <a:lnTo>
                    <a:pt x="4238625" y="3492817"/>
                  </a:lnTo>
                  <a:lnTo>
                    <a:pt x="4238625" y="3549967"/>
                  </a:lnTo>
                  <a:lnTo>
                    <a:pt x="4267200" y="3549967"/>
                  </a:lnTo>
                  <a:lnTo>
                    <a:pt x="4267200" y="3492817"/>
                  </a:lnTo>
                  <a:close/>
                </a:path>
                <a:path w="4267200" h="4219575">
                  <a:moveTo>
                    <a:pt x="4267200" y="3406940"/>
                  </a:moveTo>
                  <a:lnTo>
                    <a:pt x="4238625" y="3406940"/>
                  </a:lnTo>
                  <a:lnTo>
                    <a:pt x="4238625" y="3464090"/>
                  </a:lnTo>
                  <a:lnTo>
                    <a:pt x="4267200" y="3464090"/>
                  </a:lnTo>
                  <a:lnTo>
                    <a:pt x="4267200" y="3406940"/>
                  </a:lnTo>
                  <a:close/>
                </a:path>
                <a:path w="4267200" h="4219575">
                  <a:moveTo>
                    <a:pt x="4267200" y="3321075"/>
                  </a:moveTo>
                  <a:lnTo>
                    <a:pt x="4238625" y="3321075"/>
                  </a:lnTo>
                  <a:lnTo>
                    <a:pt x="4238625" y="3378225"/>
                  </a:lnTo>
                  <a:lnTo>
                    <a:pt x="4267200" y="3378225"/>
                  </a:lnTo>
                  <a:lnTo>
                    <a:pt x="4267200" y="3321075"/>
                  </a:lnTo>
                  <a:close/>
                </a:path>
                <a:path w="4267200" h="4219575">
                  <a:moveTo>
                    <a:pt x="4267200" y="3235198"/>
                  </a:moveTo>
                  <a:lnTo>
                    <a:pt x="4238625" y="3235198"/>
                  </a:lnTo>
                  <a:lnTo>
                    <a:pt x="4238625" y="3292348"/>
                  </a:lnTo>
                  <a:lnTo>
                    <a:pt x="4267200" y="3292348"/>
                  </a:lnTo>
                  <a:lnTo>
                    <a:pt x="4267200" y="3235198"/>
                  </a:lnTo>
                  <a:close/>
                </a:path>
                <a:path w="4267200" h="4219575">
                  <a:moveTo>
                    <a:pt x="4267200" y="3149320"/>
                  </a:moveTo>
                  <a:lnTo>
                    <a:pt x="4238625" y="3149320"/>
                  </a:lnTo>
                  <a:lnTo>
                    <a:pt x="4238625" y="3206470"/>
                  </a:lnTo>
                  <a:lnTo>
                    <a:pt x="4267200" y="3206470"/>
                  </a:lnTo>
                  <a:lnTo>
                    <a:pt x="4267200" y="3149320"/>
                  </a:lnTo>
                  <a:close/>
                </a:path>
                <a:path w="4267200" h="4219575">
                  <a:moveTo>
                    <a:pt x="4267200" y="3063456"/>
                  </a:moveTo>
                  <a:lnTo>
                    <a:pt x="4238625" y="3063456"/>
                  </a:lnTo>
                  <a:lnTo>
                    <a:pt x="4238625" y="3120606"/>
                  </a:lnTo>
                  <a:lnTo>
                    <a:pt x="4267200" y="3120606"/>
                  </a:lnTo>
                  <a:lnTo>
                    <a:pt x="4267200" y="3063456"/>
                  </a:lnTo>
                  <a:close/>
                </a:path>
                <a:path w="4267200" h="4219575">
                  <a:moveTo>
                    <a:pt x="4267200" y="2977578"/>
                  </a:moveTo>
                  <a:lnTo>
                    <a:pt x="4238625" y="2977578"/>
                  </a:lnTo>
                  <a:lnTo>
                    <a:pt x="4238625" y="3034728"/>
                  </a:lnTo>
                  <a:lnTo>
                    <a:pt x="4267200" y="3034728"/>
                  </a:lnTo>
                  <a:lnTo>
                    <a:pt x="4267200" y="2977578"/>
                  </a:lnTo>
                  <a:close/>
                </a:path>
                <a:path w="4267200" h="4219575">
                  <a:moveTo>
                    <a:pt x="4267200" y="2891701"/>
                  </a:moveTo>
                  <a:lnTo>
                    <a:pt x="4238625" y="2891701"/>
                  </a:lnTo>
                  <a:lnTo>
                    <a:pt x="4238625" y="2948851"/>
                  </a:lnTo>
                  <a:lnTo>
                    <a:pt x="4267200" y="2948851"/>
                  </a:lnTo>
                  <a:lnTo>
                    <a:pt x="4267200" y="2891701"/>
                  </a:lnTo>
                  <a:close/>
                </a:path>
                <a:path w="4267200" h="4219575">
                  <a:moveTo>
                    <a:pt x="4267200" y="2805836"/>
                  </a:moveTo>
                  <a:lnTo>
                    <a:pt x="4238625" y="2805836"/>
                  </a:lnTo>
                  <a:lnTo>
                    <a:pt x="4238625" y="2862986"/>
                  </a:lnTo>
                  <a:lnTo>
                    <a:pt x="4267200" y="2862986"/>
                  </a:lnTo>
                  <a:lnTo>
                    <a:pt x="4267200" y="2805836"/>
                  </a:lnTo>
                  <a:close/>
                </a:path>
                <a:path w="4267200" h="4219575">
                  <a:moveTo>
                    <a:pt x="4267200" y="2719959"/>
                  </a:moveTo>
                  <a:lnTo>
                    <a:pt x="4238625" y="2719959"/>
                  </a:lnTo>
                  <a:lnTo>
                    <a:pt x="4238625" y="2777109"/>
                  </a:lnTo>
                  <a:lnTo>
                    <a:pt x="4267200" y="2777109"/>
                  </a:lnTo>
                  <a:lnTo>
                    <a:pt x="4267200" y="2719959"/>
                  </a:lnTo>
                  <a:close/>
                </a:path>
                <a:path w="4267200" h="4219575">
                  <a:moveTo>
                    <a:pt x="4267200" y="2634094"/>
                  </a:moveTo>
                  <a:lnTo>
                    <a:pt x="4238625" y="2634094"/>
                  </a:lnTo>
                  <a:lnTo>
                    <a:pt x="4238625" y="2691244"/>
                  </a:lnTo>
                  <a:lnTo>
                    <a:pt x="4267200" y="2691244"/>
                  </a:lnTo>
                  <a:lnTo>
                    <a:pt x="4267200" y="2634094"/>
                  </a:lnTo>
                  <a:close/>
                </a:path>
                <a:path w="4267200" h="4219575">
                  <a:moveTo>
                    <a:pt x="4267200" y="2548217"/>
                  </a:moveTo>
                  <a:lnTo>
                    <a:pt x="4238625" y="2548217"/>
                  </a:lnTo>
                  <a:lnTo>
                    <a:pt x="4238625" y="2605367"/>
                  </a:lnTo>
                  <a:lnTo>
                    <a:pt x="4267200" y="2605367"/>
                  </a:lnTo>
                  <a:lnTo>
                    <a:pt x="4267200" y="2548217"/>
                  </a:lnTo>
                  <a:close/>
                </a:path>
                <a:path w="4267200" h="4219575">
                  <a:moveTo>
                    <a:pt x="4267200" y="2462339"/>
                  </a:moveTo>
                  <a:lnTo>
                    <a:pt x="4238625" y="2462339"/>
                  </a:lnTo>
                  <a:lnTo>
                    <a:pt x="4238625" y="2519489"/>
                  </a:lnTo>
                  <a:lnTo>
                    <a:pt x="4267200" y="2519489"/>
                  </a:lnTo>
                  <a:lnTo>
                    <a:pt x="4267200" y="2462339"/>
                  </a:lnTo>
                  <a:close/>
                </a:path>
                <a:path w="4267200" h="4219575">
                  <a:moveTo>
                    <a:pt x="4267200" y="2376474"/>
                  </a:moveTo>
                  <a:lnTo>
                    <a:pt x="4238625" y="2376474"/>
                  </a:lnTo>
                  <a:lnTo>
                    <a:pt x="4238625" y="2433624"/>
                  </a:lnTo>
                  <a:lnTo>
                    <a:pt x="4267200" y="2433624"/>
                  </a:lnTo>
                  <a:lnTo>
                    <a:pt x="4267200" y="2376474"/>
                  </a:lnTo>
                  <a:close/>
                </a:path>
                <a:path w="4267200" h="4219575">
                  <a:moveTo>
                    <a:pt x="4267200" y="2290597"/>
                  </a:moveTo>
                  <a:lnTo>
                    <a:pt x="4238625" y="2290597"/>
                  </a:lnTo>
                  <a:lnTo>
                    <a:pt x="4238625" y="2347747"/>
                  </a:lnTo>
                  <a:lnTo>
                    <a:pt x="4267200" y="2347747"/>
                  </a:lnTo>
                  <a:lnTo>
                    <a:pt x="4267200" y="2290597"/>
                  </a:lnTo>
                  <a:close/>
                </a:path>
                <a:path w="4267200" h="4219575">
                  <a:moveTo>
                    <a:pt x="4267200" y="2204720"/>
                  </a:moveTo>
                  <a:lnTo>
                    <a:pt x="4238625" y="2204720"/>
                  </a:lnTo>
                  <a:lnTo>
                    <a:pt x="4238625" y="2261870"/>
                  </a:lnTo>
                  <a:lnTo>
                    <a:pt x="4267200" y="2261870"/>
                  </a:lnTo>
                  <a:lnTo>
                    <a:pt x="4267200" y="2204720"/>
                  </a:lnTo>
                  <a:close/>
                </a:path>
                <a:path w="4267200" h="4219575">
                  <a:moveTo>
                    <a:pt x="4267200" y="2118855"/>
                  </a:moveTo>
                  <a:lnTo>
                    <a:pt x="4238625" y="2118855"/>
                  </a:lnTo>
                  <a:lnTo>
                    <a:pt x="4238625" y="2176005"/>
                  </a:lnTo>
                  <a:lnTo>
                    <a:pt x="4267200" y="2176005"/>
                  </a:lnTo>
                  <a:lnTo>
                    <a:pt x="4267200" y="2118855"/>
                  </a:lnTo>
                  <a:close/>
                </a:path>
                <a:path w="4267200" h="4219575">
                  <a:moveTo>
                    <a:pt x="4267200" y="2032977"/>
                  </a:moveTo>
                  <a:lnTo>
                    <a:pt x="4238625" y="2032977"/>
                  </a:lnTo>
                  <a:lnTo>
                    <a:pt x="4238625" y="2090127"/>
                  </a:lnTo>
                  <a:lnTo>
                    <a:pt x="4267200" y="2090127"/>
                  </a:lnTo>
                  <a:lnTo>
                    <a:pt x="4267200" y="2032977"/>
                  </a:lnTo>
                  <a:close/>
                </a:path>
                <a:path w="4267200" h="4219575">
                  <a:moveTo>
                    <a:pt x="4267200" y="1947100"/>
                  </a:moveTo>
                  <a:lnTo>
                    <a:pt x="4238625" y="1947100"/>
                  </a:lnTo>
                  <a:lnTo>
                    <a:pt x="4238625" y="2004250"/>
                  </a:lnTo>
                  <a:lnTo>
                    <a:pt x="4267200" y="2004250"/>
                  </a:lnTo>
                  <a:lnTo>
                    <a:pt x="4267200" y="1947100"/>
                  </a:lnTo>
                  <a:close/>
                </a:path>
                <a:path w="4267200" h="4219575">
                  <a:moveTo>
                    <a:pt x="4267200" y="1861235"/>
                  </a:moveTo>
                  <a:lnTo>
                    <a:pt x="4238625" y="1861235"/>
                  </a:lnTo>
                  <a:lnTo>
                    <a:pt x="4238625" y="1918385"/>
                  </a:lnTo>
                  <a:lnTo>
                    <a:pt x="4267200" y="1918385"/>
                  </a:lnTo>
                  <a:lnTo>
                    <a:pt x="4267200" y="1861235"/>
                  </a:lnTo>
                  <a:close/>
                </a:path>
                <a:path w="4267200" h="4219575">
                  <a:moveTo>
                    <a:pt x="4267200" y="1775358"/>
                  </a:moveTo>
                  <a:lnTo>
                    <a:pt x="4238625" y="1775358"/>
                  </a:lnTo>
                  <a:lnTo>
                    <a:pt x="4238625" y="1832508"/>
                  </a:lnTo>
                  <a:lnTo>
                    <a:pt x="4267200" y="1832508"/>
                  </a:lnTo>
                  <a:lnTo>
                    <a:pt x="4267200" y="1775358"/>
                  </a:lnTo>
                  <a:close/>
                </a:path>
                <a:path w="4267200" h="4219575">
                  <a:moveTo>
                    <a:pt x="4267200" y="1689481"/>
                  </a:moveTo>
                  <a:lnTo>
                    <a:pt x="4238625" y="1689481"/>
                  </a:lnTo>
                  <a:lnTo>
                    <a:pt x="4238625" y="1746631"/>
                  </a:lnTo>
                  <a:lnTo>
                    <a:pt x="4267200" y="1746631"/>
                  </a:lnTo>
                  <a:lnTo>
                    <a:pt x="4267200" y="1689481"/>
                  </a:lnTo>
                  <a:close/>
                </a:path>
                <a:path w="4267200" h="4219575">
                  <a:moveTo>
                    <a:pt x="4267200" y="1603616"/>
                  </a:moveTo>
                  <a:lnTo>
                    <a:pt x="4238625" y="1603616"/>
                  </a:lnTo>
                  <a:lnTo>
                    <a:pt x="4238625" y="1660766"/>
                  </a:lnTo>
                  <a:lnTo>
                    <a:pt x="4267200" y="1660766"/>
                  </a:lnTo>
                  <a:lnTo>
                    <a:pt x="4267200" y="1603616"/>
                  </a:lnTo>
                  <a:close/>
                </a:path>
                <a:path w="4267200" h="4219575">
                  <a:moveTo>
                    <a:pt x="4267200" y="1517738"/>
                  </a:moveTo>
                  <a:lnTo>
                    <a:pt x="4238625" y="1517738"/>
                  </a:lnTo>
                  <a:lnTo>
                    <a:pt x="4238625" y="1574888"/>
                  </a:lnTo>
                  <a:lnTo>
                    <a:pt x="4267200" y="1574888"/>
                  </a:lnTo>
                  <a:lnTo>
                    <a:pt x="4267200" y="1517738"/>
                  </a:lnTo>
                  <a:close/>
                </a:path>
                <a:path w="4267200" h="4219575">
                  <a:moveTo>
                    <a:pt x="4267200" y="1431861"/>
                  </a:moveTo>
                  <a:lnTo>
                    <a:pt x="4238625" y="1431861"/>
                  </a:lnTo>
                  <a:lnTo>
                    <a:pt x="4238625" y="1489011"/>
                  </a:lnTo>
                  <a:lnTo>
                    <a:pt x="4267200" y="1489011"/>
                  </a:lnTo>
                  <a:lnTo>
                    <a:pt x="4267200" y="1431861"/>
                  </a:lnTo>
                  <a:close/>
                </a:path>
                <a:path w="4267200" h="4219575">
                  <a:moveTo>
                    <a:pt x="4267200" y="1345996"/>
                  </a:moveTo>
                  <a:lnTo>
                    <a:pt x="4238625" y="1345996"/>
                  </a:lnTo>
                  <a:lnTo>
                    <a:pt x="4238625" y="1403146"/>
                  </a:lnTo>
                  <a:lnTo>
                    <a:pt x="4267200" y="1403146"/>
                  </a:lnTo>
                  <a:lnTo>
                    <a:pt x="4267200" y="1345996"/>
                  </a:lnTo>
                  <a:close/>
                </a:path>
                <a:path w="4267200" h="4219575">
                  <a:moveTo>
                    <a:pt x="4267200" y="1260119"/>
                  </a:moveTo>
                  <a:lnTo>
                    <a:pt x="4238625" y="1260119"/>
                  </a:lnTo>
                  <a:lnTo>
                    <a:pt x="4238625" y="1317269"/>
                  </a:lnTo>
                  <a:lnTo>
                    <a:pt x="4267200" y="1317269"/>
                  </a:lnTo>
                  <a:lnTo>
                    <a:pt x="4267200" y="1260119"/>
                  </a:lnTo>
                  <a:close/>
                </a:path>
                <a:path w="4267200" h="4219575">
                  <a:moveTo>
                    <a:pt x="4267200" y="1174242"/>
                  </a:moveTo>
                  <a:lnTo>
                    <a:pt x="4238625" y="1174242"/>
                  </a:lnTo>
                  <a:lnTo>
                    <a:pt x="4238625" y="1231392"/>
                  </a:lnTo>
                  <a:lnTo>
                    <a:pt x="4267200" y="1231392"/>
                  </a:lnTo>
                  <a:lnTo>
                    <a:pt x="4267200" y="1174242"/>
                  </a:lnTo>
                  <a:close/>
                </a:path>
                <a:path w="4267200" h="4219575">
                  <a:moveTo>
                    <a:pt x="4267200" y="1088377"/>
                  </a:moveTo>
                  <a:lnTo>
                    <a:pt x="4238625" y="1088377"/>
                  </a:lnTo>
                  <a:lnTo>
                    <a:pt x="4238625" y="1145527"/>
                  </a:lnTo>
                  <a:lnTo>
                    <a:pt x="4267200" y="1145527"/>
                  </a:lnTo>
                  <a:lnTo>
                    <a:pt x="4267200" y="1088377"/>
                  </a:lnTo>
                  <a:close/>
                </a:path>
                <a:path w="4267200" h="4219575">
                  <a:moveTo>
                    <a:pt x="4267200" y="1002499"/>
                  </a:moveTo>
                  <a:lnTo>
                    <a:pt x="4238625" y="1002499"/>
                  </a:lnTo>
                  <a:lnTo>
                    <a:pt x="4238625" y="1059649"/>
                  </a:lnTo>
                  <a:lnTo>
                    <a:pt x="4267200" y="1059649"/>
                  </a:lnTo>
                  <a:lnTo>
                    <a:pt x="4267200" y="1002499"/>
                  </a:lnTo>
                  <a:close/>
                </a:path>
                <a:path w="4267200" h="4219575">
                  <a:moveTo>
                    <a:pt x="4267200" y="916622"/>
                  </a:moveTo>
                  <a:lnTo>
                    <a:pt x="4238625" y="916622"/>
                  </a:lnTo>
                  <a:lnTo>
                    <a:pt x="4238625" y="973772"/>
                  </a:lnTo>
                  <a:lnTo>
                    <a:pt x="4267200" y="973772"/>
                  </a:lnTo>
                  <a:lnTo>
                    <a:pt x="4267200" y="916622"/>
                  </a:lnTo>
                  <a:close/>
                </a:path>
                <a:path w="4267200" h="4219575">
                  <a:moveTo>
                    <a:pt x="4267200" y="830757"/>
                  </a:moveTo>
                  <a:lnTo>
                    <a:pt x="4238625" y="830757"/>
                  </a:lnTo>
                  <a:lnTo>
                    <a:pt x="4238625" y="887907"/>
                  </a:lnTo>
                  <a:lnTo>
                    <a:pt x="4267200" y="887907"/>
                  </a:lnTo>
                  <a:lnTo>
                    <a:pt x="4267200" y="830757"/>
                  </a:lnTo>
                  <a:close/>
                </a:path>
                <a:path w="4267200" h="4219575">
                  <a:moveTo>
                    <a:pt x="4267200" y="744880"/>
                  </a:moveTo>
                  <a:lnTo>
                    <a:pt x="4238625" y="744880"/>
                  </a:lnTo>
                  <a:lnTo>
                    <a:pt x="4238625" y="802030"/>
                  </a:lnTo>
                  <a:lnTo>
                    <a:pt x="4267200" y="802030"/>
                  </a:lnTo>
                  <a:lnTo>
                    <a:pt x="4267200" y="744880"/>
                  </a:lnTo>
                  <a:close/>
                </a:path>
                <a:path w="4267200" h="4219575">
                  <a:moveTo>
                    <a:pt x="4267200" y="659003"/>
                  </a:moveTo>
                  <a:lnTo>
                    <a:pt x="4238625" y="659003"/>
                  </a:lnTo>
                  <a:lnTo>
                    <a:pt x="4238625" y="716153"/>
                  </a:lnTo>
                  <a:lnTo>
                    <a:pt x="4267200" y="716153"/>
                  </a:lnTo>
                  <a:lnTo>
                    <a:pt x="4267200" y="659003"/>
                  </a:lnTo>
                  <a:close/>
                </a:path>
                <a:path w="4267200" h="4219575">
                  <a:moveTo>
                    <a:pt x="4267200" y="573138"/>
                  </a:moveTo>
                  <a:lnTo>
                    <a:pt x="4238625" y="573138"/>
                  </a:lnTo>
                  <a:lnTo>
                    <a:pt x="4238625" y="630288"/>
                  </a:lnTo>
                  <a:lnTo>
                    <a:pt x="4267200" y="630288"/>
                  </a:lnTo>
                  <a:lnTo>
                    <a:pt x="4267200" y="573138"/>
                  </a:lnTo>
                  <a:close/>
                </a:path>
                <a:path w="4267200" h="4219575">
                  <a:moveTo>
                    <a:pt x="4267200" y="487260"/>
                  </a:moveTo>
                  <a:lnTo>
                    <a:pt x="4238625" y="487260"/>
                  </a:lnTo>
                  <a:lnTo>
                    <a:pt x="4238625" y="544410"/>
                  </a:lnTo>
                  <a:lnTo>
                    <a:pt x="4267200" y="544410"/>
                  </a:lnTo>
                  <a:lnTo>
                    <a:pt x="4267200" y="487260"/>
                  </a:lnTo>
                  <a:close/>
                </a:path>
                <a:path w="4267200" h="4219575">
                  <a:moveTo>
                    <a:pt x="4267200" y="401383"/>
                  </a:moveTo>
                  <a:lnTo>
                    <a:pt x="4238625" y="401383"/>
                  </a:lnTo>
                  <a:lnTo>
                    <a:pt x="4238625" y="458533"/>
                  </a:lnTo>
                  <a:lnTo>
                    <a:pt x="4267200" y="458533"/>
                  </a:lnTo>
                  <a:lnTo>
                    <a:pt x="4267200" y="401383"/>
                  </a:lnTo>
                  <a:close/>
                </a:path>
                <a:path w="4267200" h="4219575">
                  <a:moveTo>
                    <a:pt x="4267200" y="315518"/>
                  </a:moveTo>
                  <a:lnTo>
                    <a:pt x="4238625" y="315518"/>
                  </a:lnTo>
                  <a:lnTo>
                    <a:pt x="4238625" y="372668"/>
                  </a:lnTo>
                  <a:lnTo>
                    <a:pt x="4267200" y="372668"/>
                  </a:lnTo>
                  <a:lnTo>
                    <a:pt x="4267200" y="315518"/>
                  </a:lnTo>
                  <a:close/>
                </a:path>
                <a:path w="4267200" h="4219575">
                  <a:moveTo>
                    <a:pt x="4267200" y="229641"/>
                  </a:moveTo>
                  <a:lnTo>
                    <a:pt x="4238625" y="229641"/>
                  </a:lnTo>
                  <a:lnTo>
                    <a:pt x="4238625" y="286791"/>
                  </a:lnTo>
                  <a:lnTo>
                    <a:pt x="4267200" y="286791"/>
                  </a:lnTo>
                  <a:lnTo>
                    <a:pt x="4267200" y="229641"/>
                  </a:lnTo>
                  <a:close/>
                </a:path>
                <a:path w="4267200" h="4219575">
                  <a:moveTo>
                    <a:pt x="4267200" y="190500"/>
                  </a:moveTo>
                  <a:lnTo>
                    <a:pt x="4266298" y="171742"/>
                  </a:lnTo>
                  <a:lnTo>
                    <a:pt x="4263580" y="153339"/>
                  </a:lnTo>
                  <a:lnTo>
                    <a:pt x="4260850" y="142468"/>
                  </a:lnTo>
                  <a:lnTo>
                    <a:pt x="4233227" y="149669"/>
                  </a:lnTo>
                  <a:lnTo>
                    <a:pt x="4235551" y="158915"/>
                  </a:lnTo>
                  <a:lnTo>
                    <a:pt x="4237863" y="174548"/>
                  </a:lnTo>
                  <a:lnTo>
                    <a:pt x="4238625" y="190500"/>
                  </a:lnTo>
                  <a:lnTo>
                    <a:pt x="4238625" y="200914"/>
                  </a:lnTo>
                  <a:lnTo>
                    <a:pt x="4267200" y="200914"/>
                  </a:lnTo>
                  <a:lnTo>
                    <a:pt x="4267200" y="1905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5500" y="2508365"/>
            <a:ext cx="235966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dirty="0">
                <a:solidFill>
                  <a:srgbClr val="878787"/>
                </a:solidFill>
                <a:latin typeface="Arial"/>
                <a:cs typeface="Arial"/>
              </a:rPr>
              <a:t>Напиши</a:t>
            </a:r>
            <a:r>
              <a:rPr sz="1550" i="1" spc="8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550" i="1" dirty="0">
                <a:solidFill>
                  <a:srgbClr val="878787"/>
                </a:solidFill>
                <a:latin typeface="Arial"/>
                <a:cs typeface="Arial"/>
              </a:rPr>
              <a:t>здесь</a:t>
            </a:r>
            <a:r>
              <a:rPr sz="1550" i="1" spc="2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550" i="1" spc="-10" dirty="0">
                <a:solidFill>
                  <a:srgbClr val="878787"/>
                </a:solidFill>
                <a:latin typeface="Arial"/>
                <a:cs typeface="Arial"/>
              </a:rPr>
              <a:t>описание</a:t>
            </a:r>
            <a:r>
              <a:rPr sz="1650" i="1" spc="-10" dirty="0">
                <a:solidFill>
                  <a:srgbClr val="878787"/>
                </a:solidFill>
                <a:latin typeface="Roboto Lt"/>
                <a:cs typeface="Roboto Lt"/>
              </a:rPr>
              <a:t>:</a:t>
            </a:r>
            <a:endParaRPr sz="1650">
              <a:latin typeface="Roboto Lt"/>
              <a:cs typeface="Roboto 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5500" y="3062037"/>
            <a:ext cx="3898900" cy="350288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1">
              <a:lnSpc>
                <a:spcPct val="100000"/>
              </a:lnSpc>
              <a:spcBef>
                <a:spcPts val="270"/>
              </a:spcBef>
              <a:buSzPct val="106451"/>
              <a:tabLst>
                <a:tab pos="135890" algn="l"/>
              </a:tabLst>
            </a:pPr>
            <a:r>
              <a:rPr lang="ru-RU" sz="1650" dirty="0">
                <a:latin typeface="Roboto Lt"/>
                <a:cs typeface="Roboto Lt"/>
              </a:rPr>
              <a:t>Игра нужна для концентрации внимания, улучшения управления клавиатурой и просто чтобы убить несколько минут свободного времени</a:t>
            </a:r>
          </a:p>
          <a:p>
            <a:pPr marL="12701">
              <a:lnSpc>
                <a:spcPct val="100000"/>
              </a:lnSpc>
              <a:spcBef>
                <a:spcPts val="270"/>
              </a:spcBef>
              <a:buSzPct val="106451"/>
              <a:tabLst>
                <a:tab pos="135890" algn="l"/>
              </a:tabLst>
            </a:pPr>
            <a:endParaRPr lang="ru-RU" sz="1650" dirty="0">
              <a:latin typeface="Roboto Lt"/>
              <a:cs typeface="Roboto Lt"/>
            </a:endParaRPr>
          </a:p>
          <a:p>
            <a:pPr marL="12701">
              <a:lnSpc>
                <a:spcPct val="100000"/>
              </a:lnSpc>
              <a:spcBef>
                <a:spcPts val="270"/>
              </a:spcBef>
              <a:buSzPct val="106451"/>
              <a:tabLst>
                <a:tab pos="135890" algn="l"/>
              </a:tabLst>
            </a:pPr>
            <a:r>
              <a:rPr lang="ru-RU" sz="1650" dirty="0">
                <a:latin typeface="Roboto Lt"/>
                <a:cs typeface="Roboto Lt"/>
              </a:rPr>
              <a:t>Думаю, в игру будет играть любой человек, который этого захочет, ибо тут нет установленного рейтинга</a:t>
            </a:r>
          </a:p>
          <a:p>
            <a:pPr marL="12701">
              <a:lnSpc>
                <a:spcPct val="100000"/>
              </a:lnSpc>
              <a:spcBef>
                <a:spcPts val="270"/>
              </a:spcBef>
              <a:buSzPct val="106451"/>
              <a:tabLst>
                <a:tab pos="135890" algn="l"/>
              </a:tabLst>
            </a:pPr>
            <a:endParaRPr lang="ru-RU" sz="1650" dirty="0">
              <a:latin typeface="Roboto Lt"/>
              <a:cs typeface="Roboto Lt"/>
            </a:endParaRPr>
          </a:p>
          <a:p>
            <a:pPr marL="12701">
              <a:lnSpc>
                <a:spcPct val="100000"/>
              </a:lnSpc>
              <a:spcBef>
                <a:spcPts val="270"/>
              </a:spcBef>
              <a:buSzPct val="106451"/>
              <a:tabLst>
                <a:tab pos="135890" algn="l"/>
              </a:tabLst>
            </a:pPr>
            <a:r>
              <a:rPr lang="ru-RU" sz="1650" dirty="0">
                <a:latin typeface="Roboto Lt"/>
                <a:cs typeface="Roboto Lt"/>
              </a:rPr>
              <a:t>Главная фишка игры в отсутствии определенной концовки: в Шутер можно играть бесконечно</a:t>
            </a:r>
          </a:p>
          <a:p>
            <a:pPr marL="12701">
              <a:lnSpc>
                <a:spcPct val="100000"/>
              </a:lnSpc>
              <a:spcBef>
                <a:spcPts val="270"/>
              </a:spcBef>
              <a:buSzPct val="106451"/>
              <a:tabLst>
                <a:tab pos="135890" algn="l"/>
              </a:tabLst>
            </a:pPr>
            <a:endParaRPr sz="1650" dirty="0">
              <a:latin typeface="Roboto Lt"/>
              <a:cs typeface="Roboto L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19699" y="1571624"/>
            <a:ext cx="6400800" cy="2362200"/>
            <a:chOff x="5219699" y="1571624"/>
            <a:chExt cx="6400800" cy="2362200"/>
          </a:xfrm>
        </p:grpSpPr>
        <p:sp>
          <p:nvSpPr>
            <p:cNvPr id="14" name="object 14"/>
            <p:cNvSpPr/>
            <p:nvPr/>
          </p:nvSpPr>
          <p:spPr>
            <a:xfrm>
              <a:off x="5219699" y="1571624"/>
              <a:ext cx="6400800" cy="2362200"/>
            </a:xfrm>
            <a:custGeom>
              <a:avLst/>
              <a:gdLst/>
              <a:ahLst/>
              <a:cxnLst/>
              <a:rect l="l" t="t" r="r" b="b"/>
              <a:pathLst>
                <a:path w="6400800" h="2362200">
                  <a:moveTo>
                    <a:pt x="6210299" y="2362199"/>
                  </a:moveTo>
                  <a:lnTo>
                    <a:pt x="190499" y="2362199"/>
                  </a:lnTo>
                  <a:lnTo>
                    <a:pt x="171733" y="2361293"/>
                  </a:lnTo>
                  <a:lnTo>
                    <a:pt x="117597" y="2347698"/>
                  </a:lnTo>
                  <a:lnTo>
                    <a:pt x="69706" y="2319032"/>
                  </a:lnTo>
                  <a:lnTo>
                    <a:pt x="32074" y="2277555"/>
                  </a:lnTo>
                  <a:lnTo>
                    <a:pt x="8156" y="2226916"/>
                  </a:lnTo>
                  <a:lnTo>
                    <a:pt x="0" y="2171699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4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6210299" y="0"/>
                  </a:lnTo>
                  <a:lnTo>
                    <a:pt x="6265515" y="8156"/>
                  </a:lnTo>
                  <a:lnTo>
                    <a:pt x="6316154" y="32075"/>
                  </a:lnTo>
                  <a:lnTo>
                    <a:pt x="6357631" y="69706"/>
                  </a:lnTo>
                  <a:lnTo>
                    <a:pt x="6386297" y="117598"/>
                  </a:lnTo>
                  <a:lnTo>
                    <a:pt x="6399892" y="171733"/>
                  </a:lnTo>
                  <a:lnTo>
                    <a:pt x="6400799" y="190499"/>
                  </a:lnTo>
                  <a:lnTo>
                    <a:pt x="6400799" y="2171699"/>
                  </a:lnTo>
                  <a:lnTo>
                    <a:pt x="6392641" y="2226916"/>
                  </a:lnTo>
                  <a:lnTo>
                    <a:pt x="6368723" y="2277555"/>
                  </a:lnTo>
                  <a:lnTo>
                    <a:pt x="6331092" y="2319032"/>
                  </a:lnTo>
                  <a:lnTo>
                    <a:pt x="6283199" y="2347698"/>
                  </a:lnTo>
                  <a:lnTo>
                    <a:pt x="6229065" y="2361293"/>
                  </a:lnTo>
                  <a:lnTo>
                    <a:pt x="6210299" y="2362199"/>
                  </a:lnTo>
                  <a:close/>
                </a:path>
              </a:pathLst>
            </a:custGeom>
            <a:solidFill>
              <a:srgbClr val="E6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19687" y="1571624"/>
              <a:ext cx="6400800" cy="2362200"/>
            </a:xfrm>
            <a:custGeom>
              <a:avLst/>
              <a:gdLst/>
              <a:ahLst/>
              <a:cxnLst/>
              <a:rect l="l" t="t" r="r" b="b"/>
              <a:pathLst>
                <a:path w="6400800" h="2362200">
                  <a:moveTo>
                    <a:pt x="28575" y="2083104"/>
                  </a:moveTo>
                  <a:lnTo>
                    <a:pt x="0" y="2083104"/>
                  </a:lnTo>
                  <a:lnTo>
                    <a:pt x="0" y="2140254"/>
                  </a:lnTo>
                  <a:lnTo>
                    <a:pt x="28575" y="2140254"/>
                  </a:lnTo>
                  <a:lnTo>
                    <a:pt x="28575" y="2083104"/>
                  </a:lnTo>
                  <a:close/>
                </a:path>
                <a:path w="6400800" h="2362200">
                  <a:moveTo>
                    <a:pt x="28575" y="1997481"/>
                  </a:moveTo>
                  <a:lnTo>
                    <a:pt x="0" y="1997481"/>
                  </a:lnTo>
                  <a:lnTo>
                    <a:pt x="0" y="2054631"/>
                  </a:lnTo>
                  <a:lnTo>
                    <a:pt x="28575" y="2054631"/>
                  </a:lnTo>
                  <a:lnTo>
                    <a:pt x="28575" y="1997481"/>
                  </a:lnTo>
                  <a:close/>
                </a:path>
                <a:path w="6400800" h="2362200">
                  <a:moveTo>
                    <a:pt x="28575" y="1911845"/>
                  </a:moveTo>
                  <a:lnTo>
                    <a:pt x="0" y="1911845"/>
                  </a:lnTo>
                  <a:lnTo>
                    <a:pt x="0" y="1968995"/>
                  </a:lnTo>
                  <a:lnTo>
                    <a:pt x="28575" y="1968995"/>
                  </a:lnTo>
                  <a:lnTo>
                    <a:pt x="28575" y="1911845"/>
                  </a:lnTo>
                  <a:close/>
                </a:path>
                <a:path w="6400800" h="2362200">
                  <a:moveTo>
                    <a:pt x="28575" y="1826221"/>
                  </a:moveTo>
                  <a:lnTo>
                    <a:pt x="0" y="1826221"/>
                  </a:lnTo>
                  <a:lnTo>
                    <a:pt x="0" y="1883371"/>
                  </a:lnTo>
                  <a:lnTo>
                    <a:pt x="28575" y="1883371"/>
                  </a:lnTo>
                  <a:lnTo>
                    <a:pt x="28575" y="1826221"/>
                  </a:lnTo>
                  <a:close/>
                </a:path>
                <a:path w="6400800" h="2362200">
                  <a:moveTo>
                    <a:pt x="28575" y="1740585"/>
                  </a:moveTo>
                  <a:lnTo>
                    <a:pt x="0" y="1740585"/>
                  </a:lnTo>
                  <a:lnTo>
                    <a:pt x="0" y="1797735"/>
                  </a:lnTo>
                  <a:lnTo>
                    <a:pt x="28575" y="1797735"/>
                  </a:lnTo>
                  <a:lnTo>
                    <a:pt x="28575" y="1740585"/>
                  </a:lnTo>
                  <a:close/>
                </a:path>
                <a:path w="6400800" h="2362200">
                  <a:moveTo>
                    <a:pt x="28575" y="1654962"/>
                  </a:moveTo>
                  <a:lnTo>
                    <a:pt x="0" y="1654962"/>
                  </a:lnTo>
                  <a:lnTo>
                    <a:pt x="0" y="1712112"/>
                  </a:lnTo>
                  <a:lnTo>
                    <a:pt x="28575" y="1712112"/>
                  </a:lnTo>
                  <a:lnTo>
                    <a:pt x="28575" y="1654962"/>
                  </a:lnTo>
                  <a:close/>
                </a:path>
                <a:path w="6400800" h="2362200">
                  <a:moveTo>
                    <a:pt x="28575" y="1569326"/>
                  </a:moveTo>
                  <a:lnTo>
                    <a:pt x="0" y="1569326"/>
                  </a:lnTo>
                  <a:lnTo>
                    <a:pt x="0" y="1626476"/>
                  </a:lnTo>
                  <a:lnTo>
                    <a:pt x="28575" y="1626476"/>
                  </a:lnTo>
                  <a:lnTo>
                    <a:pt x="28575" y="1569326"/>
                  </a:lnTo>
                  <a:close/>
                </a:path>
                <a:path w="6400800" h="2362200">
                  <a:moveTo>
                    <a:pt x="28575" y="1483702"/>
                  </a:moveTo>
                  <a:lnTo>
                    <a:pt x="0" y="1483702"/>
                  </a:lnTo>
                  <a:lnTo>
                    <a:pt x="0" y="1540852"/>
                  </a:lnTo>
                  <a:lnTo>
                    <a:pt x="28575" y="1540852"/>
                  </a:lnTo>
                  <a:lnTo>
                    <a:pt x="28575" y="1483702"/>
                  </a:lnTo>
                  <a:close/>
                </a:path>
                <a:path w="6400800" h="2362200">
                  <a:moveTo>
                    <a:pt x="28575" y="1398066"/>
                  </a:moveTo>
                  <a:lnTo>
                    <a:pt x="0" y="1398066"/>
                  </a:lnTo>
                  <a:lnTo>
                    <a:pt x="0" y="1455216"/>
                  </a:lnTo>
                  <a:lnTo>
                    <a:pt x="28575" y="1455216"/>
                  </a:lnTo>
                  <a:lnTo>
                    <a:pt x="28575" y="1398066"/>
                  </a:lnTo>
                  <a:close/>
                </a:path>
                <a:path w="6400800" h="2362200">
                  <a:moveTo>
                    <a:pt x="28575" y="1312443"/>
                  </a:moveTo>
                  <a:lnTo>
                    <a:pt x="0" y="1312443"/>
                  </a:lnTo>
                  <a:lnTo>
                    <a:pt x="0" y="1369593"/>
                  </a:lnTo>
                  <a:lnTo>
                    <a:pt x="28575" y="1369593"/>
                  </a:lnTo>
                  <a:lnTo>
                    <a:pt x="28575" y="1312443"/>
                  </a:lnTo>
                  <a:close/>
                </a:path>
                <a:path w="6400800" h="2362200">
                  <a:moveTo>
                    <a:pt x="28575" y="1226807"/>
                  </a:moveTo>
                  <a:lnTo>
                    <a:pt x="0" y="1226807"/>
                  </a:lnTo>
                  <a:lnTo>
                    <a:pt x="0" y="1283957"/>
                  </a:lnTo>
                  <a:lnTo>
                    <a:pt x="28575" y="1283957"/>
                  </a:lnTo>
                  <a:lnTo>
                    <a:pt x="28575" y="1226807"/>
                  </a:lnTo>
                  <a:close/>
                </a:path>
                <a:path w="6400800" h="2362200">
                  <a:moveTo>
                    <a:pt x="28575" y="1141183"/>
                  </a:moveTo>
                  <a:lnTo>
                    <a:pt x="0" y="1141183"/>
                  </a:lnTo>
                  <a:lnTo>
                    <a:pt x="0" y="1198333"/>
                  </a:lnTo>
                  <a:lnTo>
                    <a:pt x="28575" y="1198333"/>
                  </a:lnTo>
                  <a:lnTo>
                    <a:pt x="28575" y="1141183"/>
                  </a:lnTo>
                  <a:close/>
                </a:path>
                <a:path w="6400800" h="2362200">
                  <a:moveTo>
                    <a:pt x="28575" y="1055547"/>
                  </a:moveTo>
                  <a:lnTo>
                    <a:pt x="0" y="1055547"/>
                  </a:lnTo>
                  <a:lnTo>
                    <a:pt x="0" y="1112697"/>
                  </a:lnTo>
                  <a:lnTo>
                    <a:pt x="28575" y="1112697"/>
                  </a:lnTo>
                  <a:lnTo>
                    <a:pt x="28575" y="1055547"/>
                  </a:lnTo>
                  <a:close/>
                </a:path>
                <a:path w="6400800" h="2362200">
                  <a:moveTo>
                    <a:pt x="28575" y="969924"/>
                  </a:moveTo>
                  <a:lnTo>
                    <a:pt x="0" y="969924"/>
                  </a:lnTo>
                  <a:lnTo>
                    <a:pt x="0" y="1027074"/>
                  </a:lnTo>
                  <a:lnTo>
                    <a:pt x="28575" y="1027074"/>
                  </a:lnTo>
                  <a:lnTo>
                    <a:pt x="28575" y="969924"/>
                  </a:lnTo>
                  <a:close/>
                </a:path>
                <a:path w="6400800" h="2362200">
                  <a:moveTo>
                    <a:pt x="28575" y="884288"/>
                  </a:moveTo>
                  <a:lnTo>
                    <a:pt x="0" y="884288"/>
                  </a:lnTo>
                  <a:lnTo>
                    <a:pt x="0" y="941438"/>
                  </a:lnTo>
                  <a:lnTo>
                    <a:pt x="28575" y="941438"/>
                  </a:lnTo>
                  <a:lnTo>
                    <a:pt x="28575" y="884288"/>
                  </a:lnTo>
                  <a:close/>
                </a:path>
                <a:path w="6400800" h="2362200">
                  <a:moveTo>
                    <a:pt x="28575" y="798664"/>
                  </a:moveTo>
                  <a:lnTo>
                    <a:pt x="0" y="798664"/>
                  </a:lnTo>
                  <a:lnTo>
                    <a:pt x="0" y="855814"/>
                  </a:lnTo>
                  <a:lnTo>
                    <a:pt x="28575" y="855814"/>
                  </a:lnTo>
                  <a:lnTo>
                    <a:pt x="28575" y="798664"/>
                  </a:lnTo>
                  <a:close/>
                </a:path>
                <a:path w="6400800" h="2362200">
                  <a:moveTo>
                    <a:pt x="28575" y="713028"/>
                  </a:moveTo>
                  <a:lnTo>
                    <a:pt x="0" y="713028"/>
                  </a:lnTo>
                  <a:lnTo>
                    <a:pt x="0" y="770178"/>
                  </a:lnTo>
                  <a:lnTo>
                    <a:pt x="28575" y="770178"/>
                  </a:lnTo>
                  <a:lnTo>
                    <a:pt x="28575" y="713028"/>
                  </a:lnTo>
                  <a:close/>
                </a:path>
                <a:path w="6400800" h="2362200">
                  <a:moveTo>
                    <a:pt x="28575" y="627405"/>
                  </a:moveTo>
                  <a:lnTo>
                    <a:pt x="0" y="627405"/>
                  </a:lnTo>
                  <a:lnTo>
                    <a:pt x="0" y="684555"/>
                  </a:lnTo>
                  <a:lnTo>
                    <a:pt x="28575" y="684555"/>
                  </a:lnTo>
                  <a:lnTo>
                    <a:pt x="28575" y="627405"/>
                  </a:lnTo>
                  <a:close/>
                </a:path>
                <a:path w="6400800" h="2362200">
                  <a:moveTo>
                    <a:pt x="28575" y="541769"/>
                  </a:moveTo>
                  <a:lnTo>
                    <a:pt x="0" y="541769"/>
                  </a:lnTo>
                  <a:lnTo>
                    <a:pt x="0" y="598919"/>
                  </a:lnTo>
                  <a:lnTo>
                    <a:pt x="28575" y="598919"/>
                  </a:lnTo>
                  <a:lnTo>
                    <a:pt x="28575" y="541769"/>
                  </a:lnTo>
                  <a:close/>
                </a:path>
                <a:path w="6400800" h="2362200">
                  <a:moveTo>
                    <a:pt x="28575" y="456145"/>
                  </a:moveTo>
                  <a:lnTo>
                    <a:pt x="0" y="456145"/>
                  </a:lnTo>
                  <a:lnTo>
                    <a:pt x="0" y="513295"/>
                  </a:lnTo>
                  <a:lnTo>
                    <a:pt x="28575" y="513295"/>
                  </a:lnTo>
                  <a:lnTo>
                    <a:pt x="28575" y="456145"/>
                  </a:lnTo>
                  <a:close/>
                </a:path>
                <a:path w="6400800" h="2362200">
                  <a:moveTo>
                    <a:pt x="28575" y="370509"/>
                  </a:moveTo>
                  <a:lnTo>
                    <a:pt x="0" y="370509"/>
                  </a:lnTo>
                  <a:lnTo>
                    <a:pt x="0" y="427659"/>
                  </a:lnTo>
                  <a:lnTo>
                    <a:pt x="28575" y="427659"/>
                  </a:lnTo>
                  <a:lnTo>
                    <a:pt x="28575" y="370509"/>
                  </a:lnTo>
                  <a:close/>
                </a:path>
                <a:path w="6400800" h="2362200">
                  <a:moveTo>
                    <a:pt x="28575" y="284886"/>
                  </a:moveTo>
                  <a:lnTo>
                    <a:pt x="0" y="284886"/>
                  </a:lnTo>
                  <a:lnTo>
                    <a:pt x="0" y="342036"/>
                  </a:lnTo>
                  <a:lnTo>
                    <a:pt x="28575" y="342036"/>
                  </a:lnTo>
                  <a:lnTo>
                    <a:pt x="28575" y="284886"/>
                  </a:lnTo>
                  <a:close/>
                </a:path>
                <a:path w="6400800" h="2362200">
                  <a:moveTo>
                    <a:pt x="28575" y="199250"/>
                  </a:moveTo>
                  <a:lnTo>
                    <a:pt x="0" y="199250"/>
                  </a:lnTo>
                  <a:lnTo>
                    <a:pt x="0" y="256400"/>
                  </a:lnTo>
                  <a:lnTo>
                    <a:pt x="28575" y="256400"/>
                  </a:lnTo>
                  <a:lnTo>
                    <a:pt x="28575" y="199250"/>
                  </a:lnTo>
                  <a:close/>
                </a:path>
                <a:path w="6400800" h="2362200">
                  <a:moveTo>
                    <a:pt x="35725" y="2219210"/>
                  </a:moveTo>
                  <a:lnTo>
                    <a:pt x="35509" y="2218639"/>
                  </a:lnTo>
                  <a:lnTo>
                    <a:pt x="31661" y="2203297"/>
                  </a:lnTo>
                  <a:lnTo>
                    <a:pt x="29349" y="2187651"/>
                  </a:lnTo>
                  <a:lnTo>
                    <a:pt x="28575" y="2171700"/>
                  </a:lnTo>
                  <a:lnTo>
                    <a:pt x="28575" y="2168741"/>
                  </a:lnTo>
                  <a:lnTo>
                    <a:pt x="0" y="2168741"/>
                  </a:lnTo>
                  <a:lnTo>
                    <a:pt x="0" y="2171700"/>
                  </a:lnTo>
                  <a:lnTo>
                    <a:pt x="914" y="2190470"/>
                  </a:lnTo>
                  <a:lnTo>
                    <a:pt x="3632" y="2208873"/>
                  </a:lnTo>
                  <a:lnTo>
                    <a:pt x="8166" y="2226919"/>
                  </a:lnTo>
                  <a:lnTo>
                    <a:pt x="8407" y="2227592"/>
                  </a:lnTo>
                  <a:lnTo>
                    <a:pt x="35725" y="2219210"/>
                  </a:lnTo>
                  <a:close/>
                </a:path>
                <a:path w="6400800" h="2362200">
                  <a:moveTo>
                    <a:pt x="43230" y="123634"/>
                  </a:moveTo>
                  <a:lnTo>
                    <a:pt x="17233" y="111823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1092" y="170548"/>
                  </a:lnTo>
                  <a:lnTo>
                    <a:pt x="29502" y="173532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3230" y="123634"/>
                  </a:lnTo>
                  <a:close/>
                </a:path>
                <a:path w="6400800" h="2362200">
                  <a:moveTo>
                    <a:pt x="75145" y="2285250"/>
                  </a:moveTo>
                  <a:lnTo>
                    <a:pt x="65278" y="2274379"/>
                  </a:lnTo>
                  <a:lnTo>
                    <a:pt x="55791" y="2261603"/>
                  </a:lnTo>
                  <a:lnTo>
                    <a:pt x="47726" y="2248116"/>
                  </a:lnTo>
                  <a:lnTo>
                    <a:pt x="45415" y="2243213"/>
                  </a:lnTo>
                  <a:lnTo>
                    <a:pt x="19812" y="2255837"/>
                  </a:lnTo>
                  <a:lnTo>
                    <a:pt x="22529" y="2261603"/>
                  </a:lnTo>
                  <a:lnTo>
                    <a:pt x="32080" y="2277567"/>
                  </a:lnTo>
                  <a:lnTo>
                    <a:pt x="43167" y="2292502"/>
                  </a:lnTo>
                  <a:lnTo>
                    <a:pt x="54787" y="2305291"/>
                  </a:lnTo>
                  <a:lnTo>
                    <a:pt x="75145" y="2285250"/>
                  </a:lnTo>
                  <a:close/>
                </a:path>
                <a:path w="6400800" h="2362200">
                  <a:moveTo>
                    <a:pt x="90601" y="63207"/>
                  </a:moveTo>
                  <a:lnTo>
                    <a:pt x="72974" y="40754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559" y="85521"/>
                  </a:lnTo>
                  <a:lnTo>
                    <a:pt x="55397" y="101269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90601" y="63207"/>
                  </a:lnTo>
                  <a:close/>
                </a:path>
                <a:path w="6400800" h="2362200">
                  <a:moveTo>
                    <a:pt x="140525" y="2325598"/>
                  </a:moveTo>
                  <a:lnTo>
                    <a:pt x="128536" y="2321306"/>
                  </a:lnTo>
                  <a:lnTo>
                    <a:pt x="114096" y="2314486"/>
                  </a:lnTo>
                  <a:lnTo>
                    <a:pt x="100533" y="2306370"/>
                  </a:lnTo>
                  <a:lnTo>
                    <a:pt x="94818" y="2302129"/>
                  </a:lnTo>
                  <a:lnTo>
                    <a:pt x="77939" y="2325141"/>
                  </a:lnTo>
                  <a:lnTo>
                    <a:pt x="84645" y="2330132"/>
                  </a:lnTo>
                  <a:lnTo>
                    <a:pt x="100609" y="2339683"/>
                  </a:lnTo>
                  <a:lnTo>
                    <a:pt x="117602" y="2347709"/>
                  </a:lnTo>
                  <a:lnTo>
                    <a:pt x="131699" y="2352764"/>
                  </a:lnTo>
                  <a:lnTo>
                    <a:pt x="140525" y="2325598"/>
                  </a:lnTo>
                  <a:close/>
                </a:path>
                <a:path w="6400800" h="2362200">
                  <a:moveTo>
                    <a:pt x="160705" y="31394"/>
                  </a:moveTo>
                  <a:lnTo>
                    <a:pt x="155435" y="3314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8158" y="23990"/>
                  </a:lnTo>
                  <a:lnTo>
                    <a:pt x="112014" y="48971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705" y="31394"/>
                  </a:lnTo>
                  <a:close/>
                </a:path>
                <a:path w="6400800" h="2362200">
                  <a:moveTo>
                    <a:pt x="219138" y="2333625"/>
                  </a:moveTo>
                  <a:lnTo>
                    <a:pt x="190500" y="2333625"/>
                  </a:lnTo>
                  <a:lnTo>
                    <a:pt x="174548" y="2332863"/>
                  </a:lnTo>
                  <a:lnTo>
                    <a:pt x="165836" y="2331567"/>
                  </a:lnTo>
                  <a:lnTo>
                    <a:pt x="161480" y="2359787"/>
                  </a:lnTo>
                  <a:lnTo>
                    <a:pt x="171742" y="2361298"/>
                  </a:lnTo>
                  <a:lnTo>
                    <a:pt x="190500" y="2362200"/>
                  </a:lnTo>
                  <a:lnTo>
                    <a:pt x="219138" y="2362200"/>
                  </a:lnTo>
                  <a:lnTo>
                    <a:pt x="219138" y="2333625"/>
                  </a:lnTo>
                  <a:close/>
                </a:path>
                <a:path w="6400800" h="2362200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6400800" h="2362200">
                  <a:moveTo>
                    <a:pt x="304761" y="2333625"/>
                  </a:moveTo>
                  <a:lnTo>
                    <a:pt x="247611" y="2333625"/>
                  </a:lnTo>
                  <a:lnTo>
                    <a:pt x="247611" y="2362200"/>
                  </a:lnTo>
                  <a:lnTo>
                    <a:pt x="304761" y="2362200"/>
                  </a:lnTo>
                  <a:lnTo>
                    <a:pt x="304761" y="2333625"/>
                  </a:lnTo>
                  <a:close/>
                </a:path>
                <a:path w="6400800" h="2362200">
                  <a:moveTo>
                    <a:pt x="333286" y="0"/>
                  </a:moveTo>
                  <a:lnTo>
                    <a:pt x="276136" y="0"/>
                  </a:lnTo>
                  <a:lnTo>
                    <a:pt x="276136" y="28575"/>
                  </a:lnTo>
                  <a:lnTo>
                    <a:pt x="333286" y="28575"/>
                  </a:lnTo>
                  <a:lnTo>
                    <a:pt x="333286" y="0"/>
                  </a:lnTo>
                  <a:close/>
                </a:path>
                <a:path w="6400800" h="2362200">
                  <a:moveTo>
                    <a:pt x="390398" y="2333625"/>
                  </a:moveTo>
                  <a:lnTo>
                    <a:pt x="333248" y="2333625"/>
                  </a:lnTo>
                  <a:lnTo>
                    <a:pt x="333248" y="2362200"/>
                  </a:lnTo>
                  <a:lnTo>
                    <a:pt x="390398" y="2362200"/>
                  </a:lnTo>
                  <a:lnTo>
                    <a:pt x="390398" y="2333625"/>
                  </a:lnTo>
                  <a:close/>
                </a:path>
                <a:path w="6400800" h="2362200">
                  <a:moveTo>
                    <a:pt x="418909" y="0"/>
                  </a:moveTo>
                  <a:lnTo>
                    <a:pt x="361759" y="0"/>
                  </a:lnTo>
                  <a:lnTo>
                    <a:pt x="361759" y="28575"/>
                  </a:lnTo>
                  <a:lnTo>
                    <a:pt x="418909" y="28575"/>
                  </a:lnTo>
                  <a:lnTo>
                    <a:pt x="418909" y="0"/>
                  </a:lnTo>
                  <a:close/>
                </a:path>
                <a:path w="6400800" h="2362200">
                  <a:moveTo>
                    <a:pt x="476021" y="2333625"/>
                  </a:moveTo>
                  <a:lnTo>
                    <a:pt x="418871" y="2333625"/>
                  </a:lnTo>
                  <a:lnTo>
                    <a:pt x="418871" y="2362200"/>
                  </a:lnTo>
                  <a:lnTo>
                    <a:pt x="476021" y="2362200"/>
                  </a:lnTo>
                  <a:lnTo>
                    <a:pt x="476021" y="2333625"/>
                  </a:lnTo>
                  <a:close/>
                </a:path>
                <a:path w="6400800" h="2362200">
                  <a:moveTo>
                    <a:pt x="504545" y="0"/>
                  </a:moveTo>
                  <a:lnTo>
                    <a:pt x="447395" y="0"/>
                  </a:lnTo>
                  <a:lnTo>
                    <a:pt x="447395" y="28575"/>
                  </a:lnTo>
                  <a:lnTo>
                    <a:pt x="504545" y="28575"/>
                  </a:lnTo>
                  <a:lnTo>
                    <a:pt x="504545" y="0"/>
                  </a:lnTo>
                  <a:close/>
                </a:path>
                <a:path w="6400800" h="2362200">
                  <a:moveTo>
                    <a:pt x="561657" y="2333625"/>
                  </a:moveTo>
                  <a:lnTo>
                    <a:pt x="504507" y="2333625"/>
                  </a:lnTo>
                  <a:lnTo>
                    <a:pt x="504507" y="2362200"/>
                  </a:lnTo>
                  <a:lnTo>
                    <a:pt x="561657" y="2362200"/>
                  </a:lnTo>
                  <a:lnTo>
                    <a:pt x="561657" y="2333625"/>
                  </a:lnTo>
                  <a:close/>
                </a:path>
                <a:path w="6400800" h="2362200">
                  <a:moveTo>
                    <a:pt x="590169" y="0"/>
                  </a:moveTo>
                  <a:lnTo>
                    <a:pt x="533019" y="0"/>
                  </a:lnTo>
                  <a:lnTo>
                    <a:pt x="533019" y="28575"/>
                  </a:lnTo>
                  <a:lnTo>
                    <a:pt x="590169" y="28575"/>
                  </a:lnTo>
                  <a:lnTo>
                    <a:pt x="590169" y="0"/>
                  </a:lnTo>
                  <a:close/>
                </a:path>
                <a:path w="6400800" h="2362200">
                  <a:moveTo>
                    <a:pt x="647280" y="2333625"/>
                  </a:moveTo>
                  <a:lnTo>
                    <a:pt x="590130" y="2333625"/>
                  </a:lnTo>
                  <a:lnTo>
                    <a:pt x="590130" y="2362200"/>
                  </a:lnTo>
                  <a:lnTo>
                    <a:pt x="647280" y="2362200"/>
                  </a:lnTo>
                  <a:lnTo>
                    <a:pt x="647280" y="2333625"/>
                  </a:lnTo>
                  <a:close/>
                </a:path>
                <a:path w="6400800" h="2362200">
                  <a:moveTo>
                    <a:pt x="675805" y="0"/>
                  </a:moveTo>
                  <a:lnTo>
                    <a:pt x="618655" y="0"/>
                  </a:lnTo>
                  <a:lnTo>
                    <a:pt x="618655" y="28575"/>
                  </a:lnTo>
                  <a:lnTo>
                    <a:pt x="675805" y="28575"/>
                  </a:lnTo>
                  <a:lnTo>
                    <a:pt x="675805" y="0"/>
                  </a:lnTo>
                  <a:close/>
                </a:path>
                <a:path w="6400800" h="2362200">
                  <a:moveTo>
                    <a:pt x="732917" y="2333625"/>
                  </a:moveTo>
                  <a:lnTo>
                    <a:pt x="675767" y="2333625"/>
                  </a:lnTo>
                  <a:lnTo>
                    <a:pt x="675767" y="2362200"/>
                  </a:lnTo>
                  <a:lnTo>
                    <a:pt x="732917" y="2362200"/>
                  </a:lnTo>
                  <a:lnTo>
                    <a:pt x="732917" y="2333625"/>
                  </a:lnTo>
                  <a:close/>
                </a:path>
                <a:path w="6400800" h="2362200">
                  <a:moveTo>
                    <a:pt x="761428" y="0"/>
                  </a:moveTo>
                  <a:lnTo>
                    <a:pt x="704278" y="0"/>
                  </a:lnTo>
                  <a:lnTo>
                    <a:pt x="704278" y="28575"/>
                  </a:lnTo>
                  <a:lnTo>
                    <a:pt x="761428" y="28575"/>
                  </a:lnTo>
                  <a:lnTo>
                    <a:pt x="761428" y="0"/>
                  </a:lnTo>
                  <a:close/>
                </a:path>
                <a:path w="6400800" h="2362200">
                  <a:moveTo>
                    <a:pt x="818540" y="2333625"/>
                  </a:moveTo>
                  <a:lnTo>
                    <a:pt x="761390" y="2333625"/>
                  </a:lnTo>
                  <a:lnTo>
                    <a:pt x="761390" y="2362200"/>
                  </a:lnTo>
                  <a:lnTo>
                    <a:pt x="818540" y="2362200"/>
                  </a:lnTo>
                  <a:lnTo>
                    <a:pt x="818540" y="2333625"/>
                  </a:lnTo>
                  <a:close/>
                </a:path>
                <a:path w="6400800" h="2362200">
                  <a:moveTo>
                    <a:pt x="847064" y="0"/>
                  </a:moveTo>
                  <a:lnTo>
                    <a:pt x="789914" y="0"/>
                  </a:lnTo>
                  <a:lnTo>
                    <a:pt x="789914" y="28575"/>
                  </a:lnTo>
                  <a:lnTo>
                    <a:pt x="847064" y="28575"/>
                  </a:lnTo>
                  <a:lnTo>
                    <a:pt x="847064" y="0"/>
                  </a:lnTo>
                  <a:close/>
                </a:path>
                <a:path w="6400800" h="2362200">
                  <a:moveTo>
                    <a:pt x="904176" y="2333625"/>
                  </a:moveTo>
                  <a:lnTo>
                    <a:pt x="847026" y="2333625"/>
                  </a:lnTo>
                  <a:lnTo>
                    <a:pt x="847026" y="2362200"/>
                  </a:lnTo>
                  <a:lnTo>
                    <a:pt x="904176" y="2362200"/>
                  </a:lnTo>
                  <a:lnTo>
                    <a:pt x="904176" y="2333625"/>
                  </a:lnTo>
                  <a:close/>
                </a:path>
                <a:path w="6400800" h="2362200">
                  <a:moveTo>
                    <a:pt x="932688" y="0"/>
                  </a:moveTo>
                  <a:lnTo>
                    <a:pt x="875538" y="0"/>
                  </a:lnTo>
                  <a:lnTo>
                    <a:pt x="875538" y="28575"/>
                  </a:lnTo>
                  <a:lnTo>
                    <a:pt x="932688" y="28575"/>
                  </a:lnTo>
                  <a:lnTo>
                    <a:pt x="932688" y="0"/>
                  </a:lnTo>
                  <a:close/>
                </a:path>
                <a:path w="6400800" h="2362200">
                  <a:moveTo>
                    <a:pt x="989799" y="2333625"/>
                  </a:moveTo>
                  <a:lnTo>
                    <a:pt x="932649" y="2333625"/>
                  </a:lnTo>
                  <a:lnTo>
                    <a:pt x="932649" y="2362200"/>
                  </a:lnTo>
                  <a:lnTo>
                    <a:pt x="989799" y="2362200"/>
                  </a:lnTo>
                  <a:lnTo>
                    <a:pt x="989799" y="2333625"/>
                  </a:lnTo>
                  <a:close/>
                </a:path>
                <a:path w="6400800" h="2362200">
                  <a:moveTo>
                    <a:pt x="1018324" y="0"/>
                  </a:moveTo>
                  <a:lnTo>
                    <a:pt x="961174" y="0"/>
                  </a:lnTo>
                  <a:lnTo>
                    <a:pt x="961174" y="28575"/>
                  </a:lnTo>
                  <a:lnTo>
                    <a:pt x="1018324" y="28575"/>
                  </a:lnTo>
                  <a:lnTo>
                    <a:pt x="1018324" y="0"/>
                  </a:lnTo>
                  <a:close/>
                </a:path>
                <a:path w="6400800" h="2362200">
                  <a:moveTo>
                    <a:pt x="1075436" y="2333625"/>
                  </a:moveTo>
                  <a:lnTo>
                    <a:pt x="1018286" y="2333625"/>
                  </a:lnTo>
                  <a:lnTo>
                    <a:pt x="1018286" y="2362200"/>
                  </a:lnTo>
                  <a:lnTo>
                    <a:pt x="1075436" y="2362200"/>
                  </a:lnTo>
                  <a:lnTo>
                    <a:pt x="1075436" y="2333625"/>
                  </a:lnTo>
                  <a:close/>
                </a:path>
                <a:path w="6400800" h="2362200">
                  <a:moveTo>
                    <a:pt x="1103947" y="0"/>
                  </a:moveTo>
                  <a:lnTo>
                    <a:pt x="1046797" y="0"/>
                  </a:lnTo>
                  <a:lnTo>
                    <a:pt x="1046797" y="28575"/>
                  </a:lnTo>
                  <a:lnTo>
                    <a:pt x="1103947" y="28575"/>
                  </a:lnTo>
                  <a:lnTo>
                    <a:pt x="1103947" y="0"/>
                  </a:lnTo>
                  <a:close/>
                </a:path>
                <a:path w="6400800" h="2362200">
                  <a:moveTo>
                    <a:pt x="1161059" y="2333625"/>
                  </a:moveTo>
                  <a:lnTo>
                    <a:pt x="1103909" y="2333625"/>
                  </a:lnTo>
                  <a:lnTo>
                    <a:pt x="1103909" y="2362200"/>
                  </a:lnTo>
                  <a:lnTo>
                    <a:pt x="1161059" y="2362200"/>
                  </a:lnTo>
                  <a:lnTo>
                    <a:pt x="1161059" y="2333625"/>
                  </a:lnTo>
                  <a:close/>
                </a:path>
                <a:path w="6400800" h="2362200">
                  <a:moveTo>
                    <a:pt x="1189583" y="0"/>
                  </a:moveTo>
                  <a:lnTo>
                    <a:pt x="1132433" y="0"/>
                  </a:lnTo>
                  <a:lnTo>
                    <a:pt x="1132433" y="28575"/>
                  </a:lnTo>
                  <a:lnTo>
                    <a:pt x="1189583" y="28575"/>
                  </a:lnTo>
                  <a:lnTo>
                    <a:pt x="1189583" y="0"/>
                  </a:lnTo>
                  <a:close/>
                </a:path>
                <a:path w="6400800" h="2362200">
                  <a:moveTo>
                    <a:pt x="1246695" y="2333625"/>
                  </a:moveTo>
                  <a:lnTo>
                    <a:pt x="1189545" y="2333625"/>
                  </a:lnTo>
                  <a:lnTo>
                    <a:pt x="1189545" y="2362200"/>
                  </a:lnTo>
                  <a:lnTo>
                    <a:pt x="1246695" y="2362200"/>
                  </a:lnTo>
                  <a:lnTo>
                    <a:pt x="1246695" y="2333625"/>
                  </a:lnTo>
                  <a:close/>
                </a:path>
                <a:path w="6400800" h="2362200">
                  <a:moveTo>
                    <a:pt x="1275207" y="0"/>
                  </a:moveTo>
                  <a:lnTo>
                    <a:pt x="1218057" y="0"/>
                  </a:lnTo>
                  <a:lnTo>
                    <a:pt x="1218057" y="28575"/>
                  </a:lnTo>
                  <a:lnTo>
                    <a:pt x="1275207" y="28575"/>
                  </a:lnTo>
                  <a:lnTo>
                    <a:pt x="1275207" y="0"/>
                  </a:lnTo>
                  <a:close/>
                </a:path>
                <a:path w="6400800" h="2362200">
                  <a:moveTo>
                    <a:pt x="1332318" y="2333625"/>
                  </a:moveTo>
                  <a:lnTo>
                    <a:pt x="1275168" y="2333625"/>
                  </a:lnTo>
                  <a:lnTo>
                    <a:pt x="1275168" y="2362200"/>
                  </a:lnTo>
                  <a:lnTo>
                    <a:pt x="1332318" y="2362200"/>
                  </a:lnTo>
                  <a:lnTo>
                    <a:pt x="1332318" y="2333625"/>
                  </a:lnTo>
                  <a:close/>
                </a:path>
                <a:path w="6400800" h="2362200">
                  <a:moveTo>
                    <a:pt x="1360843" y="0"/>
                  </a:moveTo>
                  <a:lnTo>
                    <a:pt x="1303693" y="0"/>
                  </a:lnTo>
                  <a:lnTo>
                    <a:pt x="1303693" y="28575"/>
                  </a:lnTo>
                  <a:lnTo>
                    <a:pt x="1360843" y="28575"/>
                  </a:lnTo>
                  <a:lnTo>
                    <a:pt x="1360843" y="0"/>
                  </a:lnTo>
                  <a:close/>
                </a:path>
                <a:path w="6400800" h="2362200">
                  <a:moveTo>
                    <a:pt x="1417955" y="2333625"/>
                  </a:moveTo>
                  <a:lnTo>
                    <a:pt x="1360805" y="2333625"/>
                  </a:lnTo>
                  <a:lnTo>
                    <a:pt x="1360805" y="2362200"/>
                  </a:lnTo>
                  <a:lnTo>
                    <a:pt x="1417955" y="2362200"/>
                  </a:lnTo>
                  <a:lnTo>
                    <a:pt x="1417955" y="2333625"/>
                  </a:lnTo>
                  <a:close/>
                </a:path>
                <a:path w="6400800" h="2362200">
                  <a:moveTo>
                    <a:pt x="1446466" y="0"/>
                  </a:moveTo>
                  <a:lnTo>
                    <a:pt x="1389316" y="0"/>
                  </a:lnTo>
                  <a:lnTo>
                    <a:pt x="1389316" y="28575"/>
                  </a:lnTo>
                  <a:lnTo>
                    <a:pt x="1446466" y="28575"/>
                  </a:lnTo>
                  <a:lnTo>
                    <a:pt x="1446466" y="0"/>
                  </a:lnTo>
                  <a:close/>
                </a:path>
                <a:path w="6400800" h="2362200">
                  <a:moveTo>
                    <a:pt x="1503578" y="2333625"/>
                  </a:moveTo>
                  <a:lnTo>
                    <a:pt x="1446428" y="2333625"/>
                  </a:lnTo>
                  <a:lnTo>
                    <a:pt x="1446428" y="2362200"/>
                  </a:lnTo>
                  <a:lnTo>
                    <a:pt x="1503578" y="2362200"/>
                  </a:lnTo>
                  <a:lnTo>
                    <a:pt x="1503578" y="2333625"/>
                  </a:lnTo>
                  <a:close/>
                </a:path>
                <a:path w="6400800" h="2362200">
                  <a:moveTo>
                    <a:pt x="1532102" y="0"/>
                  </a:moveTo>
                  <a:lnTo>
                    <a:pt x="1474952" y="0"/>
                  </a:lnTo>
                  <a:lnTo>
                    <a:pt x="1474952" y="28575"/>
                  </a:lnTo>
                  <a:lnTo>
                    <a:pt x="1532102" y="28575"/>
                  </a:lnTo>
                  <a:lnTo>
                    <a:pt x="1532102" y="0"/>
                  </a:lnTo>
                  <a:close/>
                </a:path>
                <a:path w="6400800" h="2362200">
                  <a:moveTo>
                    <a:pt x="1589214" y="2333625"/>
                  </a:moveTo>
                  <a:lnTo>
                    <a:pt x="1532064" y="2333625"/>
                  </a:lnTo>
                  <a:lnTo>
                    <a:pt x="1532064" y="2362200"/>
                  </a:lnTo>
                  <a:lnTo>
                    <a:pt x="1589214" y="2362200"/>
                  </a:lnTo>
                  <a:lnTo>
                    <a:pt x="1589214" y="2333625"/>
                  </a:lnTo>
                  <a:close/>
                </a:path>
                <a:path w="6400800" h="2362200">
                  <a:moveTo>
                    <a:pt x="1617726" y="0"/>
                  </a:moveTo>
                  <a:lnTo>
                    <a:pt x="1560576" y="0"/>
                  </a:lnTo>
                  <a:lnTo>
                    <a:pt x="1560576" y="28575"/>
                  </a:lnTo>
                  <a:lnTo>
                    <a:pt x="1617726" y="28575"/>
                  </a:lnTo>
                  <a:lnTo>
                    <a:pt x="1617726" y="0"/>
                  </a:lnTo>
                  <a:close/>
                </a:path>
                <a:path w="6400800" h="2362200">
                  <a:moveTo>
                    <a:pt x="1674837" y="2333625"/>
                  </a:moveTo>
                  <a:lnTo>
                    <a:pt x="1617687" y="2333625"/>
                  </a:lnTo>
                  <a:lnTo>
                    <a:pt x="1617687" y="2362200"/>
                  </a:lnTo>
                  <a:lnTo>
                    <a:pt x="1674837" y="2362200"/>
                  </a:lnTo>
                  <a:lnTo>
                    <a:pt x="1674837" y="2333625"/>
                  </a:lnTo>
                  <a:close/>
                </a:path>
                <a:path w="6400800" h="2362200">
                  <a:moveTo>
                    <a:pt x="1703362" y="0"/>
                  </a:moveTo>
                  <a:lnTo>
                    <a:pt x="1646212" y="0"/>
                  </a:lnTo>
                  <a:lnTo>
                    <a:pt x="1646212" y="28575"/>
                  </a:lnTo>
                  <a:lnTo>
                    <a:pt x="1703362" y="28575"/>
                  </a:lnTo>
                  <a:lnTo>
                    <a:pt x="1703362" y="0"/>
                  </a:lnTo>
                  <a:close/>
                </a:path>
                <a:path w="6400800" h="2362200">
                  <a:moveTo>
                    <a:pt x="1760474" y="2333625"/>
                  </a:moveTo>
                  <a:lnTo>
                    <a:pt x="1703324" y="2333625"/>
                  </a:lnTo>
                  <a:lnTo>
                    <a:pt x="1703324" y="2362200"/>
                  </a:lnTo>
                  <a:lnTo>
                    <a:pt x="1760474" y="2362200"/>
                  </a:lnTo>
                  <a:lnTo>
                    <a:pt x="1760474" y="2333625"/>
                  </a:lnTo>
                  <a:close/>
                </a:path>
                <a:path w="6400800" h="2362200">
                  <a:moveTo>
                    <a:pt x="1788985" y="0"/>
                  </a:moveTo>
                  <a:lnTo>
                    <a:pt x="1731835" y="0"/>
                  </a:lnTo>
                  <a:lnTo>
                    <a:pt x="1731835" y="28575"/>
                  </a:lnTo>
                  <a:lnTo>
                    <a:pt x="1788985" y="28575"/>
                  </a:lnTo>
                  <a:lnTo>
                    <a:pt x="1788985" y="0"/>
                  </a:lnTo>
                  <a:close/>
                </a:path>
                <a:path w="6400800" h="2362200">
                  <a:moveTo>
                    <a:pt x="1846097" y="2333625"/>
                  </a:moveTo>
                  <a:lnTo>
                    <a:pt x="1788947" y="2333625"/>
                  </a:lnTo>
                  <a:lnTo>
                    <a:pt x="1788947" y="2362200"/>
                  </a:lnTo>
                  <a:lnTo>
                    <a:pt x="1846097" y="2362200"/>
                  </a:lnTo>
                  <a:lnTo>
                    <a:pt x="1846097" y="2333625"/>
                  </a:lnTo>
                  <a:close/>
                </a:path>
                <a:path w="6400800" h="2362200">
                  <a:moveTo>
                    <a:pt x="1874621" y="0"/>
                  </a:moveTo>
                  <a:lnTo>
                    <a:pt x="1817471" y="0"/>
                  </a:lnTo>
                  <a:lnTo>
                    <a:pt x="1817471" y="28575"/>
                  </a:lnTo>
                  <a:lnTo>
                    <a:pt x="1874621" y="28575"/>
                  </a:lnTo>
                  <a:lnTo>
                    <a:pt x="1874621" y="0"/>
                  </a:lnTo>
                  <a:close/>
                </a:path>
                <a:path w="6400800" h="2362200">
                  <a:moveTo>
                    <a:pt x="1931733" y="2333625"/>
                  </a:moveTo>
                  <a:lnTo>
                    <a:pt x="1874583" y="2333625"/>
                  </a:lnTo>
                  <a:lnTo>
                    <a:pt x="1874583" y="2362200"/>
                  </a:lnTo>
                  <a:lnTo>
                    <a:pt x="1931733" y="2362200"/>
                  </a:lnTo>
                  <a:lnTo>
                    <a:pt x="1931733" y="2333625"/>
                  </a:lnTo>
                  <a:close/>
                </a:path>
                <a:path w="6400800" h="2362200">
                  <a:moveTo>
                    <a:pt x="1960245" y="0"/>
                  </a:moveTo>
                  <a:lnTo>
                    <a:pt x="1903095" y="0"/>
                  </a:lnTo>
                  <a:lnTo>
                    <a:pt x="1903095" y="28575"/>
                  </a:lnTo>
                  <a:lnTo>
                    <a:pt x="1960245" y="28575"/>
                  </a:lnTo>
                  <a:lnTo>
                    <a:pt x="1960245" y="0"/>
                  </a:lnTo>
                  <a:close/>
                </a:path>
                <a:path w="6400800" h="2362200">
                  <a:moveTo>
                    <a:pt x="2017356" y="2333625"/>
                  </a:moveTo>
                  <a:lnTo>
                    <a:pt x="1960206" y="2333625"/>
                  </a:lnTo>
                  <a:lnTo>
                    <a:pt x="1960206" y="2362200"/>
                  </a:lnTo>
                  <a:lnTo>
                    <a:pt x="2017356" y="2362200"/>
                  </a:lnTo>
                  <a:lnTo>
                    <a:pt x="2017356" y="2333625"/>
                  </a:lnTo>
                  <a:close/>
                </a:path>
                <a:path w="6400800" h="2362200">
                  <a:moveTo>
                    <a:pt x="2045881" y="0"/>
                  </a:moveTo>
                  <a:lnTo>
                    <a:pt x="1988731" y="0"/>
                  </a:lnTo>
                  <a:lnTo>
                    <a:pt x="1988731" y="28575"/>
                  </a:lnTo>
                  <a:lnTo>
                    <a:pt x="2045881" y="28575"/>
                  </a:lnTo>
                  <a:lnTo>
                    <a:pt x="2045881" y="0"/>
                  </a:lnTo>
                  <a:close/>
                </a:path>
                <a:path w="6400800" h="2362200">
                  <a:moveTo>
                    <a:pt x="2102993" y="2333625"/>
                  </a:moveTo>
                  <a:lnTo>
                    <a:pt x="2045843" y="2333625"/>
                  </a:lnTo>
                  <a:lnTo>
                    <a:pt x="2045843" y="2362200"/>
                  </a:lnTo>
                  <a:lnTo>
                    <a:pt x="2102993" y="2362200"/>
                  </a:lnTo>
                  <a:lnTo>
                    <a:pt x="2102993" y="2333625"/>
                  </a:lnTo>
                  <a:close/>
                </a:path>
                <a:path w="6400800" h="2362200">
                  <a:moveTo>
                    <a:pt x="2131504" y="0"/>
                  </a:moveTo>
                  <a:lnTo>
                    <a:pt x="2074354" y="0"/>
                  </a:lnTo>
                  <a:lnTo>
                    <a:pt x="2074354" y="28575"/>
                  </a:lnTo>
                  <a:lnTo>
                    <a:pt x="2131504" y="28575"/>
                  </a:lnTo>
                  <a:lnTo>
                    <a:pt x="2131504" y="0"/>
                  </a:lnTo>
                  <a:close/>
                </a:path>
                <a:path w="6400800" h="2362200">
                  <a:moveTo>
                    <a:pt x="2188616" y="2333625"/>
                  </a:moveTo>
                  <a:lnTo>
                    <a:pt x="2131466" y="2333625"/>
                  </a:lnTo>
                  <a:lnTo>
                    <a:pt x="2131466" y="2362200"/>
                  </a:lnTo>
                  <a:lnTo>
                    <a:pt x="2188616" y="2362200"/>
                  </a:lnTo>
                  <a:lnTo>
                    <a:pt x="2188616" y="2333625"/>
                  </a:lnTo>
                  <a:close/>
                </a:path>
                <a:path w="6400800" h="2362200">
                  <a:moveTo>
                    <a:pt x="2217140" y="0"/>
                  </a:moveTo>
                  <a:lnTo>
                    <a:pt x="2159990" y="0"/>
                  </a:lnTo>
                  <a:lnTo>
                    <a:pt x="2159990" y="28575"/>
                  </a:lnTo>
                  <a:lnTo>
                    <a:pt x="2217140" y="28575"/>
                  </a:lnTo>
                  <a:lnTo>
                    <a:pt x="2217140" y="0"/>
                  </a:lnTo>
                  <a:close/>
                </a:path>
                <a:path w="6400800" h="2362200">
                  <a:moveTo>
                    <a:pt x="2274252" y="2333625"/>
                  </a:moveTo>
                  <a:lnTo>
                    <a:pt x="2217102" y="2333625"/>
                  </a:lnTo>
                  <a:lnTo>
                    <a:pt x="2217102" y="2362200"/>
                  </a:lnTo>
                  <a:lnTo>
                    <a:pt x="2274252" y="2362200"/>
                  </a:lnTo>
                  <a:lnTo>
                    <a:pt x="2274252" y="2333625"/>
                  </a:lnTo>
                  <a:close/>
                </a:path>
                <a:path w="6400800" h="2362200">
                  <a:moveTo>
                    <a:pt x="2302764" y="0"/>
                  </a:moveTo>
                  <a:lnTo>
                    <a:pt x="2245614" y="0"/>
                  </a:lnTo>
                  <a:lnTo>
                    <a:pt x="2245614" y="28575"/>
                  </a:lnTo>
                  <a:lnTo>
                    <a:pt x="2302764" y="28575"/>
                  </a:lnTo>
                  <a:lnTo>
                    <a:pt x="2302764" y="0"/>
                  </a:lnTo>
                  <a:close/>
                </a:path>
                <a:path w="6400800" h="2362200">
                  <a:moveTo>
                    <a:pt x="2359876" y="2333625"/>
                  </a:moveTo>
                  <a:lnTo>
                    <a:pt x="2302726" y="2333625"/>
                  </a:lnTo>
                  <a:lnTo>
                    <a:pt x="2302726" y="2362200"/>
                  </a:lnTo>
                  <a:lnTo>
                    <a:pt x="2359876" y="2362200"/>
                  </a:lnTo>
                  <a:lnTo>
                    <a:pt x="2359876" y="2333625"/>
                  </a:lnTo>
                  <a:close/>
                </a:path>
                <a:path w="6400800" h="2362200">
                  <a:moveTo>
                    <a:pt x="2388400" y="0"/>
                  </a:moveTo>
                  <a:lnTo>
                    <a:pt x="2331250" y="0"/>
                  </a:lnTo>
                  <a:lnTo>
                    <a:pt x="2331250" y="28575"/>
                  </a:lnTo>
                  <a:lnTo>
                    <a:pt x="2388400" y="28575"/>
                  </a:lnTo>
                  <a:lnTo>
                    <a:pt x="2388400" y="0"/>
                  </a:lnTo>
                  <a:close/>
                </a:path>
                <a:path w="6400800" h="2362200">
                  <a:moveTo>
                    <a:pt x="2445512" y="2333625"/>
                  </a:moveTo>
                  <a:lnTo>
                    <a:pt x="2388362" y="2333625"/>
                  </a:lnTo>
                  <a:lnTo>
                    <a:pt x="2388362" y="2362200"/>
                  </a:lnTo>
                  <a:lnTo>
                    <a:pt x="2445512" y="2362200"/>
                  </a:lnTo>
                  <a:lnTo>
                    <a:pt x="2445512" y="2333625"/>
                  </a:lnTo>
                  <a:close/>
                </a:path>
                <a:path w="6400800" h="2362200">
                  <a:moveTo>
                    <a:pt x="2474023" y="0"/>
                  </a:moveTo>
                  <a:lnTo>
                    <a:pt x="2416873" y="0"/>
                  </a:lnTo>
                  <a:lnTo>
                    <a:pt x="2416873" y="28575"/>
                  </a:lnTo>
                  <a:lnTo>
                    <a:pt x="2474023" y="28575"/>
                  </a:lnTo>
                  <a:lnTo>
                    <a:pt x="2474023" y="0"/>
                  </a:lnTo>
                  <a:close/>
                </a:path>
                <a:path w="6400800" h="2362200">
                  <a:moveTo>
                    <a:pt x="2531135" y="2333625"/>
                  </a:moveTo>
                  <a:lnTo>
                    <a:pt x="2473985" y="2333625"/>
                  </a:lnTo>
                  <a:lnTo>
                    <a:pt x="2473985" y="2362200"/>
                  </a:lnTo>
                  <a:lnTo>
                    <a:pt x="2531135" y="2362200"/>
                  </a:lnTo>
                  <a:lnTo>
                    <a:pt x="2531135" y="2333625"/>
                  </a:lnTo>
                  <a:close/>
                </a:path>
                <a:path w="6400800" h="2362200">
                  <a:moveTo>
                    <a:pt x="2559659" y="0"/>
                  </a:moveTo>
                  <a:lnTo>
                    <a:pt x="2502509" y="0"/>
                  </a:lnTo>
                  <a:lnTo>
                    <a:pt x="2502509" y="28575"/>
                  </a:lnTo>
                  <a:lnTo>
                    <a:pt x="2559659" y="28575"/>
                  </a:lnTo>
                  <a:lnTo>
                    <a:pt x="2559659" y="0"/>
                  </a:lnTo>
                  <a:close/>
                </a:path>
                <a:path w="6400800" h="2362200">
                  <a:moveTo>
                    <a:pt x="2616771" y="2333625"/>
                  </a:moveTo>
                  <a:lnTo>
                    <a:pt x="2559621" y="2333625"/>
                  </a:lnTo>
                  <a:lnTo>
                    <a:pt x="2559621" y="2362200"/>
                  </a:lnTo>
                  <a:lnTo>
                    <a:pt x="2616771" y="2362200"/>
                  </a:lnTo>
                  <a:lnTo>
                    <a:pt x="2616771" y="2333625"/>
                  </a:lnTo>
                  <a:close/>
                </a:path>
                <a:path w="6400800" h="2362200">
                  <a:moveTo>
                    <a:pt x="2645283" y="0"/>
                  </a:moveTo>
                  <a:lnTo>
                    <a:pt x="2588133" y="0"/>
                  </a:lnTo>
                  <a:lnTo>
                    <a:pt x="2588133" y="28575"/>
                  </a:lnTo>
                  <a:lnTo>
                    <a:pt x="2645283" y="28575"/>
                  </a:lnTo>
                  <a:lnTo>
                    <a:pt x="2645283" y="0"/>
                  </a:lnTo>
                  <a:close/>
                </a:path>
                <a:path w="6400800" h="2362200">
                  <a:moveTo>
                    <a:pt x="2702395" y="2333625"/>
                  </a:moveTo>
                  <a:lnTo>
                    <a:pt x="2645245" y="2333625"/>
                  </a:lnTo>
                  <a:lnTo>
                    <a:pt x="2645245" y="2362200"/>
                  </a:lnTo>
                  <a:lnTo>
                    <a:pt x="2702395" y="2362200"/>
                  </a:lnTo>
                  <a:lnTo>
                    <a:pt x="2702395" y="2333625"/>
                  </a:lnTo>
                  <a:close/>
                </a:path>
                <a:path w="6400800" h="2362200">
                  <a:moveTo>
                    <a:pt x="2730919" y="0"/>
                  </a:moveTo>
                  <a:lnTo>
                    <a:pt x="2673769" y="0"/>
                  </a:lnTo>
                  <a:lnTo>
                    <a:pt x="2673769" y="28575"/>
                  </a:lnTo>
                  <a:lnTo>
                    <a:pt x="2730919" y="28575"/>
                  </a:lnTo>
                  <a:lnTo>
                    <a:pt x="2730919" y="0"/>
                  </a:lnTo>
                  <a:close/>
                </a:path>
                <a:path w="6400800" h="2362200">
                  <a:moveTo>
                    <a:pt x="2788031" y="2333625"/>
                  </a:moveTo>
                  <a:lnTo>
                    <a:pt x="2730881" y="2333625"/>
                  </a:lnTo>
                  <a:lnTo>
                    <a:pt x="2730881" y="2362200"/>
                  </a:lnTo>
                  <a:lnTo>
                    <a:pt x="2788031" y="2362200"/>
                  </a:lnTo>
                  <a:lnTo>
                    <a:pt x="2788031" y="2333625"/>
                  </a:lnTo>
                  <a:close/>
                </a:path>
                <a:path w="6400800" h="2362200">
                  <a:moveTo>
                    <a:pt x="2816542" y="0"/>
                  </a:moveTo>
                  <a:lnTo>
                    <a:pt x="2759392" y="0"/>
                  </a:lnTo>
                  <a:lnTo>
                    <a:pt x="2759392" y="28575"/>
                  </a:lnTo>
                  <a:lnTo>
                    <a:pt x="2816542" y="28575"/>
                  </a:lnTo>
                  <a:lnTo>
                    <a:pt x="2816542" y="0"/>
                  </a:lnTo>
                  <a:close/>
                </a:path>
                <a:path w="6400800" h="2362200">
                  <a:moveTo>
                    <a:pt x="2873654" y="2333625"/>
                  </a:moveTo>
                  <a:lnTo>
                    <a:pt x="2816504" y="2333625"/>
                  </a:lnTo>
                  <a:lnTo>
                    <a:pt x="2816504" y="2362200"/>
                  </a:lnTo>
                  <a:lnTo>
                    <a:pt x="2873654" y="2362200"/>
                  </a:lnTo>
                  <a:lnTo>
                    <a:pt x="2873654" y="2333625"/>
                  </a:lnTo>
                  <a:close/>
                </a:path>
                <a:path w="6400800" h="2362200">
                  <a:moveTo>
                    <a:pt x="2902178" y="0"/>
                  </a:moveTo>
                  <a:lnTo>
                    <a:pt x="2845028" y="0"/>
                  </a:lnTo>
                  <a:lnTo>
                    <a:pt x="2845028" y="28575"/>
                  </a:lnTo>
                  <a:lnTo>
                    <a:pt x="2902178" y="28575"/>
                  </a:lnTo>
                  <a:lnTo>
                    <a:pt x="2902178" y="0"/>
                  </a:lnTo>
                  <a:close/>
                </a:path>
                <a:path w="6400800" h="2362200">
                  <a:moveTo>
                    <a:pt x="2959290" y="2333625"/>
                  </a:moveTo>
                  <a:lnTo>
                    <a:pt x="2902140" y="2333625"/>
                  </a:lnTo>
                  <a:lnTo>
                    <a:pt x="2902140" y="2362200"/>
                  </a:lnTo>
                  <a:lnTo>
                    <a:pt x="2959290" y="2362200"/>
                  </a:lnTo>
                  <a:lnTo>
                    <a:pt x="2959290" y="2333625"/>
                  </a:lnTo>
                  <a:close/>
                </a:path>
                <a:path w="6400800" h="2362200">
                  <a:moveTo>
                    <a:pt x="2987802" y="0"/>
                  </a:moveTo>
                  <a:lnTo>
                    <a:pt x="2930652" y="0"/>
                  </a:lnTo>
                  <a:lnTo>
                    <a:pt x="2930652" y="28575"/>
                  </a:lnTo>
                  <a:lnTo>
                    <a:pt x="2987802" y="28575"/>
                  </a:lnTo>
                  <a:lnTo>
                    <a:pt x="2987802" y="0"/>
                  </a:lnTo>
                  <a:close/>
                </a:path>
                <a:path w="6400800" h="2362200">
                  <a:moveTo>
                    <a:pt x="3044914" y="2333625"/>
                  </a:moveTo>
                  <a:lnTo>
                    <a:pt x="2987764" y="2333625"/>
                  </a:lnTo>
                  <a:lnTo>
                    <a:pt x="2987764" y="2362200"/>
                  </a:lnTo>
                  <a:lnTo>
                    <a:pt x="3044914" y="2362200"/>
                  </a:lnTo>
                  <a:lnTo>
                    <a:pt x="3044914" y="2333625"/>
                  </a:lnTo>
                  <a:close/>
                </a:path>
                <a:path w="6400800" h="2362200">
                  <a:moveTo>
                    <a:pt x="3073438" y="0"/>
                  </a:moveTo>
                  <a:lnTo>
                    <a:pt x="3016288" y="0"/>
                  </a:lnTo>
                  <a:lnTo>
                    <a:pt x="3016288" y="28575"/>
                  </a:lnTo>
                  <a:lnTo>
                    <a:pt x="3073438" y="28575"/>
                  </a:lnTo>
                  <a:lnTo>
                    <a:pt x="3073438" y="0"/>
                  </a:lnTo>
                  <a:close/>
                </a:path>
                <a:path w="6400800" h="2362200">
                  <a:moveTo>
                    <a:pt x="3130550" y="2333625"/>
                  </a:moveTo>
                  <a:lnTo>
                    <a:pt x="3073400" y="2333625"/>
                  </a:lnTo>
                  <a:lnTo>
                    <a:pt x="3073400" y="2362200"/>
                  </a:lnTo>
                  <a:lnTo>
                    <a:pt x="3130550" y="2362200"/>
                  </a:lnTo>
                  <a:lnTo>
                    <a:pt x="3130550" y="2333625"/>
                  </a:lnTo>
                  <a:close/>
                </a:path>
                <a:path w="6400800" h="2362200">
                  <a:moveTo>
                    <a:pt x="3159061" y="0"/>
                  </a:moveTo>
                  <a:lnTo>
                    <a:pt x="3101911" y="0"/>
                  </a:lnTo>
                  <a:lnTo>
                    <a:pt x="3101911" y="28575"/>
                  </a:lnTo>
                  <a:lnTo>
                    <a:pt x="3159061" y="28575"/>
                  </a:lnTo>
                  <a:lnTo>
                    <a:pt x="3159061" y="0"/>
                  </a:lnTo>
                  <a:close/>
                </a:path>
                <a:path w="6400800" h="2362200">
                  <a:moveTo>
                    <a:pt x="3216173" y="2333625"/>
                  </a:moveTo>
                  <a:lnTo>
                    <a:pt x="3159023" y="2333625"/>
                  </a:lnTo>
                  <a:lnTo>
                    <a:pt x="3159023" y="2362200"/>
                  </a:lnTo>
                  <a:lnTo>
                    <a:pt x="3216173" y="2362200"/>
                  </a:lnTo>
                  <a:lnTo>
                    <a:pt x="3216173" y="2333625"/>
                  </a:lnTo>
                  <a:close/>
                </a:path>
                <a:path w="6400800" h="2362200">
                  <a:moveTo>
                    <a:pt x="3244697" y="0"/>
                  </a:moveTo>
                  <a:lnTo>
                    <a:pt x="3187547" y="0"/>
                  </a:lnTo>
                  <a:lnTo>
                    <a:pt x="3187547" y="28575"/>
                  </a:lnTo>
                  <a:lnTo>
                    <a:pt x="3244697" y="28575"/>
                  </a:lnTo>
                  <a:lnTo>
                    <a:pt x="3244697" y="0"/>
                  </a:lnTo>
                  <a:close/>
                </a:path>
                <a:path w="6400800" h="2362200">
                  <a:moveTo>
                    <a:pt x="3301809" y="2333625"/>
                  </a:moveTo>
                  <a:lnTo>
                    <a:pt x="3244659" y="2333625"/>
                  </a:lnTo>
                  <a:lnTo>
                    <a:pt x="3244659" y="2362200"/>
                  </a:lnTo>
                  <a:lnTo>
                    <a:pt x="3301809" y="2362200"/>
                  </a:lnTo>
                  <a:lnTo>
                    <a:pt x="3301809" y="2333625"/>
                  </a:lnTo>
                  <a:close/>
                </a:path>
                <a:path w="6400800" h="2362200">
                  <a:moveTo>
                    <a:pt x="3330321" y="0"/>
                  </a:moveTo>
                  <a:lnTo>
                    <a:pt x="3273171" y="0"/>
                  </a:lnTo>
                  <a:lnTo>
                    <a:pt x="3273171" y="28575"/>
                  </a:lnTo>
                  <a:lnTo>
                    <a:pt x="3330321" y="28575"/>
                  </a:lnTo>
                  <a:lnTo>
                    <a:pt x="3330321" y="0"/>
                  </a:lnTo>
                  <a:close/>
                </a:path>
                <a:path w="6400800" h="2362200">
                  <a:moveTo>
                    <a:pt x="3387433" y="2333625"/>
                  </a:moveTo>
                  <a:lnTo>
                    <a:pt x="3330283" y="2333625"/>
                  </a:lnTo>
                  <a:lnTo>
                    <a:pt x="3330283" y="2362200"/>
                  </a:lnTo>
                  <a:lnTo>
                    <a:pt x="3387433" y="2362200"/>
                  </a:lnTo>
                  <a:lnTo>
                    <a:pt x="3387433" y="2333625"/>
                  </a:lnTo>
                  <a:close/>
                </a:path>
                <a:path w="6400800" h="2362200">
                  <a:moveTo>
                    <a:pt x="3415957" y="0"/>
                  </a:moveTo>
                  <a:lnTo>
                    <a:pt x="3358807" y="0"/>
                  </a:lnTo>
                  <a:lnTo>
                    <a:pt x="3358807" y="28575"/>
                  </a:lnTo>
                  <a:lnTo>
                    <a:pt x="3415957" y="28575"/>
                  </a:lnTo>
                  <a:lnTo>
                    <a:pt x="3415957" y="0"/>
                  </a:lnTo>
                  <a:close/>
                </a:path>
                <a:path w="6400800" h="2362200">
                  <a:moveTo>
                    <a:pt x="3473069" y="2333625"/>
                  </a:moveTo>
                  <a:lnTo>
                    <a:pt x="3415919" y="2333625"/>
                  </a:lnTo>
                  <a:lnTo>
                    <a:pt x="3415919" y="2362200"/>
                  </a:lnTo>
                  <a:lnTo>
                    <a:pt x="3473069" y="2362200"/>
                  </a:lnTo>
                  <a:lnTo>
                    <a:pt x="3473069" y="2333625"/>
                  </a:lnTo>
                  <a:close/>
                </a:path>
                <a:path w="6400800" h="2362200">
                  <a:moveTo>
                    <a:pt x="3501580" y="0"/>
                  </a:moveTo>
                  <a:lnTo>
                    <a:pt x="3444430" y="0"/>
                  </a:lnTo>
                  <a:lnTo>
                    <a:pt x="3444430" y="28575"/>
                  </a:lnTo>
                  <a:lnTo>
                    <a:pt x="3501580" y="28575"/>
                  </a:lnTo>
                  <a:lnTo>
                    <a:pt x="3501580" y="0"/>
                  </a:lnTo>
                  <a:close/>
                </a:path>
                <a:path w="6400800" h="2362200">
                  <a:moveTo>
                    <a:pt x="3558692" y="2333625"/>
                  </a:moveTo>
                  <a:lnTo>
                    <a:pt x="3501542" y="2333625"/>
                  </a:lnTo>
                  <a:lnTo>
                    <a:pt x="3501542" y="2362200"/>
                  </a:lnTo>
                  <a:lnTo>
                    <a:pt x="3558692" y="2362200"/>
                  </a:lnTo>
                  <a:lnTo>
                    <a:pt x="3558692" y="2333625"/>
                  </a:lnTo>
                  <a:close/>
                </a:path>
                <a:path w="6400800" h="2362200">
                  <a:moveTo>
                    <a:pt x="3587216" y="0"/>
                  </a:moveTo>
                  <a:lnTo>
                    <a:pt x="3530066" y="0"/>
                  </a:lnTo>
                  <a:lnTo>
                    <a:pt x="3530066" y="28575"/>
                  </a:lnTo>
                  <a:lnTo>
                    <a:pt x="3587216" y="28575"/>
                  </a:lnTo>
                  <a:lnTo>
                    <a:pt x="3587216" y="0"/>
                  </a:lnTo>
                  <a:close/>
                </a:path>
                <a:path w="6400800" h="2362200">
                  <a:moveTo>
                    <a:pt x="3644328" y="2333625"/>
                  </a:moveTo>
                  <a:lnTo>
                    <a:pt x="3587178" y="2333625"/>
                  </a:lnTo>
                  <a:lnTo>
                    <a:pt x="3587178" y="2362200"/>
                  </a:lnTo>
                  <a:lnTo>
                    <a:pt x="3644328" y="2362200"/>
                  </a:lnTo>
                  <a:lnTo>
                    <a:pt x="3644328" y="2333625"/>
                  </a:lnTo>
                  <a:close/>
                </a:path>
                <a:path w="6400800" h="2362200">
                  <a:moveTo>
                    <a:pt x="3672840" y="0"/>
                  </a:moveTo>
                  <a:lnTo>
                    <a:pt x="3615690" y="0"/>
                  </a:lnTo>
                  <a:lnTo>
                    <a:pt x="3615690" y="28575"/>
                  </a:lnTo>
                  <a:lnTo>
                    <a:pt x="3672840" y="28575"/>
                  </a:lnTo>
                  <a:lnTo>
                    <a:pt x="3672840" y="0"/>
                  </a:lnTo>
                  <a:close/>
                </a:path>
                <a:path w="6400800" h="2362200">
                  <a:moveTo>
                    <a:pt x="3729952" y="2333625"/>
                  </a:moveTo>
                  <a:lnTo>
                    <a:pt x="3672802" y="2333625"/>
                  </a:lnTo>
                  <a:lnTo>
                    <a:pt x="3672802" y="2362200"/>
                  </a:lnTo>
                  <a:lnTo>
                    <a:pt x="3729952" y="2362200"/>
                  </a:lnTo>
                  <a:lnTo>
                    <a:pt x="3729952" y="2333625"/>
                  </a:lnTo>
                  <a:close/>
                </a:path>
                <a:path w="6400800" h="2362200">
                  <a:moveTo>
                    <a:pt x="3758476" y="0"/>
                  </a:moveTo>
                  <a:lnTo>
                    <a:pt x="3701326" y="0"/>
                  </a:lnTo>
                  <a:lnTo>
                    <a:pt x="3701326" y="28575"/>
                  </a:lnTo>
                  <a:lnTo>
                    <a:pt x="3758476" y="28575"/>
                  </a:lnTo>
                  <a:lnTo>
                    <a:pt x="3758476" y="0"/>
                  </a:lnTo>
                  <a:close/>
                </a:path>
                <a:path w="6400800" h="2362200">
                  <a:moveTo>
                    <a:pt x="3815588" y="2333625"/>
                  </a:moveTo>
                  <a:lnTo>
                    <a:pt x="3758438" y="2333625"/>
                  </a:lnTo>
                  <a:lnTo>
                    <a:pt x="3758438" y="2362200"/>
                  </a:lnTo>
                  <a:lnTo>
                    <a:pt x="3815588" y="2362200"/>
                  </a:lnTo>
                  <a:lnTo>
                    <a:pt x="3815588" y="2333625"/>
                  </a:lnTo>
                  <a:close/>
                </a:path>
                <a:path w="6400800" h="2362200">
                  <a:moveTo>
                    <a:pt x="3844099" y="0"/>
                  </a:moveTo>
                  <a:lnTo>
                    <a:pt x="3786949" y="0"/>
                  </a:lnTo>
                  <a:lnTo>
                    <a:pt x="3786949" y="28575"/>
                  </a:lnTo>
                  <a:lnTo>
                    <a:pt x="3844099" y="28575"/>
                  </a:lnTo>
                  <a:lnTo>
                    <a:pt x="3844099" y="0"/>
                  </a:lnTo>
                  <a:close/>
                </a:path>
                <a:path w="6400800" h="2362200">
                  <a:moveTo>
                    <a:pt x="3901211" y="2333625"/>
                  </a:moveTo>
                  <a:lnTo>
                    <a:pt x="3844061" y="2333625"/>
                  </a:lnTo>
                  <a:lnTo>
                    <a:pt x="3844061" y="2362200"/>
                  </a:lnTo>
                  <a:lnTo>
                    <a:pt x="3901211" y="2362200"/>
                  </a:lnTo>
                  <a:lnTo>
                    <a:pt x="3901211" y="2333625"/>
                  </a:lnTo>
                  <a:close/>
                </a:path>
                <a:path w="6400800" h="2362200">
                  <a:moveTo>
                    <a:pt x="3929735" y="0"/>
                  </a:moveTo>
                  <a:lnTo>
                    <a:pt x="3872585" y="0"/>
                  </a:lnTo>
                  <a:lnTo>
                    <a:pt x="3872585" y="28575"/>
                  </a:lnTo>
                  <a:lnTo>
                    <a:pt x="3929735" y="28575"/>
                  </a:lnTo>
                  <a:lnTo>
                    <a:pt x="3929735" y="0"/>
                  </a:lnTo>
                  <a:close/>
                </a:path>
                <a:path w="6400800" h="2362200">
                  <a:moveTo>
                    <a:pt x="3986847" y="2333625"/>
                  </a:moveTo>
                  <a:lnTo>
                    <a:pt x="3929697" y="2333625"/>
                  </a:lnTo>
                  <a:lnTo>
                    <a:pt x="3929697" y="2362200"/>
                  </a:lnTo>
                  <a:lnTo>
                    <a:pt x="3986847" y="2362200"/>
                  </a:lnTo>
                  <a:lnTo>
                    <a:pt x="3986847" y="2333625"/>
                  </a:lnTo>
                  <a:close/>
                </a:path>
                <a:path w="6400800" h="2362200">
                  <a:moveTo>
                    <a:pt x="4015359" y="0"/>
                  </a:moveTo>
                  <a:lnTo>
                    <a:pt x="3958209" y="0"/>
                  </a:lnTo>
                  <a:lnTo>
                    <a:pt x="3958209" y="28575"/>
                  </a:lnTo>
                  <a:lnTo>
                    <a:pt x="4015359" y="28575"/>
                  </a:lnTo>
                  <a:lnTo>
                    <a:pt x="4015359" y="0"/>
                  </a:lnTo>
                  <a:close/>
                </a:path>
                <a:path w="6400800" h="2362200">
                  <a:moveTo>
                    <a:pt x="4072471" y="2333625"/>
                  </a:moveTo>
                  <a:lnTo>
                    <a:pt x="4015321" y="2333625"/>
                  </a:lnTo>
                  <a:lnTo>
                    <a:pt x="4015321" y="2362200"/>
                  </a:lnTo>
                  <a:lnTo>
                    <a:pt x="4072471" y="2362200"/>
                  </a:lnTo>
                  <a:lnTo>
                    <a:pt x="4072471" y="2333625"/>
                  </a:lnTo>
                  <a:close/>
                </a:path>
                <a:path w="6400800" h="2362200">
                  <a:moveTo>
                    <a:pt x="4100995" y="0"/>
                  </a:moveTo>
                  <a:lnTo>
                    <a:pt x="4043845" y="0"/>
                  </a:lnTo>
                  <a:lnTo>
                    <a:pt x="4043845" y="28575"/>
                  </a:lnTo>
                  <a:lnTo>
                    <a:pt x="4100995" y="28575"/>
                  </a:lnTo>
                  <a:lnTo>
                    <a:pt x="4100995" y="0"/>
                  </a:lnTo>
                  <a:close/>
                </a:path>
                <a:path w="6400800" h="2362200">
                  <a:moveTo>
                    <a:pt x="4158107" y="2333625"/>
                  </a:moveTo>
                  <a:lnTo>
                    <a:pt x="4100957" y="2333625"/>
                  </a:lnTo>
                  <a:lnTo>
                    <a:pt x="4100957" y="2362200"/>
                  </a:lnTo>
                  <a:lnTo>
                    <a:pt x="4158107" y="2362200"/>
                  </a:lnTo>
                  <a:lnTo>
                    <a:pt x="4158107" y="2333625"/>
                  </a:lnTo>
                  <a:close/>
                </a:path>
                <a:path w="6400800" h="2362200">
                  <a:moveTo>
                    <a:pt x="4186618" y="0"/>
                  </a:moveTo>
                  <a:lnTo>
                    <a:pt x="4129468" y="0"/>
                  </a:lnTo>
                  <a:lnTo>
                    <a:pt x="4129468" y="28575"/>
                  </a:lnTo>
                  <a:lnTo>
                    <a:pt x="4186618" y="28575"/>
                  </a:lnTo>
                  <a:lnTo>
                    <a:pt x="4186618" y="0"/>
                  </a:lnTo>
                  <a:close/>
                </a:path>
                <a:path w="6400800" h="2362200">
                  <a:moveTo>
                    <a:pt x="4243730" y="2333625"/>
                  </a:moveTo>
                  <a:lnTo>
                    <a:pt x="4186580" y="2333625"/>
                  </a:lnTo>
                  <a:lnTo>
                    <a:pt x="4186580" y="2362200"/>
                  </a:lnTo>
                  <a:lnTo>
                    <a:pt x="4243730" y="2362200"/>
                  </a:lnTo>
                  <a:lnTo>
                    <a:pt x="4243730" y="2333625"/>
                  </a:lnTo>
                  <a:close/>
                </a:path>
                <a:path w="6400800" h="2362200">
                  <a:moveTo>
                    <a:pt x="4272254" y="0"/>
                  </a:moveTo>
                  <a:lnTo>
                    <a:pt x="4215104" y="0"/>
                  </a:lnTo>
                  <a:lnTo>
                    <a:pt x="4215104" y="28575"/>
                  </a:lnTo>
                  <a:lnTo>
                    <a:pt x="4272254" y="28575"/>
                  </a:lnTo>
                  <a:lnTo>
                    <a:pt x="4272254" y="0"/>
                  </a:lnTo>
                  <a:close/>
                </a:path>
                <a:path w="6400800" h="2362200">
                  <a:moveTo>
                    <a:pt x="4329366" y="2333625"/>
                  </a:moveTo>
                  <a:lnTo>
                    <a:pt x="4272216" y="2333625"/>
                  </a:lnTo>
                  <a:lnTo>
                    <a:pt x="4272216" y="2362200"/>
                  </a:lnTo>
                  <a:lnTo>
                    <a:pt x="4329366" y="2362200"/>
                  </a:lnTo>
                  <a:lnTo>
                    <a:pt x="4329366" y="2333625"/>
                  </a:lnTo>
                  <a:close/>
                </a:path>
                <a:path w="6400800" h="2362200">
                  <a:moveTo>
                    <a:pt x="4357878" y="0"/>
                  </a:moveTo>
                  <a:lnTo>
                    <a:pt x="4300728" y="0"/>
                  </a:lnTo>
                  <a:lnTo>
                    <a:pt x="4300728" y="28575"/>
                  </a:lnTo>
                  <a:lnTo>
                    <a:pt x="4357878" y="28575"/>
                  </a:lnTo>
                  <a:lnTo>
                    <a:pt x="4357878" y="0"/>
                  </a:lnTo>
                  <a:close/>
                </a:path>
                <a:path w="6400800" h="2362200">
                  <a:moveTo>
                    <a:pt x="4414990" y="2333625"/>
                  </a:moveTo>
                  <a:lnTo>
                    <a:pt x="4357840" y="2333625"/>
                  </a:lnTo>
                  <a:lnTo>
                    <a:pt x="4357840" y="2362200"/>
                  </a:lnTo>
                  <a:lnTo>
                    <a:pt x="4414990" y="2362200"/>
                  </a:lnTo>
                  <a:lnTo>
                    <a:pt x="4414990" y="2333625"/>
                  </a:lnTo>
                  <a:close/>
                </a:path>
                <a:path w="6400800" h="2362200">
                  <a:moveTo>
                    <a:pt x="4443514" y="0"/>
                  </a:moveTo>
                  <a:lnTo>
                    <a:pt x="4386364" y="0"/>
                  </a:lnTo>
                  <a:lnTo>
                    <a:pt x="4386364" y="28575"/>
                  </a:lnTo>
                  <a:lnTo>
                    <a:pt x="4443514" y="28575"/>
                  </a:lnTo>
                  <a:lnTo>
                    <a:pt x="4443514" y="0"/>
                  </a:lnTo>
                  <a:close/>
                </a:path>
                <a:path w="6400800" h="2362200">
                  <a:moveTo>
                    <a:pt x="4500626" y="2333625"/>
                  </a:moveTo>
                  <a:lnTo>
                    <a:pt x="4443476" y="2333625"/>
                  </a:lnTo>
                  <a:lnTo>
                    <a:pt x="4443476" y="2362200"/>
                  </a:lnTo>
                  <a:lnTo>
                    <a:pt x="4500626" y="2362200"/>
                  </a:lnTo>
                  <a:lnTo>
                    <a:pt x="4500626" y="2333625"/>
                  </a:lnTo>
                  <a:close/>
                </a:path>
                <a:path w="6400800" h="2362200">
                  <a:moveTo>
                    <a:pt x="4529137" y="0"/>
                  </a:moveTo>
                  <a:lnTo>
                    <a:pt x="4471987" y="0"/>
                  </a:lnTo>
                  <a:lnTo>
                    <a:pt x="4471987" y="28575"/>
                  </a:lnTo>
                  <a:lnTo>
                    <a:pt x="4529137" y="28575"/>
                  </a:lnTo>
                  <a:lnTo>
                    <a:pt x="4529137" y="0"/>
                  </a:lnTo>
                  <a:close/>
                </a:path>
                <a:path w="6400800" h="2362200">
                  <a:moveTo>
                    <a:pt x="4586249" y="2333625"/>
                  </a:moveTo>
                  <a:lnTo>
                    <a:pt x="4529099" y="2333625"/>
                  </a:lnTo>
                  <a:lnTo>
                    <a:pt x="4529099" y="2362200"/>
                  </a:lnTo>
                  <a:lnTo>
                    <a:pt x="4586249" y="2362200"/>
                  </a:lnTo>
                  <a:lnTo>
                    <a:pt x="4586249" y="2333625"/>
                  </a:lnTo>
                  <a:close/>
                </a:path>
                <a:path w="6400800" h="2362200">
                  <a:moveTo>
                    <a:pt x="4614773" y="0"/>
                  </a:moveTo>
                  <a:lnTo>
                    <a:pt x="4557623" y="0"/>
                  </a:lnTo>
                  <a:lnTo>
                    <a:pt x="4557623" y="28575"/>
                  </a:lnTo>
                  <a:lnTo>
                    <a:pt x="4614773" y="28575"/>
                  </a:lnTo>
                  <a:lnTo>
                    <a:pt x="4614773" y="0"/>
                  </a:lnTo>
                  <a:close/>
                </a:path>
                <a:path w="6400800" h="2362200">
                  <a:moveTo>
                    <a:pt x="4671885" y="2333625"/>
                  </a:moveTo>
                  <a:lnTo>
                    <a:pt x="4614735" y="2333625"/>
                  </a:lnTo>
                  <a:lnTo>
                    <a:pt x="4614735" y="2362200"/>
                  </a:lnTo>
                  <a:lnTo>
                    <a:pt x="4671885" y="2362200"/>
                  </a:lnTo>
                  <a:lnTo>
                    <a:pt x="4671885" y="2333625"/>
                  </a:lnTo>
                  <a:close/>
                </a:path>
                <a:path w="6400800" h="2362200">
                  <a:moveTo>
                    <a:pt x="4700397" y="0"/>
                  </a:moveTo>
                  <a:lnTo>
                    <a:pt x="4643247" y="0"/>
                  </a:lnTo>
                  <a:lnTo>
                    <a:pt x="4643247" y="28575"/>
                  </a:lnTo>
                  <a:lnTo>
                    <a:pt x="4700397" y="28575"/>
                  </a:lnTo>
                  <a:lnTo>
                    <a:pt x="4700397" y="0"/>
                  </a:lnTo>
                  <a:close/>
                </a:path>
                <a:path w="6400800" h="2362200">
                  <a:moveTo>
                    <a:pt x="4757509" y="2333625"/>
                  </a:moveTo>
                  <a:lnTo>
                    <a:pt x="4700359" y="2333625"/>
                  </a:lnTo>
                  <a:lnTo>
                    <a:pt x="4700359" y="2362200"/>
                  </a:lnTo>
                  <a:lnTo>
                    <a:pt x="4757509" y="2362200"/>
                  </a:lnTo>
                  <a:lnTo>
                    <a:pt x="4757509" y="2333625"/>
                  </a:lnTo>
                  <a:close/>
                </a:path>
                <a:path w="6400800" h="2362200">
                  <a:moveTo>
                    <a:pt x="4786033" y="0"/>
                  </a:moveTo>
                  <a:lnTo>
                    <a:pt x="4728883" y="0"/>
                  </a:lnTo>
                  <a:lnTo>
                    <a:pt x="4728883" y="28575"/>
                  </a:lnTo>
                  <a:lnTo>
                    <a:pt x="4786033" y="28575"/>
                  </a:lnTo>
                  <a:lnTo>
                    <a:pt x="4786033" y="0"/>
                  </a:lnTo>
                  <a:close/>
                </a:path>
                <a:path w="6400800" h="2362200">
                  <a:moveTo>
                    <a:pt x="4843145" y="2333625"/>
                  </a:moveTo>
                  <a:lnTo>
                    <a:pt x="4785995" y="2333625"/>
                  </a:lnTo>
                  <a:lnTo>
                    <a:pt x="4785995" y="2362200"/>
                  </a:lnTo>
                  <a:lnTo>
                    <a:pt x="4843145" y="2362200"/>
                  </a:lnTo>
                  <a:lnTo>
                    <a:pt x="4843145" y="2333625"/>
                  </a:lnTo>
                  <a:close/>
                </a:path>
                <a:path w="6400800" h="2362200">
                  <a:moveTo>
                    <a:pt x="4871656" y="0"/>
                  </a:moveTo>
                  <a:lnTo>
                    <a:pt x="4814506" y="0"/>
                  </a:lnTo>
                  <a:lnTo>
                    <a:pt x="4814506" y="28575"/>
                  </a:lnTo>
                  <a:lnTo>
                    <a:pt x="4871656" y="28575"/>
                  </a:lnTo>
                  <a:lnTo>
                    <a:pt x="4871656" y="0"/>
                  </a:lnTo>
                  <a:close/>
                </a:path>
                <a:path w="6400800" h="2362200">
                  <a:moveTo>
                    <a:pt x="4928768" y="2333625"/>
                  </a:moveTo>
                  <a:lnTo>
                    <a:pt x="4871618" y="2333625"/>
                  </a:lnTo>
                  <a:lnTo>
                    <a:pt x="4871618" y="2362200"/>
                  </a:lnTo>
                  <a:lnTo>
                    <a:pt x="4928768" y="2362200"/>
                  </a:lnTo>
                  <a:lnTo>
                    <a:pt x="4928768" y="2333625"/>
                  </a:lnTo>
                  <a:close/>
                </a:path>
                <a:path w="6400800" h="2362200">
                  <a:moveTo>
                    <a:pt x="4957292" y="0"/>
                  </a:moveTo>
                  <a:lnTo>
                    <a:pt x="4900142" y="0"/>
                  </a:lnTo>
                  <a:lnTo>
                    <a:pt x="4900142" y="28575"/>
                  </a:lnTo>
                  <a:lnTo>
                    <a:pt x="4957292" y="28575"/>
                  </a:lnTo>
                  <a:lnTo>
                    <a:pt x="4957292" y="0"/>
                  </a:lnTo>
                  <a:close/>
                </a:path>
                <a:path w="6400800" h="2362200">
                  <a:moveTo>
                    <a:pt x="5014404" y="2333625"/>
                  </a:moveTo>
                  <a:lnTo>
                    <a:pt x="4957254" y="2333625"/>
                  </a:lnTo>
                  <a:lnTo>
                    <a:pt x="4957254" y="2362200"/>
                  </a:lnTo>
                  <a:lnTo>
                    <a:pt x="5014404" y="2362200"/>
                  </a:lnTo>
                  <a:lnTo>
                    <a:pt x="5014404" y="2333625"/>
                  </a:lnTo>
                  <a:close/>
                </a:path>
                <a:path w="6400800" h="2362200">
                  <a:moveTo>
                    <a:pt x="5042916" y="0"/>
                  </a:moveTo>
                  <a:lnTo>
                    <a:pt x="4985766" y="0"/>
                  </a:lnTo>
                  <a:lnTo>
                    <a:pt x="4985766" y="28575"/>
                  </a:lnTo>
                  <a:lnTo>
                    <a:pt x="5042916" y="28575"/>
                  </a:lnTo>
                  <a:lnTo>
                    <a:pt x="5042916" y="0"/>
                  </a:lnTo>
                  <a:close/>
                </a:path>
                <a:path w="6400800" h="2362200">
                  <a:moveTo>
                    <a:pt x="5100028" y="2333625"/>
                  </a:moveTo>
                  <a:lnTo>
                    <a:pt x="5042878" y="2333625"/>
                  </a:lnTo>
                  <a:lnTo>
                    <a:pt x="5042878" y="2362200"/>
                  </a:lnTo>
                  <a:lnTo>
                    <a:pt x="5100028" y="2362200"/>
                  </a:lnTo>
                  <a:lnTo>
                    <a:pt x="5100028" y="2333625"/>
                  </a:lnTo>
                  <a:close/>
                </a:path>
                <a:path w="6400800" h="2362200">
                  <a:moveTo>
                    <a:pt x="5128552" y="0"/>
                  </a:moveTo>
                  <a:lnTo>
                    <a:pt x="5071402" y="0"/>
                  </a:lnTo>
                  <a:lnTo>
                    <a:pt x="5071402" y="28575"/>
                  </a:lnTo>
                  <a:lnTo>
                    <a:pt x="5128552" y="28575"/>
                  </a:lnTo>
                  <a:lnTo>
                    <a:pt x="5128552" y="0"/>
                  </a:lnTo>
                  <a:close/>
                </a:path>
                <a:path w="6400800" h="2362200">
                  <a:moveTo>
                    <a:pt x="5185664" y="2333625"/>
                  </a:moveTo>
                  <a:lnTo>
                    <a:pt x="5128514" y="2333625"/>
                  </a:lnTo>
                  <a:lnTo>
                    <a:pt x="5128514" y="2362200"/>
                  </a:lnTo>
                  <a:lnTo>
                    <a:pt x="5185664" y="2362200"/>
                  </a:lnTo>
                  <a:lnTo>
                    <a:pt x="5185664" y="2333625"/>
                  </a:lnTo>
                  <a:close/>
                </a:path>
                <a:path w="6400800" h="2362200">
                  <a:moveTo>
                    <a:pt x="5214175" y="0"/>
                  </a:moveTo>
                  <a:lnTo>
                    <a:pt x="5157025" y="0"/>
                  </a:lnTo>
                  <a:lnTo>
                    <a:pt x="5157025" y="28575"/>
                  </a:lnTo>
                  <a:lnTo>
                    <a:pt x="5214175" y="28575"/>
                  </a:lnTo>
                  <a:lnTo>
                    <a:pt x="5214175" y="0"/>
                  </a:lnTo>
                  <a:close/>
                </a:path>
                <a:path w="6400800" h="2362200">
                  <a:moveTo>
                    <a:pt x="5271287" y="2333625"/>
                  </a:moveTo>
                  <a:lnTo>
                    <a:pt x="5214137" y="2333625"/>
                  </a:lnTo>
                  <a:lnTo>
                    <a:pt x="5214137" y="2362200"/>
                  </a:lnTo>
                  <a:lnTo>
                    <a:pt x="5271287" y="2362200"/>
                  </a:lnTo>
                  <a:lnTo>
                    <a:pt x="5271287" y="2333625"/>
                  </a:lnTo>
                  <a:close/>
                </a:path>
                <a:path w="6400800" h="2362200">
                  <a:moveTo>
                    <a:pt x="5299811" y="0"/>
                  </a:moveTo>
                  <a:lnTo>
                    <a:pt x="5242661" y="0"/>
                  </a:lnTo>
                  <a:lnTo>
                    <a:pt x="5242661" y="28575"/>
                  </a:lnTo>
                  <a:lnTo>
                    <a:pt x="5299811" y="28575"/>
                  </a:lnTo>
                  <a:lnTo>
                    <a:pt x="5299811" y="0"/>
                  </a:lnTo>
                  <a:close/>
                </a:path>
                <a:path w="6400800" h="2362200">
                  <a:moveTo>
                    <a:pt x="5356923" y="2333625"/>
                  </a:moveTo>
                  <a:lnTo>
                    <a:pt x="5299773" y="2333625"/>
                  </a:lnTo>
                  <a:lnTo>
                    <a:pt x="5299773" y="2362200"/>
                  </a:lnTo>
                  <a:lnTo>
                    <a:pt x="5356923" y="2362200"/>
                  </a:lnTo>
                  <a:lnTo>
                    <a:pt x="5356923" y="2333625"/>
                  </a:lnTo>
                  <a:close/>
                </a:path>
                <a:path w="6400800" h="2362200">
                  <a:moveTo>
                    <a:pt x="5385435" y="0"/>
                  </a:moveTo>
                  <a:lnTo>
                    <a:pt x="5328285" y="0"/>
                  </a:lnTo>
                  <a:lnTo>
                    <a:pt x="5328285" y="28575"/>
                  </a:lnTo>
                  <a:lnTo>
                    <a:pt x="5385435" y="28575"/>
                  </a:lnTo>
                  <a:lnTo>
                    <a:pt x="5385435" y="0"/>
                  </a:lnTo>
                  <a:close/>
                </a:path>
                <a:path w="6400800" h="2362200">
                  <a:moveTo>
                    <a:pt x="5442547" y="2333625"/>
                  </a:moveTo>
                  <a:lnTo>
                    <a:pt x="5385397" y="2333625"/>
                  </a:lnTo>
                  <a:lnTo>
                    <a:pt x="5385397" y="2362200"/>
                  </a:lnTo>
                  <a:lnTo>
                    <a:pt x="5442547" y="2362200"/>
                  </a:lnTo>
                  <a:lnTo>
                    <a:pt x="5442547" y="2333625"/>
                  </a:lnTo>
                  <a:close/>
                </a:path>
                <a:path w="6400800" h="2362200">
                  <a:moveTo>
                    <a:pt x="5471071" y="0"/>
                  </a:moveTo>
                  <a:lnTo>
                    <a:pt x="5413921" y="0"/>
                  </a:lnTo>
                  <a:lnTo>
                    <a:pt x="5413921" y="28575"/>
                  </a:lnTo>
                  <a:lnTo>
                    <a:pt x="5471071" y="28575"/>
                  </a:lnTo>
                  <a:lnTo>
                    <a:pt x="5471071" y="0"/>
                  </a:lnTo>
                  <a:close/>
                </a:path>
                <a:path w="6400800" h="2362200">
                  <a:moveTo>
                    <a:pt x="5528183" y="2333625"/>
                  </a:moveTo>
                  <a:lnTo>
                    <a:pt x="5471033" y="2333625"/>
                  </a:lnTo>
                  <a:lnTo>
                    <a:pt x="5471033" y="2362200"/>
                  </a:lnTo>
                  <a:lnTo>
                    <a:pt x="5528183" y="2362200"/>
                  </a:lnTo>
                  <a:lnTo>
                    <a:pt x="5528183" y="2333625"/>
                  </a:lnTo>
                  <a:close/>
                </a:path>
                <a:path w="6400800" h="2362200">
                  <a:moveTo>
                    <a:pt x="5556694" y="0"/>
                  </a:moveTo>
                  <a:lnTo>
                    <a:pt x="5499544" y="0"/>
                  </a:lnTo>
                  <a:lnTo>
                    <a:pt x="5499544" y="28575"/>
                  </a:lnTo>
                  <a:lnTo>
                    <a:pt x="5556694" y="28575"/>
                  </a:lnTo>
                  <a:lnTo>
                    <a:pt x="5556694" y="0"/>
                  </a:lnTo>
                  <a:close/>
                </a:path>
                <a:path w="6400800" h="2362200">
                  <a:moveTo>
                    <a:pt x="5613806" y="2333625"/>
                  </a:moveTo>
                  <a:lnTo>
                    <a:pt x="5556656" y="2333625"/>
                  </a:lnTo>
                  <a:lnTo>
                    <a:pt x="5556656" y="2362200"/>
                  </a:lnTo>
                  <a:lnTo>
                    <a:pt x="5613806" y="2362200"/>
                  </a:lnTo>
                  <a:lnTo>
                    <a:pt x="5613806" y="2333625"/>
                  </a:lnTo>
                  <a:close/>
                </a:path>
                <a:path w="6400800" h="2362200">
                  <a:moveTo>
                    <a:pt x="5642330" y="0"/>
                  </a:moveTo>
                  <a:lnTo>
                    <a:pt x="5585180" y="0"/>
                  </a:lnTo>
                  <a:lnTo>
                    <a:pt x="5585180" y="28575"/>
                  </a:lnTo>
                  <a:lnTo>
                    <a:pt x="5642330" y="28575"/>
                  </a:lnTo>
                  <a:lnTo>
                    <a:pt x="5642330" y="0"/>
                  </a:lnTo>
                  <a:close/>
                </a:path>
                <a:path w="6400800" h="2362200">
                  <a:moveTo>
                    <a:pt x="5699442" y="2333625"/>
                  </a:moveTo>
                  <a:lnTo>
                    <a:pt x="5642292" y="2333625"/>
                  </a:lnTo>
                  <a:lnTo>
                    <a:pt x="5642292" y="2362200"/>
                  </a:lnTo>
                  <a:lnTo>
                    <a:pt x="5699442" y="2362200"/>
                  </a:lnTo>
                  <a:lnTo>
                    <a:pt x="5699442" y="2333625"/>
                  </a:lnTo>
                  <a:close/>
                </a:path>
                <a:path w="6400800" h="2362200">
                  <a:moveTo>
                    <a:pt x="5727954" y="0"/>
                  </a:moveTo>
                  <a:lnTo>
                    <a:pt x="5670804" y="0"/>
                  </a:lnTo>
                  <a:lnTo>
                    <a:pt x="5670804" y="28575"/>
                  </a:lnTo>
                  <a:lnTo>
                    <a:pt x="5727954" y="28575"/>
                  </a:lnTo>
                  <a:lnTo>
                    <a:pt x="5727954" y="0"/>
                  </a:lnTo>
                  <a:close/>
                </a:path>
                <a:path w="6400800" h="2362200">
                  <a:moveTo>
                    <a:pt x="5785066" y="2333625"/>
                  </a:moveTo>
                  <a:lnTo>
                    <a:pt x="5727916" y="2333625"/>
                  </a:lnTo>
                  <a:lnTo>
                    <a:pt x="5727916" y="2362200"/>
                  </a:lnTo>
                  <a:lnTo>
                    <a:pt x="5785066" y="2362200"/>
                  </a:lnTo>
                  <a:lnTo>
                    <a:pt x="5785066" y="2333625"/>
                  </a:lnTo>
                  <a:close/>
                </a:path>
                <a:path w="6400800" h="2362200">
                  <a:moveTo>
                    <a:pt x="5813590" y="0"/>
                  </a:moveTo>
                  <a:lnTo>
                    <a:pt x="5756440" y="0"/>
                  </a:lnTo>
                  <a:lnTo>
                    <a:pt x="5756440" y="28575"/>
                  </a:lnTo>
                  <a:lnTo>
                    <a:pt x="5813590" y="28575"/>
                  </a:lnTo>
                  <a:lnTo>
                    <a:pt x="5813590" y="0"/>
                  </a:lnTo>
                  <a:close/>
                </a:path>
                <a:path w="6400800" h="2362200">
                  <a:moveTo>
                    <a:pt x="5870702" y="2333625"/>
                  </a:moveTo>
                  <a:lnTo>
                    <a:pt x="5813552" y="2333625"/>
                  </a:lnTo>
                  <a:lnTo>
                    <a:pt x="5813552" y="2362200"/>
                  </a:lnTo>
                  <a:lnTo>
                    <a:pt x="5870702" y="2362200"/>
                  </a:lnTo>
                  <a:lnTo>
                    <a:pt x="5870702" y="2333625"/>
                  </a:lnTo>
                  <a:close/>
                </a:path>
                <a:path w="6400800" h="2362200">
                  <a:moveTo>
                    <a:pt x="5899213" y="0"/>
                  </a:moveTo>
                  <a:lnTo>
                    <a:pt x="5842063" y="0"/>
                  </a:lnTo>
                  <a:lnTo>
                    <a:pt x="5842063" y="28575"/>
                  </a:lnTo>
                  <a:lnTo>
                    <a:pt x="5899213" y="28575"/>
                  </a:lnTo>
                  <a:lnTo>
                    <a:pt x="5899213" y="0"/>
                  </a:lnTo>
                  <a:close/>
                </a:path>
                <a:path w="6400800" h="2362200">
                  <a:moveTo>
                    <a:pt x="5956325" y="2333625"/>
                  </a:moveTo>
                  <a:lnTo>
                    <a:pt x="5899175" y="2333625"/>
                  </a:lnTo>
                  <a:lnTo>
                    <a:pt x="5899175" y="2362200"/>
                  </a:lnTo>
                  <a:lnTo>
                    <a:pt x="5956325" y="2362200"/>
                  </a:lnTo>
                  <a:lnTo>
                    <a:pt x="5956325" y="2333625"/>
                  </a:lnTo>
                  <a:close/>
                </a:path>
                <a:path w="6400800" h="2362200">
                  <a:moveTo>
                    <a:pt x="5984849" y="0"/>
                  </a:moveTo>
                  <a:lnTo>
                    <a:pt x="5927699" y="0"/>
                  </a:lnTo>
                  <a:lnTo>
                    <a:pt x="5927699" y="28575"/>
                  </a:lnTo>
                  <a:lnTo>
                    <a:pt x="5984849" y="28575"/>
                  </a:lnTo>
                  <a:lnTo>
                    <a:pt x="5984849" y="0"/>
                  </a:lnTo>
                  <a:close/>
                </a:path>
                <a:path w="6400800" h="2362200">
                  <a:moveTo>
                    <a:pt x="6041961" y="2333625"/>
                  </a:moveTo>
                  <a:lnTo>
                    <a:pt x="5984811" y="2333625"/>
                  </a:lnTo>
                  <a:lnTo>
                    <a:pt x="5984811" y="2362200"/>
                  </a:lnTo>
                  <a:lnTo>
                    <a:pt x="6041961" y="2362200"/>
                  </a:lnTo>
                  <a:lnTo>
                    <a:pt x="6041961" y="2333625"/>
                  </a:lnTo>
                  <a:close/>
                </a:path>
                <a:path w="6400800" h="2362200">
                  <a:moveTo>
                    <a:pt x="6070473" y="0"/>
                  </a:moveTo>
                  <a:lnTo>
                    <a:pt x="6013323" y="0"/>
                  </a:lnTo>
                  <a:lnTo>
                    <a:pt x="6013323" y="28575"/>
                  </a:lnTo>
                  <a:lnTo>
                    <a:pt x="6070473" y="28575"/>
                  </a:lnTo>
                  <a:lnTo>
                    <a:pt x="6070473" y="0"/>
                  </a:lnTo>
                  <a:close/>
                </a:path>
                <a:path w="6400800" h="2362200">
                  <a:moveTo>
                    <a:pt x="6127585" y="2333625"/>
                  </a:moveTo>
                  <a:lnTo>
                    <a:pt x="6070435" y="2333625"/>
                  </a:lnTo>
                  <a:lnTo>
                    <a:pt x="6070435" y="2362200"/>
                  </a:lnTo>
                  <a:lnTo>
                    <a:pt x="6127585" y="2362200"/>
                  </a:lnTo>
                  <a:lnTo>
                    <a:pt x="6127585" y="2333625"/>
                  </a:lnTo>
                  <a:close/>
                </a:path>
                <a:path w="6400800" h="2362200">
                  <a:moveTo>
                    <a:pt x="6156109" y="0"/>
                  </a:moveTo>
                  <a:lnTo>
                    <a:pt x="6098959" y="0"/>
                  </a:lnTo>
                  <a:lnTo>
                    <a:pt x="6098959" y="28575"/>
                  </a:lnTo>
                  <a:lnTo>
                    <a:pt x="6156109" y="28575"/>
                  </a:lnTo>
                  <a:lnTo>
                    <a:pt x="6156109" y="0"/>
                  </a:lnTo>
                  <a:close/>
                </a:path>
                <a:path w="6400800" h="2362200">
                  <a:moveTo>
                    <a:pt x="6213208" y="2362060"/>
                  </a:moveTo>
                  <a:lnTo>
                    <a:pt x="6212764" y="2333625"/>
                  </a:lnTo>
                  <a:lnTo>
                    <a:pt x="6156071" y="2333625"/>
                  </a:lnTo>
                  <a:lnTo>
                    <a:pt x="6156071" y="2362200"/>
                  </a:lnTo>
                  <a:lnTo>
                    <a:pt x="6210300" y="2362200"/>
                  </a:lnTo>
                  <a:lnTo>
                    <a:pt x="6213208" y="2362060"/>
                  </a:lnTo>
                  <a:close/>
                </a:path>
                <a:path w="6400800" h="2362200">
                  <a:moveTo>
                    <a:pt x="6242367" y="2870"/>
                  </a:moveTo>
                  <a:lnTo>
                    <a:pt x="6229070" y="914"/>
                  </a:lnTo>
                  <a:lnTo>
                    <a:pt x="6210300" y="0"/>
                  </a:lnTo>
                  <a:lnTo>
                    <a:pt x="6184582" y="0"/>
                  </a:lnTo>
                  <a:lnTo>
                    <a:pt x="6184582" y="28575"/>
                  </a:lnTo>
                  <a:lnTo>
                    <a:pt x="6210300" y="28575"/>
                  </a:lnTo>
                  <a:lnTo>
                    <a:pt x="6226251" y="29349"/>
                  </a:lnTo>
                  <a:lnTo>
                    <a:pt x="6237554" y="31026"/>
                  </a:lnTo>
                  <a:lnTo>
                    <a:pt x="6242367" y="2870"/>
                  </a:lnTo>
                  <a:close/>
                </a:path>
                <a:path w="6400800" h="2362200">
                  <a:moveTo>
                    <a:pt x="6300013" y="2339771"/>
                  </a:moveTo>
                  <a:lnTo>
                    <a:pt x="6286551" y="2314562"/>
                  </a:lnTo>
                  <a:lnTo>
                    <a:pt x="6272276" y="2321306"/>
                  </a:lnTo>
                  <a:lnTo>
                    <a:pt x="6257239" y="2326703"/>
                  </a:lnTo>
                  <a:lnTo>
                    <a:pt x="6241897" y="2330551"/>
                  </a:lnTo>
                  <a:lnTo>
                    <a:pt x="6237516" y="2331199"/>
                  </a:lnTo>
                  <a:lnTo>
                    <a:pt x="6242316" y="2359342"/>
                  </a:lnTo>
                  <a:lnTo>
                    <a:pt x="6247473" y="2358580"/>
                  </a:lnTo>
                  <a:lnTo>
                    <a:pt x="6265519" y="2354046"/>
                  </a:lnTo>
                  <a:lnTo>
                    <a:pt x="6283210" y="2347709"/>
                  </a:lnTo>
                  <a:lnTo>
                    <a:pt x="6300013" y="2339771"/>
                  </a:lnTo>
                  <a:close/>
                </a:path>
                <a:path w="6400800" h="2362200">
                  <a:moveTo>
                    <a:pt x="6325375" y="38925"/>
                  </a:moveTo>
                  <a:lnTo>
                    <a:pt x="6316167" y="32080"/>
                  </a:lnTo>
                  <a:lnTo>
                    <a:pt x="6300190" y="22529"/>
                  </a:lnTo>
                  <a:lnTo>
                    <a:pt x="6283210" y="14503"/>
                  </a:lnTo>
                  <a:lnTo>
                    <a:pt x="6272123" y="10528"/>
                  </a:lnTo>
                  <a:lnTo>
                    <a:pt x="6262852" y="37528"/>
                  </a:lnTo>
                  <a:lnTo>
                    <a:pt x="6272276" y="40906"/>
                  </a:lnTo>
                  <a:lnTo>
                    <a:pt x="6286716" y="47726"/>
                  </a:lnTo>
                  <a:lnTo>
                    <a:pt x="6300279" y="55841"/>
                  </a:lnTo>
                  <a:lnTo>
                    <a:pt x="6308102" y="61658"/>
                  </a:lnTo>
                  <a:lnTo>
                    <a:pt x="6325375" y="38925"/>
                  </a:lnTo>
                  <a:close/>
                </a:path>
                <a:path w="6400800" h="2362200">
                  <a:moveTo>
                    <a:pt x="6367488" y="2279243"/>
                  </a:moveTo>
                  <a:lnTo>
                    <a:pt x="6343904" y="2263114"/>
                  </a:lnTo>
                  <a:lnTo>
                    <a:pt x="6335535" y="2274379"/>
                  </a:lnTo>
                  <a:lnTo>
                    <a:pt x="6324803" y="2286203"/>
                  </a:lnTo>
                  <a:lnTo>
                    <a:pt x="6312979" y="2296934"/>
                  </a:lnTo>
                  <a:lnTo>
                    <a:pt x="6308077" y="2300579"/>
                  </a:lnTo>
                  <a:lnTo>
                    <a:pt x="6325336" y="2323325"/>
                  </a:lnTo>
                  <a:lnTo>
                    <a:pt x="6331102" y="2319032"/>
                  </a:lnTo>
                  <a:lnTo>
                    <a:pt x="6345009" y="2306409"/>
                  </a:lnTo>
                  <a:lnTo>
                    <a:pt x="6357633" y="2292502"/>
                  </a:lnTo>
                  <a:lnTo>
                    <a:pt x="6367488" y="2279243"/>
                  </a:lnTo>
                  <a:close/>
                </a:path>
                <a:path w="6400800" h="2362200">
                  <a:moveTo>
                    <a:pt x="6382296" y="109131"/>
                  </a:moveTo>
                  <a:lnTo>
                    <a:pt x="6378232" y="100533"/>
                  </a:lnTo>
                  <a:lnTo>
                    <a:pt x="6368732" y="84645"/>
                  </a:lnTo>
                  <a:lnTo>
                    <a:pt x="6357633" y="69710"/>
                  </a:lnTo>
                  <a:lnTo>
                    <a:pt x="6348133" y="59245"/>
                  </a:lnTo>
                  <a:lnTo>
                    <a:pt x="6327457" y="78930"/>
                  </a:lnTo>
                  <a:lnTo>
                    <a:pt x="6335535" y="87833"/>
                  </a:lnTo>
                  <a:lnTo>
                    <a:pt x="6344971" y="100533"/>
                  </a:lnTo>
                  <a:lnTo>
                    <a:pt x="6353086" y="114096"/>
                  </a:lnTo>
                  <a:lnTo>
                    <a:pt x="6356502" y="121335"/>
                  </a:lnTo>
                  <a:lnTo>
                    <a:pt x="6382296" y="109131"/>
                  </a:lnTo>
                  <a:close/>
                </a:path>
                <a:path w="6400800" h="2362200">
                  <a:moveTo>
                    <a:pt x="6399276" y="2194661"/>
                  </a:moveTo>
                  <a:lnTo>
                    <a:pt x="6370929" y="2191207"/>
                  </a:lnTo>
                  <a:lnTo>
                    <a:pt x="6369151" y="2203297"/>
                  </a:lnTo>
                  <a:lnTo>
                    <a:pt x="6365291" y="2218639"/>
                  </a:lnTo>
                  <a:lnTo>
                    <a:pt x="6359906" y="2233676"/>
                  </a:lnTo>
                  <a:lnTo>
                    <a:pt x="6356490" y="2240915"/>
                  </a:lnTo>
                  <a:lnTo>
                    <a:pt x="6382283" y="2253132"/>
                  </a:lnTo>
                  <a:lnTo>
                    <a:pt x="6386309" y="2244610"/>
                  </a:lnTo>
                  <a:lnTo>
                    <a:pt x="6392646" y="2226919"/>
                  </a:lnTo>
                  <a:lnTo>
                    <a:pt x="6397180" y="2208873"/>
                  </a:lnTo>
                  <a:lnTo>
                    <a:pt x="6399276" y="2194661"/>
                  </a:lnTo>
                  <a:close/>
                </a:path>
                <a:path w="6400800" h="2362200">
                  <a:moveTo>
                    <a:pt x="6400800" y="2108720"/>
                  </a:moveTo>
                  <a:lnTo>
                    <a:pt x="6372225" y="2108720"/>
                  </a:lnTo>
                  <a:lnTo>
                    <a:pt x="6372225" y="2165870"/>
                  </a:lnTo>
                  <a:lnTo>
                    <a:pt x="6400800" y="2165870"/>
                  </a:lnTo>
                  <a:lnTo>
                    <a:pt x="6400800" y="2108720"/>
                  </a:lnTo>
                  <a:close/>
                </a:path>
                <a:path w="6400800" h="2362200">
                  <a:moveTo>
                    <a:pt x="6400800" y="2023084"/>
                  </a:moveTo>
                  <a:lnTo>
                    <a:pt x="6372225" y="2023084"/>
                  </a:lnTo>
                  <a:lnTo>
                    <a:pt x="6372225" y="2080234"/>
                  </a:lnTo>
                  <a:lnTo>
                    <a:pt x="6400800" y="2080234"/>
                  </a:lnTo>
                  <a:lnTo>
                    <a:pt x="6400800" y="2023084"/>
                  </a:lnTo>
                  <a:close/>
                </a:path>
                <a:path w="6400800" h="2362200">
                  <a:moveTo>
                    <a:pt x="6400800" y="1937461"/>
                  </a:moveTo>
                  <a:lnTo>
                    <a:pt x="6372225" y="1937461"/>
                  </a:lnTo>
                  <a:lnTo>
                    <a:pt x="6372225" y="1994611"/>
                  </a:lnTo>
                  <a:lnTo>
                    <a:pt x="6400800" y="1994611"/>
                  </a:lnTo>
                  <a:lnTo>
                    <a:pt x="6400800" y="1937461"/>
                  </a:lnTo>
                  <a:close/>
                </a:path>
                <a:path w="6400800" h="2362200">
                  <a:moveTo>
                    <a:pt x="6400800" y="1851825"/>
                  </a:moveTo>
                  <a:lnTo>
                    <a:pt x="6372225" y="1851825"/>
                  </a:lnTo>
                  <a:lnTo>
                    <a:pt x="6372225" y="1908975"/>
                  </a:lnTo>
                  <a:lnTo>
                    <a:pt x="6400800" y="1908975"/>
                  </a:lnTo>
                  <a:lnTo>
                    <a:pt x="6400800" y="1851825"/>
                  </a:lnTo>
                  <a:close/>
                </a:path>
                <a:path w="6400800" h="2362200">
                  <a:moveTo>
                    <a:pt x="6400800" y="1766201"/>
                  </a:moveTo>
                  <a:lnTo>
                    <a:pt x="6372225" y="1766201"/>
                  </a:lnTo>
                  <a:lnTo>
                    <a:pt x="6372225" y="1823351"/>
                  </a:lnTo>
                  <a:lnTo>
                    <a:pt x="6400800" y="1823351"/>
                  </a:lnTo>
                  <a:lnTo>
                    <a:pt x="6400800" y="1766201"/>
                  </a:lnTo>
                  <a:close/>
                </a:path>
                <a:path w="6400800" h="2362200">
                  <a:moveTo>
                    <a:pt x="6400800" y="1680565"/>
                  </a:moveTo>
                  <a:lnTo>
                    <a:pt x="6372225" y="1680565"/>
                  </a:lnTo>
                  <a:lnTo>
                    <a:pt x="6372225" y="1737715"/>
                  </a:lnTo>
                  <a:lnTo>
                    <a:pt x="6400800" y="1737715"/>
                  </a:lnTo>
                  <a:lnTo>
                    <a:pt x="6400800" y="1680565"/>
                  </a:lnTo>
                  <a:close/>
                </a:path>
                <a:path w="6400800" h="2362200">
                  <a:moveTo>
                    <a:pt x="6400800" y="1594942"/>
                  </a:moveTo>
                  <a:lnTo>
                    <a:pt x="6372225" y="1594942"/>
                  </a:lnTo>
                  <a:lnTo>
                    <a:pt x="6372225" y="1652092"/>
                  </a:lnTo>
                  <a:lnTo>
                    <a:pt x="6400800" y="1652092"/>
                  </a:lnTo>
                  <a:lnTo>
                    <a:pt x="6400800" y="1594942"/>
                  </a:lnTo>
                  <a:close/>
                </a:path>
                <a:path w="6400800" h="2362200">
                  <a:moveTo>
                    <a:pt x="6400800" y="1509306"/>
                  </a:moveTo>
                  <a:lnTo>
                    <a:pt x="6372225" y="1509306"/>
                  </a:lnTo>
                  <a:lnTo>
                    <a:pt x="6372225" y="1566456"/>
                  </a:lnTo>
                  <a:lnTo>
                    <a:pt x="6400800" y="1566456"/>
                  </a:lnTo>
                  <a:lnTo>
                    <a:pt x="6400800" y="1509306"/>
                  </a:lnTo>
                  <a:close/>
                </a:path>
                <a:path w="6400800" h="2362200">
                  <a:moveTo>
                    <a:pt x="6400800" y="1423682"/>
                  </a:moveTo>
                  <a:lnTo>
                    <a:pt x="6372225" y="1423682"/>
                  </a:lnTo>
                  <a:lnTo>
                    <a:pt x="6372225" y="1480832"/>
                  </a:lnTo>
                  <a:lnTo>
                    <a:pt x="6400800" y="1480832"/>
                  </a:lnTo>
                  <a:lnTo>
                    <a:pt x="6400800" y="1423682"/>
                  </a:lnTo>
                  <a:close/>
                </a:path>
                <a:path w="6400800" h="2362200">
                  <a:moveTo>
                    <a:pt x="6400800" y="1338046"/>
                  </a:moveTo>
                  <a:lnTo>
                    <a:pt x="6372225" y="1338046"/>
                  </a:lnTo>
                  <a:lnTo>
                    <a:pt x="6372225" y="1395196"/>
                  </a:lnTo>
                  <a:lnTo>
                    <a:pt x="6400800" y="1395196"/>
                  </a:lnTo>
                  <a:lnTo>
                    <a:pt x="6400800" y="1338046"/>
                  </a:lnTo>
                  <a:close/>
                </a:path>
                <a:path w="6400800" h="2362200">
                  <a:moveTo>
                    <a:pt x="6400800" y="1252423"/>
                  </a:moveTo>
                  <a:lnTo>
                    <a:pt x="6372225" y="1252423"/>
                  </a:lnTo>
                  <a:lnTo>
                    <a:pt x="6372225" y="1309573"/>
                  </a:lnTo>
                  <a:lnTo>
                    <a:pt x="6400800" y="1309573"/>
                  </a:lnTo>
                  <a:lnTo>
                    <a:pt x="6400800" y="1252423"/>
                  </a:lnTo>
                  <a:close/>
                </a:path>
                <a:path w="6400800" h="2362200">
                  <a:moveTo>
                    <a:pt x="6400800" y="1166787"/>
                  </a:moveTo>
                  <a:lnTo>
                    <a:pt x="6372225" y="1166787"/>
                  </a:lnTo>
                  <a:lnTo>
                    <a:pt x="6372225" y="1223937"/>
                  </a:lnTo>
                  <a:lnTo>
                    <a:pt x="6400800" y="1223937"/>
                  </a:lnTo>
                  <a:lnTo>
                    <a:pt x="6400800" y="1166787"/>
                  </a:lnTo>
                  <a:close/>
                </a:path>
                <a:path w="6400800" h="2362200">
                  <a:moveTo>
                    <a:pt x="6400800" y="1081163"/>
                  </a:moveTo>
                  <a:lnTo>
                    <a:pt x="6372225" y="1081163"/>
                  </a:lnTo>
                  <a:lnTo>
                    <a:pt x="6372225" y="1138313"/>
                  </a:lnTo>
                  <a:lnTo>
                    <a:pt x="6400800" y="1138313"/>
                  </a:lnTo>
                  <a:lnTo>
                    <a:pt x="6400800" y="1081163"/>
                  </a:lnTo>
                  <a:close/>
                </a:path>
                <a:path w="6400800" h="2362200">
                  <a:moveTo>
                    <a:pt x="6400800" y="995527"/>
                  </a:moveTo>
                  <a:lnTo>
                    <a:pt x="6372225" y="995527"/>
                  </a:lnTo>
                  <a:lnTo>
                    <a:pt x="6372225" y="1052677"/>
                  </a:lnTo>
                  <a:lnTo>
                    <a:pt x="6400800" y="1052677"/>
                  </a:lnTo>
                  <a:lnTo>
                    <a:pt x="6400800" y="995527"/>
                  </a:lnTo>
                  <a:close/>
                </a:path>
                <a:path w="6400800" h="2362200">
                  <a:moveTo>
                    <a:pt x="6400800" y="909904"/>
                  </a:moveTo>
                  <a:lnTo>
                    <a:pt x="6372225" y="909904"/>
                  </a:lnTo>
                  <a:lnTo>
                    <a:pt x="6372225" y="967054"/>
                  </a:lnTo>
                  <a:lnTo>
                    <a:pt x="6400800" y="967054"/>
                  </a:lnTo>
                  <a:lnTo>
                    <a:pt x="6400800" y="909904"/>
                  </a:lnTo>
                  <a:close/>
                </a:path>
                <a:path w="6400800" h="2362200">
                  <a:moveTo>
                    <a:pt x="6400800" y="824268"/>
                  </a:moveTo>
                  <a:lnTo>
                    <a:pt x="6372225" y="824268"/>
                  </a:lnTo>
                  <a:lnTo>
                    <a:pt x="6372225" y="881418"/>
                  </a:lnTo>
                  <a:lnTo>
                    <a:pt x="6400800" y="881418"/>
                  </a:lnTo>
                  <a:lnTo>
                    <a:pt x="6400800" y="824268"/>
                  </a:lnTo>
                  <a:close/>
                </a:path>
                <a:path w="6400800" h="2362200">
                  <a:moveTo>
                    <a:pt x="6400800" y="738644"/>
                  </a:moveTo>
                  <a:lnTo>
                    <a:pt x="6372225" y="738644"/>
                  </a:lnTo>
                  <a:lnTo>
                    <a:pt x="6372225" y="795794"/>
                  </a:lnTo>
                  <a:lnTo>
                    <a:pt x="6400800" y="795794"/>
                  </a:lnTo>
                  <a:lnTo>
                    <a:pt x="6400800" y="738644"/>
                  </a:lnTo>
                  <a:close/>
                </a:path>
                <a:path w="6400800" h="2362200">
                  <a:moveTo>
                    <a:pt x="6400800" y="653008"/>
                  </a:moveTo>
                  <a:lnTo>
                    <a:pt x="6372225" y="653008"/>
                  </a:lnTo>
                  <a:lnTo>
                    <a:pt x="6372225" y="710158"/>
                  </a:lnTo>
                  <a:lnTo>
                    <a:pt x="6400800" y="710158"/>
                  </a:lnTo>
                  <a:lnTo>
                    <a:pt x="6400800" y="653008"/>
                  </a:lnTo>
                  <a:close/>
                </a:path>
                <a:path w="6400800" h="2362200">
                  <a:moveTo>
                    <a:pt x="6400800" y="567385"/>
                  </a:moveTo>
                  <a:lnTo>
                    <a:pt x="6372225" y="567385"/>
                  </a:lnTo>
                  <a:lnTo>
                    <a:pt x="6372225" y="624535"/>
                  </a:lnTo>
                  <a:lnTo>
                    <a:pt x="6400800" y="624535"/>
                  </a:lnTo>
                  <a:lnTo>
                    <a:pt x="6400800" y="567385"/>
                  </a:lnTo>
                  <a:close/>
                </a:path>
                <a:path w="6400800" h="2362200">
                  <a:moveTo>
                    <a:pt x="6400800" y="481749"/>
                  </a:moveTo>
                  <a:lnTo>
                    <a:pt x="6372225" y="481749"/>
                  </a:lnTo>
                  <a:lnTo>
                    <a:pt x="6372225" y="538899"/>
                  </a:lnTo>
                  <a:lnTo>
                    <a:pt x="6400800" y="538899"/>
                  </a:lnTo>
                  <a:lnTo>
                    <a:pt x="6400800" y="481749"/>
                  </a:lnTo>
                  <a:close/>
                </a:path>
                <a:path w="6400800" h="2362200">
                  <a:moveTo>
                    <a:pt x="6400800" y="396125"/>
                  </a:moveTo>
                  <a:lnTo>
                    <a:pt x="6372225" y="396125"/>
                  </a:lnTo>
                  <a:lnTo>
                    <a:pt x="6372225" y="453275"/>
                  </a:lnTo>
                  <a:lnTo>
                    <a:pt x="6400800" y="453275"/>
                  </a:lnTo>
                  <a:lnTo>
                    <a:pt x="6400800" y="396125"/>
                  </a:lnTo>
                  <a:close/>
                </a:path>
                <a:path w="6400800" h="2362200">
                  <a:moveTo>
                    <a:pt x="6400800" y="310489"/>
                  </a:moveTo>
                  <a:lnTo>
                    <a:pt x="6372225" y="310489"/>
                  </a:lnTo>
                  <a:lnTo>
                    <a:pt x="6372225" y="367639"/>
                  </a:lnTo>
                  <a:lnTo>
                    <a:pt x="6400800" y="367639"/>
                  </a:lnTo>
                  <a:lnTo>
                    <a:pt x="6400800" y="310489"/>
                  </a:lnTo>
                  <a:close/>
                </a:path>
                <a:path w="6400800" h="2362200">
                  <a:moveTo>
                    <a:pt x="6400800" y="224866"/>
                  </a:moveTo>
                  <a:lnTo>
                    <a:pt x="6372225" y="224866"/>
                  </a:lnTo>
                  <a:lnTo>
                    <a:pt x="6372225" y="282016"/>
                  </a:lnTo>
                  <a:lnTo>
                    <a:pt x="6400800" y="282016"/>
                  </a:lnTo>
                  <a:lnTo>
                    <a:pt x="6400800" y="224866"/>
                  </a:lnTo>
                  <a:close/>
                </a:path>
                <a:path w="6400800" h="2362200">
                  <a:moveTo>
                    <a:pt x="6400800" y="190500"/>
                  </a:moveTo>
                  <a:lnTo>
                    <a:pt x="6399898" y="171742"/>
                  </a:lnTo>
                  <a:lnTo>
                    <a:pt x="6397180" y="153339"/>
                  </a:lnTo>
                  <a:lnTo>
                    <a:pt x="6393243" y="137680"/>
                  </a:lnTo>
                  <a:lnTo>
                    <a:pt x="6365811" y="145605"/>
                  </a:lnTo>
                  <a:lnTo>
                    <a:pt x="6369151" y="158915"/>
                  </a:lnTo>
                  <a:lnTo>
                    <a:pt x="6371463" y="174548"/>
                  </a:lnTo>
                  <a:lnTo>
                    <a:pt x="6372225" y="190500"/>
                  </a:lnTo>
                  <a:lnTo>
                    <a:pt x="6372225" y="196380"/>
                  </a:lnTo>
                  <a:lnTo>
                    <a:pt x="6400800" y="196380"/>
                  </a:lnTo>
                  <a:lnTo>
                    <a:pt x="6400800" y="190500"/>
                  </a:lnTo>
                  <a:close/>
                </a:path>
              </a:pathLst>
            </a:custGeom>
            <a:solidFill>
              <a:srgbClr val="29A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54812" y="2939097"/>
            <a:ext cx="332803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95" dirty="0">
                <a:solidFill>
                  <a:srgbClr val="0095B8"/>
                </a:solidFill>
                <a:latin typeface="Arial"/>
                <a:cs typeface="Arial"/>
              </a:rPr>
              <a:t>Вставь</a:t>
            </a:r>
            <a:r>
              <a:rPr sz="1250" b="1" spc="1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250" b="1" spc="170" dirty="0">
                <a:solidFill>
                  <a:srgbClr val="0095B8"/>
                </a:solidFill>
                <a:latin typeface="Arial"/>
                <a:cs typeface="Arial"/>
              </a:rPr>
              <a:t>скриншот</a:t>
            </a:r>
            <a:r>
              <a:rPr sz="1250" b="1" spc="1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250" b="1" spc="185" dirty="0">
                <a:solidFill>
                  <a:srgbClr val="0095B8"/>
                </a:solidFill>
                <a:latin typeface="Arial"/>
                <a:cs typeface="Arial"/>
              </a:rPr>
              <a:t>меню</a:t>
            </a:r>
            <a:r>
              <a:rPr sz="1250" b="1" spc="-4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250" b="1" spc="155" dirty="0">
                <a:solidFill>
                  <a:srgbClr val="0095B8"/>
                </a:solidFill>
                <a:latin typeface="Arial"/>
                <a:cs typeface="Arial"/>
              </a:rPr>
              <a:t>или</a:t>
            </a:r>
            <a:r>
              <a:rPr sz="1250" b="1" spc="8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250" b="1" spc="100" dirty="0">
                <a:solidFill>
                  <a:srgbClr val="0095B8"/>
                </a:solidFill>
                <a:latin typeface="Arial"/>
                <a:cs typeface="Arial"/>
              </a:rPr>
              <a:t>начала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9600" y="2432049"/>
            <a:ext cx="381000" cy="3365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219699" y="4124324"/>
            <a:ext cx="6400800" cy="2352675"/>
            <a:chOff x="5219699" y="4124324"/>
            <a:chExt cx="6400800" cy="2352675"/>
          </a:xfrm>
        </p:grpSpPr>
        <p:sp>
          <p:nvSpPr>
            <p:cNvPr id="19" name="object 19"/>
            <p:cNvSpPr/>
            <p:nvPr/>
          </p:nvSpPr>
          <p:spPr>
            <a:xfrm>
              <a:off x="5219699" y="4124324"/>
              <a:ext cx="6400800" cy="2352675"/>
            </a:xfrm>
            <a:custGeom>
              <a:avLst/>
              <a:gdLst/>
              <a:ahLst/>
              <a:cxnLst/>
              <a:rect l="l" t="t" r="r" b="b"/>
              <a:pathLst>
                <a:path w="6400800" h="2352675">
                  <a:moveTo>
                    <a:pt x="6210299" y="2352674"/>
                  </a:moveTo>
                  <a:lnTo>
                    <a:pt x="190499" y="2352674"/>
                  </a:lnTo>
                  <a:lnTo>
                    <a:pt x="171733" y="2351768"/>
                  </a:lnTo>
                  <a:lnTo>
                    <a:pt x="117597" y="2338173"/>
                  </a:lnTo>
                  <a:lnTo>
                    <a:pt x="69706" y="2309506"/>
                  </a:lnTo>
                  <a:lnTo>
                    <a:pt x="32074" y="2268030"/>
                  </a:lnTo>
                  <a:lnTo>
                    <a:pt x="8156" y="2217391"/>
                  </a:lnTo>
                  <a:lnTo>
                    <a:pt x="0" y="2162174"/>
                  </a:lnTo>
                  <a:lnTo>
                    <a:pt x="0" y="190499"/>
                  </a:lnTo>
                  <a:lnTo>
                    <a:pt x="8156" y="135282"/>
                  </a:lnTo>
                  <a:lnTo>
                    <a:pt x="32074" y="84643"/>
                  </a:lnTo>
                  <a:lnTo>
                    <a:pt x="69706" y="43166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6210299" y="0"/>
                  </a:lnTo>
                  <a:lnTo>
                    <a:pt x="6265515" y="8156"/>
                  </a:lnTo>
                  <a:lnTo>
                    <a:pt x="6316154" y="32074"/>
                  </a:lnTo>
                  <a:lnTo>
                    <a:pt x="6357631" y="69706"/>
                  </a:lnTo>
                  <a:lnTo>
                    <a:pt x="6386297" y="117598"/>
                  </a:lnTo>
                  <a:lnTo>
                    <a:pt x="6399892" y="171733"/>
                  </a:lnTo>
                  <a:lnTo>
                    <a:pt x="6400799" y="190499"/>
                  </a:lnTo>
                  <a:lnTo>
                    <a:pt x="6400799" y="2162174"/>
                  </a:lnTo>
                  <a:lnTo>
                    <a:pt x="6392641" y="2217391"/>
                  </a:lnTo>
                  <a:lnTo>
                    <a:pt x="6368723" y="2268030"/>
                  </a:lnTo>
                  <a:lnTo>
                    <a:pt x="6331092" y="2309506"/>
                  </a:lnTo>
                  <a:lnTo>
                    <a:pt x="6283197" y="2338173"/>
                  </a:lnTo>
                  <a:lnTo>
                    <a:pt x="6229065" y="2351768"/>
                  </a:lnTo>
                  <a:lnTo>
                    <a:pt x="6210299" y="2352674"/>
                  </a:lnTo>
                  <a:close/>
                </a:path>
              </a:pathLst>
            </a:custGeom>
            <a:solidFill>
              <a:srgbClr val="E6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19687" y="4124324"/>
              <a:ext cx="6400800" cy="2352675"/>
            </a:xfrm>
            <a:custGeom>
              <a:avLst/>
              <a:gdLst/>
              <a:ahLst/>
              <a:cxnLst/>
              <a:rect l="l" t="t" r="r" b="b"/>
              <a:pathLst>
                <a:path w="6400800" h="2352675">
                  <a:moveTo>
                    <a:pt x="28575" y="2080628"/>
                  </a:moveTo>
                  <a:lnTo>
                    <a:pt x="0" y="2080628"/>
                  </a:lnTo>
                  <a:lnTo>
                    <a:pt x="0" y="2137778"/>
                  </a:lnTo>
                  <a:lnTo>
                    <a:pt x="28575" y="2137778"/>
                  </a:lnTo>
                  <a:lnTo>
                    <a:pt x="28575" y="2080628"/>
                  </a:lnTo>
                  <a:close/>
                </a:path>
                <a:path w="6400800" h="2352675">
                  <a:moveTo>
                    <a:pt x="28575" y="1995093"/>
                  </a:moveTo>
                  <a:lnTo>
                    <a:pt x="0" y="1995093"/>
                  </a:lnTo>
                  <a:lnTo>
                    <a:pt x="0" y="2052243"/>
                  </a:lnTo>
                  <a:lnTo>
                    <a:pt x="28575" y="2052243"/>
                  </a:lnTo>
                  <a:lnTo>
                    <a:pt x="28575" y="1995093"/>
                  </a:lnTo>
                  <a:close/>
                </a:path>
                <a:path w="6400800" h="2352675">
                  <a:moveTo>
                    <a:pt x="28575" y="1909559"/>
                  </a:moveTo>
                  <a:lnTo>
                    <a:pt x="0" y="1909559"/>
                  </a:lnTo>
                  <a:lnTo>
                    <a:pt x="0" y="1966709"/>
                  </a:lnTo>
                  <a:lnTo>
                    <a:pt x="28575" y="1966709"/>
                  </a:lnTo>
                  <a:lnTo>
                    <a:pt x="28575" y="1909559"/>
                  </a:lnTo>
                  <a:close/>
                </a:path>
                <a:path w="6400800" h="2352675">
                  <a:moveTo>
                    <a:pt x="28575" y="1824024"/>
                  </a:moveTo>
                  <a:lnTo>
                    <a:pt x="0" y="1824024"/>
                  </a:lnTo>
                  <a:lnTo>
                    <a:pt x="0" y="1881174"/>
                  </a:lnTo>
                  <a:lnTo>
                    <a:pt x="28575" y="1881174"/>
                  </a:lnTo>
                  <a:lnTo>
                    <a:pt x="28575" y="1824024"/>
                  </a:lnTo>
                  <a:close/>
                </a:path>
                <a:path w="6400800" h="2352675">
                  <a:moveTo>
                    <a:pt x="28575" y="1738490"/>
                  </a:moveTo>
                  <a:lnTo>
                    <a:pt x="0" y="1738490"/>
                  </a:lnTo>
                  <a:lnTo>
                    <a:pt x="0" y="1795640"/>
                  </a:lnTo>
                  <a:lnTo>
                    <a:pt x="28575" y="1795640"/>
                  </a:lnTo>
                  <a:lnTo>
                    <a:pt x="28575" y="1738490"/>
                  </a:lnTo>
                  <a:close/>
                </a:path>
                <a:path w="6400800" h="2352675">
                  <a:moveTo>
                    <a:pt x="28575" y="1652955"/>
                  </a:moveTo>
                  <a:lnTo>
                    <a:pt x="0" y="1652955"/>
                  </a:lnTo>
                  <a:lnTo>
                    <a:pt x="0" y="1710105"/>
                  </a:lnTo>
                  <a:lnTo>
                    <a:pt x="28575" y="1710105"/>
                  </a:lnTo>
                  <a:lnTo>
                    <a:pt x="28575" y="1652955"/>
                  </a:lnTo>
                  <a:close/>
                </a:path>
                <a:path w="6400800" h="2352675">
                  <a:moveTo>
                    <a:pt x="28575" y="1567421"/>
                  </a:moveTo>
                  <a:lnTo>
                    <a:pt x="0" y="1567421"/>
                  </a:lnTo>
                  <a:lnTo>
                    <a:pt x="0" y="1624571"/>
                  </a:lnTo>
                  <a:lnTo>
                    <a:pt x="28575" y="1624571"/>
                  </a:lnTo>
                  <a:lnTo>
                    <a:pt x="28575" y="1567421"/>
                  </a:lnTo>
                  <a:close/>
                </a:path>
                <a:path w="6400800" h="2352675">
                  <a:moveTo>
                    <a:pt x="28575" y="1481886"/>
                  </a:moveTo>
                  <a:lnTo>
                    <a:pt x="0" y="1481886"/>
                  </a:lnTo>
                  <a:lnTo>
                    <a:pt x="0" y="1539036"/>
                  </a:lnTo>
                  <a:lnTo>
                    <a:pt x="28575" y="1539036"/>
                  </a:lnTo>
                  <a:lnTo>
                    <a:pt x="28575" y="1481886"/>
                  </a:lnTo>
                  <a:close/>
                </a:path>
                <a:path w="6400800" h="2352675">
                  <a:moveTo>
                    <a:pt x="28575" y="1396352"/>
                  </a:moveTo>
                  <a:lnTo>
                    <a:pt x="0" y="1396352"/>
                  </a:lnTo>
                  <a:lnTo>
                    <a:pt x="0" y="1453502"/>
                  </a:lnTo>
                  <a:lnTo>
                    <a:pt x="28575" y="1453502"/>
                  </a:lnTo>
                  <a:lnTo>
                    <a:pt x="28575" y="1396352"/>
                  </a:lnTo>
                  <a:close/>
                </a:path>
                <a:path w="6400800" h="2352675">
                  <a:moveTo>
                    <a:pt x="28575" y="1310817"/>
                  </a:moveTo>
                  <a:lnTo>
                    <a:pt x="0" y="1310817"/>
                  </a:lnTo>
                  <a:lnTo>
                    <a:pt x="0" y="1367967"/>
                  </a:lnTo>
                  <a:lnTo>
                    <a:pt x="28575" y="1367967"/>
                  </a:lnTo>
                  <a:lnTo>
                    <a:pt x="28575" y="1310817"/>
                  </a:lnTo>
                  <a:close/>
                </a:path>
                <a:path w="6400800" h="2352675">
                  <a:moveTo>
                    <a:pt x="28575" y="1225283"/>
                  </a:moveTo>
                  <a:lnTo>
                    <a:pt x="0" y="1225283"/>
                  </a:lnTo>
                  <a:lnTo>
                    <a:pt x="0" y="1282433"/>
                  </a:lnTo>
                  <a:lnTo>
                    <a:pt x="28575" y="1282433"/>
                  </a:lnTo>
                  <a:lnTo>
                    <a:pt x="28575" y="1225283"/>
                  </a:lnTo>
                  <a:close/>
                </a:path>
                <a:path w="6400800" h="2352675">
                  <a:moveTo>
                    <a:pt x="28575" y="1139748"/>
                  </a:moveTo>
                  <a:lnTo>
                    <a:pt x="0" y="1139748"/>
                  </a:lnTo>
                  <a:lnTo>
                    <a:pt x="0" y="1196898"/>
                  </a:lnTo>
                  <a:lnTo>
                    <a:pt x="28575" y="1196898"/>
                  </a:lnTo>
                  <a:lnTo>
                    <a:pt x="28575" y="1139748"/>
                  </a:lnTo>
                  <a:close/>
                </a:path>
                <a:path w="6400800" h="2352675">
                  <a:moveTo>
                    <a:pt x="28575" y="1054214"/>
                  </a:moveTo>
                  <a:lnTo>
                    <a:pt x="0" y="1054214"/>
                  </a:lnTo>
                  <a:lnTo>
                    <a:pt x="0" y="1111364"/>
                  </a:lnTo>
                  <a:lnTo>
                    <a:pt x="28575" y="1111364"/>
                  </a:lnTo>
                  <a:lnTo>
                    <a:pt x="28575" y="1054214"/>
                  </a:lnTo>
                  <a:close/>
                </a:path>
                <a:path w="6400800" h="2352675">
                  <a:moveTo>
                    <a:pt x="28575" y="968679"/>
                  </a:moveTo>
                  <a:lnTo>
                    <a:pt x="0" y="968679"/>
                  </a:lnTo>
                  <a:lnTo>
                    <a:pt x="0" y="1025829"/>
                  </a:lnTo>
                  <a:lnTo>
                    <a:pt x="28575" y="1025829"/>
                  </a:lnTo>
                  <a:lnTo>
                    <a:pt x="28575" y="968679"/>
                  </a:lnTo>
                  <a:close/>
                </a:path>
                <a:path w="6400800" h="2352675">
                  <a:moveTo>
                    <a:pt x="28575" y="883145"/>
                  </a:moveTo>
                  <a:lnTo>
                    <a:pt x="0" y="883145"/>
                  </a:lnTo>
                  <a:lnTo>
                    <a:pt x="0" y="940295"/>
                  </a:lnTo>
                  <a:lnTo>
                    <a:pt x="28575" y="940295"/>
                  </a:lnTo>
                  <a:lnTo>
                    <a:pt x="28575" y="883145"/>
                  </a:lnTo>
                  <a:close/>
                </a:path>
                <a:path w="6400800" h="2352675">
                  <a:moveTo>
                    <a:pt x="28575" y="797610"/>
                  </a:moveTo>
                  <a:lnTo>
                    <a:pt x="0" y="797610"/>
                  </a:lnTo>
                  <a:lnTo>
                    <a:pt x="0" y="854760"/>
                  </a:lnTo>
                  <a:lnTo>
                    <a:pt x="28575" y="854760"/>
                  </a:lnTo>
                  <a:lnTo>
                    <a:pt x="28575" y="797610"/>
                  </a:lnTo>
                  <a:close/>
                </a:path>
                <a:path w="6400800" h="2352675">
                  <a:moveTo>
                    <a:pt x="28575" y="712076"/>
                  </a:moveTo>
                  <a:lnTo>
                    <a:pt x="0" y="712076"/>
                  </a:lnTo>
                  <a:lnTo>
                    <a:pt x="0" y="769226"/>
                  </a:lnTo>
                  <a:lnTo>
                    <a:pt x="28575" y="769226"/>
                  </a:lnTo>
                  <a:lnTo>
                    <a:pt x="28575" y="712076"/>
                  </a:lnTo>
                  <a:close/>
                </a:path>
                <a:path w="6400800" h="2352675">
                  <a:moveTo>
                    <a:pt x="28575" y="626541"/>
                  </a:moveTo>
                  <a:lnTo>
                    <a:pt x="0" y="626541"/>
                  </a:lnTo>
                  <a:lnTo>
                    <a:pt x="0" y="683691"/>
                  </a:lnTo>
                  <a:lnTo>
                    <a:pt x="28575" y="683691"/>
                  </a:lnTo>
                  <a:lnTo>
                    <a:pt x="28575" y="626541"/>
                  </a:lnTo>
                  <a:close/>
                </a:path>
                <a:path w="6400800" h="2352675">
                  <a:moveTo>
                    <a:pt x="28575" y="541007"/>
                  </a:moveTo>
                  <a:lnTo>
                    <a:pt x="0" y="541007"/>
                  </a:lnTo>
                  <a:lnTo>
                    <a:pt x="0" y="598157"/>
                  </a:lnTo>
                  <a:lnTo>
                    <a:pt x="28575" y="598157"/>
                  </a:lnTo>
                  <a:lnTo>
                    <a:pt x="28575" y="541007"/>
                  </a:lnTo>
                  <a:close/>
                </a:path>
                <a:path w="6400800" h="2352675">
                  <a:moveTo>
                    <a:pt x="28575" y="455472"/>
                  </a:moveTo>
                  <a:lnTo>
                    <a:pt x="0" y="455472"/>
                  </a:lnTo>
                  <a:lnTo>
                    <a:pt x="0" y="512622"/>
                  </a:lnTo>
                  <a:lnTo>
                    <a:pt x="28575" y="512622"/>
                  </a:lnTo>
                  <a:lnTo>
                    <a:pt x="28575" y="455472"/>
                  </a:lnTo>
                  <a:close/>
                </a:path>
                <a:path w="6400800" h="2352675">
                  <a:moveTo>
                    <a:pt x="28575" y="369938"/>
                  </a:moveTo>
                  <a:lnTo>
                    <a:pt x="0" y="369938"/>
                  </a:lnTo>
                  <a:lnTo>
                    <a:pt x="0" y="427088"/>
                  </a:lnTo>
                  <a:lnTo>
                    <a:pt x="28575" y="427088"/>
                  </a:lnTo>
                  <a:lnTo>
                    <a:pt x="28575" y="369938"/>
                  </a:lnTo>
                  <a:close/>
                </a:path>
                <a:path w="6400800" h="2352675">
                  <a:moveTo>
                    <a:pt x="28575" y="284403"/>
                  </a:moveTo>
                  <a:lnTo>
                    <a:pt x="0" y="284403"/>
                  </a:lnTo>
                  <a:lnTo>
                    <a:pt x="0" y="341553"/>
                  </a:lnTo>
                  <a:lnTo>
                    <a:pt x="28575" y="341553"/>
                  </a:lnTo>
                  <a:lnTo>
                    <a:pt x="28575" y="284403"/>
                  </a:lnTo>
                  <a:close/>
                </a:path>
                <a:path w="6400800" h="2352675">
                  <a:moveTo>
                    <a:pt x="28575" y="198869"/>
                  </a:moveTo>
                  <a:lnTo>
                    <a:pt x="0" y="198869"/>
                  </a:lnTo>
                  <a:lnTo>
                    <a:pt x="0" y="256019"/>
                  </a:lnTo>
                  <a:lnTo>
                    <a:pt x="28575" y="256019"/>
                  </a:lnTo>
                  <a:lnTo>
                    <a:pt x="28575" y="198869"/>
                  </a:lnTo>
                  <a:close/>
                </a:path>
                <a:path w="6400800" h="2352675">
                  <a:moveTo>
                    <a:pt x="37922" y="2215807"/>
                  </a:moveTo>
                  <a:lnTo>
                    <a:pt x="35509" y="2209114"/>
                  </a:lnTo>
                  <a:lnTo>
                    <a:pt x="31661" y="2193772"/>
                  </a:lnTo>
                  <a:lnTo>
                    <a:pt x="29349" y="2178126"/>
                  </a:lnTo>
                  <a:lnTo>
                    <a:pt x="28740" y="2165553"/>
                  </a:lnTo>
                  <a:lnTo>
                    <a:pt x="203" y="2166150"/>
                  </a:lnTo>
                  <a:lnTo>
                    <a:pt x="914" y="2180945"/>
                  </a:lnTo>
                  <a:lnTo>
                    <a:pt x="3632" y="2199348"/>
                  </a:lnTo>
                  <a:lnTo>
                    <a:pt x="8166" y="2217394"/>
                  </a:lnTo>
                  <a:lnTo>
                    <a:pt x="10985" y="2225281"/>
                  </a:lnTo>
                  <a:lnTo>
                    <a:pt x="37922" y="2215807"/>
                  </a:lnTo>
                  <a:close/>
                </a:path>
                <a:path w="6400800" h="2352675">
                  <a:moveTo>
                    <a:pt x="43332" y="123405"/>
                  </a:moveTo>
                  <a:lnTo>
                    <a:pt x="17360" y="111556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1130" y="170243"/>
                  </a:lnTo>
                  <a:lnTo>
                    <a:pt x="29540" y="173291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3332" y="123405"/>
                  </a:lnTo>
                  <a:close/>
                </a:path>
                <a:path w="6400800" h="2352675">
                  <a:moveTo>
                    <a:pt x="79692" y="2280018"/>
                  </a:moveTo>
                  <a:lnTo>
                    <a:pt x="76009" y="2276678"/>
                  </a:lnTo>
                  <a:lnTo>
                    <a:pt x="65278" y="2264854"/>
                  </a:lnTo>
                  <a:lnTo>
                    <a:pt x="55841" y="2252154"/>
                  </a:lnTo>
                  <a:lnTo>
                    <a:pt x="48082" y="2239187"/>
                  </a:lnTo>
                  <a:lnTo>
                    <a:pt x="22948" y="2252776"/>
                  </a:lnTo>
                  <a:lnTo>
                    <a:pt x="32080" y="2268042"/>
                  </a:lnTo>
                  <a:lnTo>
                    <a:pt x="43167" y="2282977"/>
                  </a:lnTo>
                  <a:lnTo>
                    <a:pt x="55803" y="2296884"/>
                  </a:lnTo>
                  <a:lnTo>
                    <a:pt x="60134" y="2300821"/>
                  </a:lnTo>
                  <a:lnTo>
                    <a:pt x="79692" y="2280018"/>
                  </a:lnTo>
                  <a:close/>
                </a:path>
                <a:path w="6400800" h="2352675">
                  <a:moveTo>
                    <a:pt x="90741" y="63106"/>
                  </a:moveTo>
                  <a:lnTo>
                    <a:pt x="73139" y="40627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661" y="85344"/>
                  </a:lnTo>
                  <a:lnTo>
                    <a:pt x="55486" y="101117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90741" y="63106"/>
                  </a:lnTo>
                  <a:close/>
                </a:path>
                <a:path w="6400800" h="2352675">
                  <a:moveTo>
                    <a:pt x="146532" y="2317915"/>
                  </a:moveTo>
                  <a:lnTo>
                    <a:pt x="100533" y="2296845"/>
                  </a:lnTo>
                  <a:lnTo>
                    <a:pt x="99745" y="2296261"/>
                  </a:lnTo>
                  <a:lnTo>
                    <a:pt x="83731" y="2319921"/>
                  </a:lnTo>
                  <a:lnTo>
                    <a:pt x="117602" y="2338184"/>
                  </a:lnTo>
                  <a:lnTo>
                    <a:pt x="138772" y="2345398"/>
                  </a:lnTo>
                  <a:lnTo>
                    <a:pt x="146532" y="2317915"/>
                  </a:lnTo>
                  <a:close/>
                </a:path>
                <a:path w="6400800" h="2352675">
                  <a:moveTo>
                    <a:pt x="160782" y="31381"/>
                  </a:moveTo>
                  <a:lnTo>
                    <a:pt x="155536" y="3302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8247" y="23939"/>
                  </a:lnTo>
                  <a:lnTo>
                    <a:pt x="112077" y="48933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782" y="31381"/>
                  </a:lnTo>
                  <a:close/>
                </a:path>
                <a:path w="6400800" h="2352675">
                  <a:moveTo>
                    <a:pt x="225806" y="2324100"/>
                  </a:moveTo>
                  <a:lnTo>
                    <a:pt x="190500" y="2324100"/>
                  </a:lnTo>
                  <a:lnTo>
                    <a:pt x="174548" y="2323338"/>
                  </a:lnTo>
                  <a:lnTo>
                    <a:pt x="171691" y="2322906"/>
                  </a:lnTo>
                  <a:lnTo>
                    <a:pt x="171640" y="2323338"/>
                  </a:lnTo>
                  <a:lnTo>
                    <a:pt x="171551" y="2324100"/>
                  </a:lnTo>
                  <a:lnTo>
                    <a:pt x="168363" y="2351278"/>
                  </a:lnTo>
                  <a:lnTo>
                    <a:pt x="171742" y="2351773"/>
                  </a:lnTo>
                  <a:lnTo>
                    <a:pt x="190500" y="2352675"/>
                  </a:lnTo>
                  <a:lnTo>
                    <a:pt x="225806" y="2352675"/>
                  </a:lnTo>
                  <a:lnTo>
                    <a:pt x="225806" y="2324100"/>
                  </a:lnTo>
                  <a:close/>
                </a:path>
                <a:path w="6400800" h="2352675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6400800" h="2352675">
                  <a:moveTo>
                    <a:pt x="311340" y="2324100"/>
                  </a:moveTo>
                  <a:lnTo>
                    <a:pt x="254190" y="2324100"/>
                  </a:lnTo>
                  <a:lnTo>
                    <a:pt x="254190" y="2352675"/>
                  </a:lnTo>
                  <a:lnTo>
                    <a:pt x="311340" y="2352675"/>
                  </a:lnTo>
                  <a:lnTo>
                    <a:pt x="311340" y="2324100"/>
                  </a:lnTo>
                  <a:close/>
                </a:path>
                <a:path w="6400800" h="2352675">
                  <a:moveTo>
                    <a:pt x="333184" y="0"/>
                  </a:moveTo>
                  <a:lnTo>
                    <a:pt x="276034" y="0"/>
                  </a:lnTo>
                  <a:lnTo>
                    <a:pt x="276034" y="28575"/>
                  </a:lnTo>
                  <a:lnTo>
                    <a:pt x="333184" y="28575"/>
                  </a:lnTo>
                  <a:lnTo>
                    <a:pt x="333184" y="0"/>
                  </a:lnTo>
                  <a:close/>
                </a:path>
                <a:path w="6400800" h="2352675">
                  <a:moveTo>
                    <a:pt x="396875" y="2324100"/>
                  </a:moveTo>
                  <a:lnTo>
                    <a:pt x="339725" y="2324100"/>
                  </a:lnTo>
                  <a:lnTo>
                    <a:pt x="339725" y="2352675"/>
                  </a:lnTo>
                  <a:lnTo>
                    <a:pt x="396875" y="2352675"/>
                  </a:lnTo>
                  <a:lnTo>
                    <a:pt x="396875" y="2324100"/>
                  </a:lnTo>
                  <a:close/>
                </a:path>
                <a:path w="6400800" h="2352675">
                  <a:moveTo>
                    <a:pt x="418719" y="0"/>
                  </a:moveTo>
                  <a:lnTo>
                    <a:pt x="361569" y="0"/>
                  </a:lnTo>
                  <a:lnTo>
                    <a:pt x="361569" y="28575"/>
                  </a:lnTo>
                  <a:lnTo>
                    <a:pt x="418719" y="28575"/>
                  </a:lnTo>
                  <a:lnTo>
                    <a:pt x="418719" y="0"/>
                  </a:lnTo>
                  <a:close/>
                </a:path>
                <a:path w="6400800" h="2352675">
                  <a:moveTo>
                    <a:pt x="482409" y="2324100"/>
                  </a:moveTo>
                  <a:lnTo>
                    <a:pt x="425259" y="2324100"/>
                  </a:lnTo>
                  <a:lnTo>
                    <a:pt x="425259" y="2352675"/>
                  </a:lnTo>
                  <a:lnTo>
                    <a:pt x="482409" y="2352675"/>
                  </a:lnTo>
                  <a:lnTo>
                    <a:pt x="482409" y="2324100"/>
                  </a:lnTo>
                  <a:close/>
                </a:path>
                <a:path w="6400800" h="2352675">
                  <a:moveTo>
                    <a:pt x="504253" y="0"/>
                  </a:moveTo>
                  <a:lnTo>
                    <a:pt x="447103" y="0"/>
                  </a:lnTo>
                  <a:lnTo>
                    <a:pt x="447103" y="28575"/>
                  </a:lnTo>
                  <a:lnTo>
                    <a:pt x="504253" y="28575"/>
                  </a:lnTo>
                  <a:lnTo>
                    <a:pt x="504253" y="0"/>
                  </a:lnTo>
                  <a:close/>
                </a:path>
                <a:path w="6400800" h="2352675">
                  <a:moveTo>
                    <a:pt x="567944" y="2324100"/>
                  </a:moveTo>
                  <a:lnTo>
                    <a:pt x="510794" y="2324100"/>
                  </a:lnTo>
                  <a:lnTo>
                    <a:pt x="510794" y="2352675"/>
                  </a:lnTo>
                  <a:lnTo>
                    <a:pt x="567944" y="2352675"/>
                  </a:lnTo>
                  <a:lnTo>
                    <a:pt x="567944" y="2324100"/>
                  </a:lnTo>
                  <a:close/>
                </a:path>
                <a:path w="6400800" h="2352675">
                  <a:moveTo>
                    <a:pt x="589788" y="0"/>
                  </a:moveTo>
                  <a:lnTo>
                    <a:pt x="532638" y="0"/>
                  </a:lnTo>
                  <a:lnTo>
                    <a:pt x="532638" y="28575"/>
                  </a:lnTo>
                  <a:lnTo>
                    <a:pt x="589788" y="28575"/>
                  </a:lnTo>
                  <a:lnTo>
                    <a:pt x="589788" y="0"/>
                  </a:lnTo>
                  <a:close/>
                </a:path>
                <a:path w="6400800" h="2352675">
                  <a:moveTo>
                    <a:pt x="653478" y="2324100"/>
                  </a:moveTo>
                  <a:lnTo>
                    <a:pt x="596328" y="2324100"/>
                  </a:lnTo>
                  <a:lnTo>
                    <a:pt x="596328" y="2352675"/>
                  </a:lnTo>
                  <a:lnTo>
                    <a:pt x="653478" y="2352675"/>
                  </a:lnTo>
                  <a:lnTo>
                    <a:pt x="653478" y="2324100"/>
                  </a:lnTo>
                  <a:close/>
                </a:path>
                <a:path w="6400800" h="2352675">
                  <a:moveTo>
                    <a:pt x="675322" y="0"/>
                  </a:moveTo>
                  <a:lnTo>
                    <a:pt x="618172" y="0"/>
                  </a:lnTo>
                  <a:lnTo>
                    <a:pt x="618172" y="28575"/>
                  </a:lnTo>
                  <a:lnTo>
                    <a:pt x="675322" y="28575"/>
                  </a:lnTo>
                  <a:lnTo>
                    <a:pt x="675322" y="0"/>
                  </a:lnTo>
                  <a:close/>
                </a:path>
                <a:path w="6400800" h="2352675">
                  <a:moveTo>
                    <a:pt x="739013" y="2324100"/>
                  </a:moveTo>
                  <a:lnTo>
                    <a:pt x="681863" y="2324100"/>
                  </a:lnTo>
                  <a:lnTo>
                    <a:pt x="681863" y="2352675"/>
                  </a:lnTo>
                  <a:lnTo>
                    <a:pt x="739013" y="2352675"/>
                  </a:lnTo>
                  <a:lnTo>
                    <a:pt x="739013" y="2324100"/>
                  </a:lnTo>
                  <a:close/>
                </a:path>
                <a:path w="6400800" h="2352675">
                  <a:moveTo>
                    <a:pt x="760857" y="0"/>
                  </a:moveTo>
                  <a:lnTo>
                    <a:pt x="703707" y="0"/>
                  </a:lnTo>
                  <a:lnTo>
                    <a:pt x="703707" y="28575"/>
                  </a:lnTo>
                  <a:lnTo>
                    <a:pt x="760857" y="28575"/>
                  </a:lnTo>
                  <a:lnTo>
                    <a:pt x="760857" y="0"/>
                  </a:lnTo>
                  <a:close/>
                </a:path>
                <a:path w="6400800" h="2352675">
                  <a:moveTo>
                    <a:pt x="824547" y="2324100"/>
                  </a:moveTo>
                  <a:lnTo>
                    <a:pt x="767397" y="2324100"/>
                  </a:lnTo>
                  <a:lnTo>
                    <a:pt x="767397" y="2352675"/>
                  </a:lnTo>
                  <a:lnTo>
                    <a:pt x="824547" y="2352675"/>
                  </a:lnTo>
                  <a:lnTo>
                    <a:pt x="824547" y="2324100"/>
                  </a:lnTo>
                  <a:close/>
                </a:path>
                <a:path w="6400800" h="2352675">
                  <a:moveTo>
                    <a:pt x="846391" y="0"/>
                  </a:moveTo>
                  <a:lnTo>
                    <a:pt x="789241" y="0"/>
                  </a:lnTo>
                  <a:lnTo>
                    <a:pt x="789241" y="28575"/>
                  </a:lnTo>
                  <a:lnTo>
                    <a:pt x="846391" y="28575"/>
                  </a:lnTo>
                  <a:lnTo>
                    <a:pt x="846391" y="0"/>
                  </a:lnTo>
                  <a:close/>
                </a:path>
                <a:path w="6400800" h="2352675">
                  <a:moveTo>
                    <a:pt x="910082" y="2324100"/>
                  </a:moveTo>
                  <a:lnTo>
                    <a:pt x="852932" y="2324100"/>
                  </a:lnTo>
                  <a:lnTo>
                    <a:pt x="852932" y="2352675"/>
                  </a:lnTo>
                  <a:lnTo>
                    <a:pt x="910082" y="2352675"/>
                  </a:lnTo>
                  <a:lnTo>
                    <a:pt x="910082" y="2324100"/>
                  </a:lnTo>
                  <a:close/>
                </a:path>
                <a:path w="6400800" h="2352675">
                  <a:moveTo>
                    <a:pt x="931926" y="0"/>
                  </a:moveTo>
                  <a:lnTo>
                    <a:pt x="874776" y="0"/>
                  </a:lnTo>
                  <a:lnTo>
                    <a:pt x="874776" y="28575"/>
                  </a:lnTo>
                  <a:lnTo>
                    <a:pt x="931926" y="28575"/>
                  </a:lnTo>
                  <a:lnTo>
                    <a:pt x="931926" y="0"/>
                  </a:lnTo>
                  <a:close/>
                </a:path>
                <a:path w="6400800" h="2352675">
                  <a:moveTo>
                    <a:pt x="995616" y="2324100"/>
                  </a:moveTo>
                  <a:lnTo>
                    <a:pt x="938466" y="2324100"/>
                  </a:lnTo>
                  <a:lnTo>
                    <a:pt x="938466" y="2352675"/>
                  </a:lnTo>
                  <a:lnTo>
                    <a:pt x="995616" y="2352675"/>
                  </a:lnTo>
                  <a:lnTo>
                    <a:pt x="995616" y="2324100"/>
                  </a:lnTo>
                  <a:close/>
                </a:path>
                <a:path w="6400800" h="2352675">
                  <a:moveTo>
                    <a:pt x="1017460" y="0"/>
                  </a:moveTo>
                  <a:lnTo>
                    <a:pt x="960310" y="0"/>
                  </a:lnTo>
                  <a:lnTo>
                    <a:pt x="960310" y="28575"/>
                  </a:lnTo>
                  <a:lnTo>
                    <a:pt x="1017460" y="28575"/>
                  </a:lnTo>
                  <a:lnTo>
                    <a:pt x="1017460" y="0"/>
                  </a:lnTo>
                  <a:close/>
                </a:path>
                <a:path w="6400800" h="2352675">
                  <a:moveTo>
                    <a:pt x="1081151" y="2324100"/>
                  </a:moveTo>
                  <a:lnTo>
                    <a:pt x="1024001" y="2324100"/>
                  </a:lnTo>
                  <a:lnTo>
                    <a:pt x="1024001" y="2352675"/>
                  </a:lnTo>
                  <a:lnTo>
                    <a:pt x="1081151" y="2352675"/>
                  </a:lnTo>
                  <a:lnTo>
                    <a:pt x="1081151" y="2324100"/>
                  </a:lnTo>
                  <a:close/>
                </a:path>
                <a:path w="6400800" h="2352675">
                  <a:moveTo>
                    <a:pt x="1102995" y="0"/>
                  </a:moveTo>
                  <a:lnTo>
                    <a:pt x="1045845" y="0"/>
                  </a:lnTo>
                  <a:lnTo>
                    <a:pt x="1045845" y="28575"/>
                  </a:lnTo>
                  <a:lnTo>
                    <a:pt x="1102995" y="28575"/>
                  </a:lnTo>
                  <a:lnTo>
                    <a:pt x="1102995" y="0"/>
                  </a:lnTo>
                  <a:close/>
                </a:path>
                <a:path w="6400800" h="2352675">
                  <a:moveTo>
                    <a:pt x="1166685" y="2324100"/>
                  </a:moveTo>
                  <a:lnTo>
                    <a:pt x="1109535" y="2324100"/>
                  </a:lnTo>
                  <a:lnTo>
                    <a:pt x="1109535" y="2352675"/>
                  </a:lnTo>
                  <a:lnTo>
                    <a:pt x="1166685" y="2352675"/>
                  </a:lnTo>
                  <a:lnTo>
                    <a:pt x="1166685" y="2324100"/>
                  </a:lnTo>
                  <a:close/>
                </a:path>
                <a:path w="6400800" h="2352675">
                  <a:moveTo>
                    <a:pt x="1188529" y="0"/>
                  </a:moveTo>
                  <a:lnTo>
                    <a:pt x="1131379" y="0"/>
                  </a:lnTo>
                  <a:lnTo>
                    <a:pt x="1131379" y="28575"/>
                  </a:lnTo>
                  <a:lnTo>
                    <a:pt x="1188529" y="28575"/>
                  </a:lnTo>
                  <a:lnTo>
                    <a:pt x="1188529" y="0"/>
                  </a:lnTo>
                  <a:close/>
                </a:path>
                <a:path w="6400800" h="2352675">
                  <a:moveTo>
                    <a:pt x="1252220" y="2324100"/>
                  </a:moveTo>
                  <a:lnTo>
                    <a:pt x="1195070" y="2324100"/>
                  </a:lnTo>
                  <a:lnTo>
                    <a:pt x="1195070" y="2352675"/>
                  </a:lnTo>
                  <a:lnTo>
                    <a:pt x="1252220" y="2352675"/>
                  </a:lnTo>
                  <a:lnTo>
                    <a:pt x="1252220" y="2324100"/>
                  </a:lnTo>
                  <a:close/>
                </a:path>
                <a:path w="6400800" h="2352675">
                  <a:moveTo>
                    <a:pt x="1274064" y="0"/>
                  </a:moveTo>
                  <a:lnTo>
                    <a:pt x="1216914" y="0"/>
                  </a:lnTo>
                  <a:lnTo>
                    <a:pt x="1216914" y="28575"/>
                  </a:lnTo>
                  <a:lnTo>
                    <a:pt x="1274064" y="28575"/>
                  </a:lnTo>
                  <a:lnTo>
                    <a:pt x="1274064" y="0"/>
                  </a:lnTo>
                  <a:close/>
                </a:path>
                <a:path w="6400800" h="2352675">
                  <a:moveTo>
                    <a:pt x="1337754" y="2324100"/>
                  </a:moveTo>
                  <a:lnTo>
                    <a:pt x="1280604" y="2324100"/>
                  </a:lnTo>
                  <a:lnTo>
                    <a:pt x="1280604" y="2352675"/>
                  </a:lnTo>
                  <a:lnTo>
                    <a:pt x="1337754" y="2352675"/>
                  </a:lnTo>
                  <a:lnTo>
                    <a:pt x="1337754" y="2324100"/>
                  </a:lnTo>
                  <a:close/>
                </a:path>
                <a:path w="6400800" h="2352675">
                  <a:moveTo>
                    <a:pt x="1359598" y="0"/>
                  </a:moveTo>
                  <a:lnTo>
                    <a:pt x="1302448" y="0"/>
                  </a:lnTo>
                  <a:lnTo>
                    <a:pt x="1302448" y="28575"/>
                  </a:lnTo>
                  <a:lnTo>
                    <a:pt x="1359598" y="28575"/>
                  </a:lnTo>
                  <a:lnTo>
                    <a:pt x="1359598" y="0"/>
                  </a:lnTo>
                  <a:close/>
                </a:path>
                <a:path w="6400800" h="2352675">
                  <a:moveTo>
                    <a:pt x="1423289" y="2324100"/>
                  </a:moveTo>
                  <a:lnTo>
                    <a:pt x="1366139" y="2324100"/>
                  </a:lnTo>
                  <a:lnTo>
                    <a:pt x="1366139" y="2352675"/>
                  </a:lnTo>
                  <a:lnTo>
                    <a:pt x="1423289" y="2352675"/>
                  </a:lnTo>
                  <a:lnTo>
                    <a:pt x="1423289" y="2324100"/>
                  </a:lnTo>
                  <a:close/>
                </a:path>
                <a:path w="6400800" h="2352675">
                  <a:moveTo>
                    <a:pt x="1445133" y="0"/>
                  </a:moveTo>
                  <a:lnTo>
                    <a:pt x="1387983" y="0"/>
                  </a:lnTo>
                  <a:lnTo>
                    <a:pt x="1387983" y="28575"/>
                  </a:lnTo>
                  <a:lnTo>
                    <a:pt x="1445133" y="28575"/>
                  </a:lnTo>
                  <a:lnTo>
                    <a:pt x="1445133" y="0"/>
                  </a:lnTo>
                  <a:close/>
                </a:path>
                <a:path w="6400800" h="2352675">
                  <a:moveTo>
                    <a:pt x="1508823" y="2324100"/>
                  </a:moveTo>
                  <a:lnTo>
                    <a:pt x="1451673" y="2324100"/>
                  </a:lnTo>
                  <a:lnTo>
                    <a:pt x="1451673" y="2352675"/>
                  </a:lnTo>
                  <a:lnTo>
                    <a:pt x="1508823" y="2352675"/>
                  </a:lnTo>
                  <a:lnTo>
                    <a:pt x="1508823" y="2324100"/>
                  </a:lnTo>
                  <a:close/>
                </a:path>
                <a:path w="6400800" h="2352675">
                  <a:moveTo>
                    <a:pt x="1530667" y="0"/>
                  </a:moveTo>
                  <a:lnTo>
                    <a:pt x="1473517" y="0"/>
                  </a:lnTo>
                  <a:lnTo>
                    <a:pt x="1473517" y="28575"/>
                  </a:lnTo>
                  <a:lnTo>
                    <a:pt x="1530667" y="28575"/>
                  </a:lnTo>
                  <a:lnTo>
                    <a:pt x="1530667" y="0"/>
                  </a:lnTo>
                  <a:close/>
                </a:path>
                <a:path w="6400800" h="2352675">
                  <a:moveTo>
                    <a:pt x="1594358" y="2324100"/>
                  </a:moveTo>
                  <a:lnTo>
                    <a:pt x="1537208" y="2324100"/>
                  </a:lnTo>
                  <a:lnTo>
                    <a:pt x="1537208" y="2352675"/>
                  </a:lnTo>
                  <a:lnTo>
                    <a:pt x="1594358" y="2352675"/>
                  </a:lnTo>
                  <a:lnTo>
                    <a:pt x="1594358" y="2324100"/>
                  </a:lnTo>
                  <a:close/>
                </a:path>
                <a:path w="6400800" h="2352675">
                  <a:moveTo>
                    <a:pt x="1616202" y="0"/>
                  </a:moveTo>
                  <a:lnTo>
                    <a:pt x="1559052" y="0"/>
                  </a:lnTo>
                  <a:lnTo>
                    <a:pt x="1559052" y="28575"/>
                  </a:lnTo>
                  <a:lnTo>
                    <a:pt x="1616202" y="28575"/>
                  </a:lnTo>
                  <a:lnTo>
                    <a:pt x="1616202" y="0"/>
                  </a:lnTo>
                  <a:close/>
                </a:path>
                <a:path w="6400800" h="2352675">
                  <a:moveTo>
                    <a:pt x="1679892" y="2324100"/>
                  </a:moveTo>
                  <a:lnTo>
                    <a:pt x="1622742" y="2324100"/>
                  </a:lnTo>
                  <a:lnTo>
                    <a:pt x="1622742" y="2352675"/>
                  </a:lnTo>
                  <a:lnTo>
                    <a:pt x="1679892" y="2352675"/>
                  </a:lnTo>
                  <a:lnTo>
                    <a:pt x="1679892" y="2324100"/>
                  </a:lnTo>
                  <a:close/>
                </a:path>
                <a:path w="6400800" h="2352675">
                  <a:moveTo>
                    <a:pt x="1701736" y="0"/>
                  </a:moveTo>
                  <a:lnTo>
                    <a:pt x="1644586" y="0"/>
                  </a:lnTo>
                  <a:lnTo>
                    <a:pt x="1644586" y="28575"/>
                  </a:lnTo>
                  <a:lnTo>
                    <a:pt x="1701736" y="28575"/>
                  </a:lnTo>
                  <a:lnTo>
                    <a:pt x="1701736" y="0"/>
                  </a:lnTo>
                  <a:close/>
                </a:path>
                <a:path w="6400800" h="2352675">
                  <a:moveTo>
                    <a:pt x="1765427" y="2324100"/>
                  </a:moveTo>
                  <a:lnTo>
                    <a:pt x="1708277" y="2324100"/>
                  </a:lnTo>
                  <a:lnTo>
                    <a:pt x="1708277" y="2352675"/>
                  </a:lnTo>
                  <a:lnTo>
                    <a:pt x="1765427" y="2352675"/>
                  </a:lnTo>
                  <a:lnTo>
                    <a:pt x="1765427" y="2324100"/>
                  </a:lnTo>
                  <a:close/>
                </a:path>
                <a:path w="6400800" h="2352675">
                  <a:moveTo>
                    <a:pt x="1787271" y="0"/>
                  </a:moveTo>
                  <a:lnTo>
                    <a:pt x="1730121" y="0"/>
                  </a:lnTo>
                  <a:lnTo>
                    <a:pt x="1730121" y="28575"/>
                  </a:lnTo>
                  <a:lnTo>
                    <a:pt x="1787271" y="28575"/>
                  </a:lnTo>
                  <a:lnTo>
                    <a:pt x="1787271" y="0"/>
                  </a:lnTo>
                  <a:close/>
                </a:path>
                <a:path w="6400800" h="2352675">
                  <a:moveTo>
                    <a:pt x="1850961" y="2324100"/>
                  </a:moveTo>
                  <a:lnTo>
                    <a:pt x="1793811" y="2324100"/>
                  </a:lnTo>
                  <a:lnTo>
                    <a:pt x="1793811" y="2352675"/>
                  </a:lnTo>
                  <a:lnTo>
                    <a:pt x="1850961" y="2352675"/>
                  </a:lnTo>
                  <a:lnTo>
                    <a:pt x="1850961" y="2324100"/>
                  </a:lnTo>
                  <a:close/>
                </a:path>
                <a:path w="6400800" h="2352675">
                  <a:moveTo>
                    <a:pt x="1872805" y="0"/>
                  </a:moveTo>
                  <a:lnTo>
                    <a:pt x="1815655" y="0"/>
                  </a:lnTo>
                  <a:lnTo>
                    <a:pt x="1815655" y="28575"/>
                  </a:lnTo>
                  <a:lnTo>
                    <a:pt x="1872805" y="28575"/>
                  </a:lnTo>
                  <a:lnTo>
                    <a:pt x="1872805" y="0"/>
                  </a:lnTo>
                  <a:close/>
                </a:path>
                <a:path w="6400800" h="2352675">
                  <a:moveTo>
                    <a:pt x="1936496" y="2324100"/>
                  </a:moveTo>
                  <a:lnTo>
                    <a:pt x="1879346" y="2324100"/>
                  </a:lnTo>
                  <a:lnTo>
                    <a:pt x="1879346" y="2352675"/>
                  </a:lnTo>
                  <a:lnTo>
                    <a:pt x="1936496" y="2352675"/>
                  </a:lnTo>
                  <a:lnTo>
                    <a:pt x="1936496" y="2324100"/>
                  </a:lnTo>
                  <a:close/>
                </a:path>
                <a:path w="6400800" h="2352675">
                  <a:moveTo>
                    <a:pt x="1958340" y="0"/>
                  </a:moveTo>
                  <a:lnTo>
                    <a:pt x="1901190" y="0"/>
                  </a:lnTo>
                  <a:lnTo>
                    <a:pt x="1901190" y="28575"/>
                  </a:lnTo>
                  <a:lnTo>
                    <a:pt x="1958340" y="28575"/>
                  </a:lnTo>
                  <a:lnTo>
                    <a:pt x="1958340" y="0"/>
                  </a:lnTo>
                  <a:close/>
                </a:path>
                <a:path w="6400800" h="2352675">
                  <a:moveTo>
                    <a:pt x="2022030" y="2324100"/>
                  </a:moveTo>
                  <a:lnTo>
                    <a:pt x="1964880" y="2324100"/>
                  </a:lnTo>
                  <a:lnTo>
                    <a:pt x="1964880" y="2352675"/>
                  </a:lnTo>
                  <a:lnTo>
                    <a:pt x="2022030" y="2352675"/>
                  </a:lnTo>
                  <a:lnTo>
                    <a:pt x="2022030" y="2324100"/>
                  </a:lnTo>
                  <a:close/>
                </a:path>
                <a:path w="6400800" h="2352675">
                  <a:moveTo>
                    <a:pt x="2043874" y="0"/>
                  </a:moveTo>
                  <a:lnTo>
                    <a:pt x="1986724" y="0"/>
                  </a:lnTo>
                  <a:lnTo>
                    <a:pt x="1986724" y="28575"/>
                  </a:lnTo>
                  <a:lnTo>
                    <a:pt x="2043874" y="28575"/>
                  </a:lnTo>
                  <a:lnTo>
                    <a:pt x="2043874" y="0"/>
                  </a:lnTo>
                  <a:close/>
                </a:path>
                <a:path w="6400800" h="2352675">
                  <a:moveTo>
                    <a:pt x="2107565" y="2324100"/>
                  </a:moveTo>
                  <a:lnTo>
                    <a:pt x="2050415" y="2324100"/>
                  </a:lnTo>
                  <a:lnTo>
                    <a:pt x="2050415" y="2352675"/>
                  </a:lnTo>
                  <a:lnTo>
                    <a:pt x="2107565" y="2352675"/>
                  </a:lnTo>
                  <a:lnTo>
                    <a:pt x="2107565" y="2324100"/>
                  </a:lnTo>
                  <a:close/>
                </a:path>
                <a:path w="6400800" h="2352675">
                  <a:moveTo>
                    <a:pt x="2129409" y="0"/>
                  </a:moveTo>
                  <a:lnTo>
                    <a:pt x="2072259" y="0"/>
                  </a:lnTo>
                  <a:lnTo>
                    <a:pt x="2072259" y="28575"/>
                  </a:lnTo>
                  <a:lnTo>
                    <a:pt x="2129409" y="28575"/>
                  </a:lnTo>
                  <a:lnTo>
                    <a:pt x="2129409" y="0"/>
                  </a:lnTo>
                  <a:close/>
                </a:path>
                <a:path w="6400800" h="2352675">
                  <a:moveTo>
                    <a:pt x="2193099" y="2324100"/>
                  </a:moveTo>
                  <a:lnTo>
                    <a:pt x="2135949" y="2324100"/>
                  </a:lnTo>
                  <a:lnTo>
                    <a:pt x="2135949" y="2352675"/>
                  </a:lnTo>
                  <a:lnTo>
                    <a:pt x="2193099" y="2352675"/>
                  </a:lnTo>
                  <a:lnTo>
                    <a:pt x="2193099" y="2324100"/>
                  </a:lnTo>
                  <a:close/>
                </a:path>
                <a:path w="6400800" h="2352675">
                  <a:moveTo>
                    <a:pt x="2214943" y="0"/>
                  </a:moveTo>
                  <a:lnTo>
                    <a:pt x="2157793" y="0"/>
                  </a:lnTo>
                  <a:lnTo>
                    <a:pt x="2157793" y="28575"/>
                  </a:lnTo>
                  <a:lnTo>
                    <a:pt x="2214943" y="28575"/>
                  </a:lnTo>
                  <a:lnTo>
                    <a:pt x="2214943" y="0"/>
                  </a:lnTo>
                  <a:close/>
                </a:path>
                <a:path w="6400800" h="2352675">
                  <a:moveTo>
                    <a:pt x="2278634" y="2324100"/>
                  </a:moveTo>
                  <a:lnTo>
                    <a:pt x="2221484" y="2324100"/>
                  </a:lnTo>
                  <a:lnTo>
                    <a:pt x="2221484" y="2352675"/>
                  </a:lnTo>
                  <a:lnTo>
                    <a:pt x="2278634" y="2352675"/>
                  </a:lnTo>
                  <a:lnTo>
                    <a:pt x="2278634" y="2324100"/>
                  </a:lnTo>
                  <a:close/>
                </a:path>
                <a:path w="6400800" h="2352675">
                  <a:moveTo>
                    <a:pt x="2300478" y="0"/>
                  </a:moveTo>
                  <a:lnTo>
                    <a:pt x="2243328" y="0"/>
                  </a:lnTo>
                  <a:lnTo>
                    <a:pt x="2243328" y="28575"/>
                  </a:lnTo>
                  <a:lnTo>
                    <a:pt x="2300478" y="28575"/>
                  </a:lnTo>
                  <a:lnTo>
                    <a:pt x="2300478" y="0"/>
                  </a:lnTo>
                  <a:close/>
                </a:path>
                <a:path w="6400800" h="2352675">
                  <a:moveTo>
                    <a:pt x="2364168" y="2324100"/>
                  </a:moveTo>
                  <a:lnTo>
                    <a:pt x="2307018" y="2324100"/>
                  </a:lnTo>
                  <a:lnTo>
                    <a:pt x="2307018" y="2352675"/>
                  </a:lnTo>
                  <a:lnTo>
                    <a:pt x="2364168" y="2352675"/>
                  </a:lnTo>
                  <a:lnTo>
                    <a:pt x="2364168" y="2324100"/>
                  </a:lnTo>
                  <a:close/>
                </a:path>
                <a:path w="6400800" h="2352675">
                  <a:moveTo>
                    <a:pt x="2386012" y="0"/>
                  </a:moveTo>
                  <a:lnTo>
                    <a:pt x="2328862" y="0"/>
                  </a:lnTo>
                  <a:lnTo>
                    <a:pt x="2328862" y="28575"/>
                  </a:lnTo>
                  <a:lnTo>
                    <a:pt x="2386012" y="28575"/>
                  </a:lnTo>
                  <a:lnTo>
                    <a:pt x="2386012" y="0"/>
                  </a:lnTo>
                  <a:close/>
                </a:path>
                <a:path w="6400800" h="2352675">
                  <a:moveTo>
                    <a:pt x="2449703" y="2324100"/>
                  </a:moveTo>
                  <a:lnTo>
                    <a:pt x="2392553" y="2324100"/>
                  </a:lnTo>
                  <a:lnTo>
                    <a:pt x="2392553" y="2352675"/>
                  </a:lnTo>
                  <a:lnTo>
                    <a:pt x="2449703" y="2352675"/>
                  </a:lnTo>
                  <a:lnTo>
                    <a:pt x="2449703" y="2324100"/>
                  </a:lnTo>
                  <a:close/>
                </a:path>
                <a:path w="6400800" h="2352675">
                  <a:moveTo>
                    <a:pt x="2471547" y="0"/>
                  </a:moveTo>
                  <a:lnTo>
                    <a:pt x="2414397" y="0"/>
                  </a:lnTo>
                  <a:lnTo>
                    <a:pt x="2414397" y="28575"/>
                  </a:lnTo>
                  <a:lnTo>
                    <a:pt x="2471547" y="28575"/>
                  </a:lnTo>
                  <a:lnTo>
                    <a:pt x="2471547" y="0"/>
                  </a:lnTo>
                  <a:close/>
                </a:path>
                <a:path w="6400800" h="2352675">
                  <a:moveTo>
                    <a:pt x="2535237" y="2324100"/>
                  </a:moveTo>
                  <a:lnTo>
                    <a:pt x="2478087" y="2324100"/>
                  </a:lnTo>
                  <a:lnTo>
                    <a:pt x="2478087" y="2352675"/>
                  </a:lnTo>
                  <a:lnTo>
                    <a:pt x="2535237" y="2352675"/>
                  </a:lnTo>
                  <a:lnTo>
                    <a:pt x="2535237" y="2324100"/>
                  </a:lnTo>
                  <a:close/>
                </a:path>
                <a:path w="6400800" h="2352675">
                  <a:moveTo>
                    <a:pt x="2557081" y="0"/>
                  </a:moveTo>
                  <a:lnTo>
                    <a:pt x="2499931" y="0"/>
                  </a:lnTo>
                  <a:lnTo>
                    <a:pt x="2499931" y="28575"/>
                  </a:lnTo>
                  <a:lnTo>
                    <a:pt x="2557081" y="28575"/>
                  </a:lnTo>
                  <a:lnTo>
                    <a:pt x="2557081" y="0"/>
                  </a:lnTo>
                  <a:close/>
                </a:path>
                <a:path w="6400800" h="2352675">
                  <a:moveTo>
                    <a:pt x="2620772" y="2324100"/>
                  </a:moveTo>
                  <a:lnTo>
                    <a:pt x="2563622" y="2324100"/>
                  </a:lnTo>
                  <a:lnTo>
                    <a:pt x="2563622" y="2352675"/>
                  </a:lnTo>
                  <a:lnTo>
                    <a:pt x="2620772" y="2352675"/>
                  </a:lnTo>
                  <a:lnTo>
                    <a:pt x="2620772" y="2324100"/>
                  </a:lnTo>
                  <a:close/>
                </a:path>
                <a:path w="6400800" h="2352675">
                  <a:moveTo>
                    <a:pt x="2642616" y="0"/>
                  </a:moveTo>
                  <a:lnTo>
                    <a:pt x="2585466" y="0"/>
                  </a:lnTo>
                  <a:lnTo>
                    <a:pt x="2585466" y="28575"/>
                  </a:lnTo>
                  <a:lnTo>
                    <a:pt x="2642616" y="28575"/>
                  </a:lnTo>
                  <a:lnTo>
                    <a:pt x="2642616" y="0"/>
                  </a:lnTo>
                  <a:close/>
                </a:path>
                <a:path w="6400800" h="2352675">
                  <a:moveTo>
                    <a:pt x="2706306" y="2324100"/>
                  </a:moveTo>
                  <a:lnTo>
                    <a:pt x="2649156" y="2324100"/>
                  </a:lnTo>
                  <a:lnTo>
                    <a:pt x="2649156" y="2352675"/>
                  </a:lnTo>
                  <a:lnTo>
                    <a:pt x="2706306" y="2352675"/>
                  </a:lnTo>
                  <a:lnTo>
                    <a:pt x="2706306" y="2324100"/>
                  </a:lnTo>
                  <a:close/>
                </a:path>
                <a:path w="6400800" h="2352675">
                  <a:moveTo>
                    <a:pt x="2728150" y="0"/>
                  </a:moveTo>
                  <a:lnTo>
                    <a:pt x="2671000" y="0"/>
                  </a:lnTo>
                  <a:lnTo>
                    <a:pt x="2671000" y="28575"/>
                  </a:lnTo>
                  <a:lnTo>
                    <a:pt x="2728150" y="28575"/>
                  </a:lnTo>
                  <a:lnTo>
                    <a:pt x="2728150" y="0"/>
                  </a:lnTo>
                  <a:close/>
                </a:path>
                <a:path w="6400800" h="2352675">
                  <a:moveTo>
                    <a:pt x="2791841" y="2324100"/>
                  </a:moveTo>
                  <a:lnTo>
                    <a:pt x="2734691" y="2324100"/>
                  </a:lnTo>
                  <a:lnTo>
                    <a:pt x="2734691" y="2352675"/>
                  </a:lnTo>
                  <a:lnTo>
                    <a:pt x="2791841" y="2352675"/>
                  </a:lnTo>
                  <a:lnTo>
                    <a:pt x="2791841" y="2324100"/>
                  </a:lnTo>
                  <a:close/>
                </a:path>
                <a:path w="6400800" h="2352675">
                  <a:moveTo>
                    <a:pt x="2813685" y="0"/>
                  </a:moveTo>
                  <a:lnTo>
                    <a:pt x="2756535" y="0"/>
                  </a:lnTo>
                  <a:lnTo>
                    <a:pt x="2756535" y="28575"/>
                  </a:lnTo>
                  <a:lnTo>
                    <a:pt x="2813685" y="28575"/>
                  </a:lnTo>
                  <a:lnTo>
                    <a:pt x="2813685" y="0"/>
                  </a:lnTo>
                  <a:close/>
                </a:path>
                <a:path w="6400800" h="2352675">
                  <a:moveTo>
                    <a:pt x="2877375" y="2324100"/>
                  </a:moveTo>
                  <a:lnTo>
                    <a:pt x="2820225" y="2324100"/>
                  </a:lnTo>
                  <a:lnTo>
                    <a:pt x="2820225" y="2352675"/>
                  </a:lnTo>
                  <a:lnTo>
                    <a:pt x="2877375" y="2352675"/>
                  </a:lnTo>
                  <a:lnTo>
                    <a:pt x="2877375" y="2324100"/>
                  </a:lnTo>
                  <a:close/>
                </a:path>
                <a:path w="6400800" h="2352675">
                  <a:moveTo>
                    <a:pt x="2899219" y="0"/>
                  </a:moveTo>
                  <a:lnTo>
                    <a:pt x="2842069" y="0"/>
                  </a:lnTo>
                  <a:lnTo>
                    <a:pt x="2842069" y="28575"/>
                  </a:lnTo>
                  <a:lnTo>
                    <a:pt x="2899219" y="28575"/>
                  </a:lnTo>
                  <a:lnTo>
                    <a:pt x="2899219" y="0"/>
                  </a:lnTo>
                  <a:close/>
                </a:path>
                <a:path w="6400800" h="2352675">
                  <a:moveTo>
                    <a:pt x="2962910" y="2324100"/>
                  </a:moveTo>
                  <a:lnTo>
                    <a:pt x="2905760" y="2324100"/>
                  </a:lnTo>
                  <a:lnTo>
                    <a:pt x="2905760" y="2352675"/>
                  </a:lnTo>
                  <a:lnTo>
                    <a:pt x="2962910" y="2352675"/>
                  </a:lnTo>
                  <a:lnTo>
                    <a:pt x="2962910" y="2324100"/>
                  </a:lnTo>
                  <a:close/>
                </a:path>
                <a:path w="6400800" h="2352675">
                  <a:moveTo>
                    <a:pt x="2984754" y="0"/>
                  </a:moveTo>
                  <a:lnTo>
                    <a:pt x="2927604" y="0"/>
                  </a:lnTo>
                  <a:lnTo>
                    <a:pt x="2927604" y="28575"/>
                  </a:lnTo>
                  <a:lnTo>
                    <a:pt x="2984754" y="28575"/>
                  </a:lnTo>
                  <a:lnTo>
                    <a:pt x="2984754" y="0"/>
                  </a:lnTo>
                  <a:close/>
                </a:path>
                <a:path w="6400800" h="2352675">
                  <a:moveTo>
                    <a:pt x="3048444" y="2324100"/>
                  </a:moveTo>
                  <a:lnTo>
                    <a:pt x="2991294" y="2324100"/>
                  </a:lnTo>
                  <a:lnTo>
                    <a:pt x="2991294" y="2352675"/>
                  </a:lnTo>
                  <a:lnTo>
                    <a:pt x="3048444" y="2352675"/>
                  </a:lnTo>
                  <a:lnTo>
                    <a:pt x="3048444" y="2324100"/>
                  </a:lnTo>
                  <a:close/>
                </a:path>
                <a:path w="6400800" h="2352675">
                  <a:moveTo>
                    <a:pt x="3070288" y="0"/>
                  </a:moveTo>
                  <a:lnTo>
                    <a:pt x="3013138" y="0"/>
                  </a:lnTo>
                  <a:lnTo>
                    <a:pt x="3013138" y="28575"/>
                  </a:lnTo>
                  <a:lnTo>
                    <a:pt x="3070288" y="28575"/>
                  </a:lnTo>
                  <a:lnTo>
                    <a:pt x="3070288" y="0"/>
                  </a:lnTo>
                  <a:close/>
                </a:path>
                <a:path w="6400800" h="2352675">
                  <a:moveTo>
                    <a:pt x="3133979" y="2324100"/>
                  </a:moveTo>
                  <a:lnTo>
                    <a:pt x="3076829" y="2324100"/>
                  </a:lnTo>
                  <a:lnTo>
                    <a:pt x="3076829" y="2352675"/>
                  </a:lnTo>
                  <a:lnTo>
                    <a:pt x="3133979" y="2352675"/>
                  </a:lnTo>
                  <a:lnTo>
                    <a:pt x="3133979" y="2324100"/>
                  </a:lnTo>
                  <a:close/>
                </a:path>
                <a:path w="6400800" h="2352675">
                  <a:moveTo>
                    <a:pt x="3155823" y="0"/>
                  </a:moveTo>
                  <a:lnTo>
                    <a:pt x="3098673" y="0"/>
                  </a:lnTo>
                  <a:lnTo>
                    <a:pt x="3098673" y="28575"/>
                  </a:lnTo>
                  <a:lnTo>
                    <a:pt x="3155823" y="28575"/>
                  </a:lnTo>
                  <a:lnTo>
                    <a:pt x="3155823" y="0"/>
                  </a:lnTo>
                  <a:close/>
                </a:path>
                <a:path w="6400800" h="2352675">
                  <a:moveTo>
                    <a:pt x="3219513" y="2324100"/>
                  </a:moveTo>
                  <a:lnTo>
                    <a:pt x="3162363" y="2324100"/>
                  </a:lnTo>
                  <a:lnTo>
                    <a:pt x="3162363" y="2352675"/>
                  </a:lnTo>
                  <a:lnTo>
                    <a:pt x="3219513" y="2352675"/>
                  </a:lnTo>
                  <a:lnTo>
                    <a:pt x="3219513" y="2324100"/>
                  </a:lnTo>
                  <a:close/>
                </a:path>
                <a:path w="6400800" h="2352675">
                  <a:moveTo>
                    <a:pt x="3241357" y="0"/>
                  </a:moveTo>
                  <a:lnTo>
                    <a:pt x="3184207" y="0"/>
                  </a:lnTo>
                  <a:lnTo>
                    <a:pt x="3184207" y="28575"/>
                  </a:lnTo>
                  <a:lnTo>
                    <a:pt x="3241357" y="28575"/>
                  </a:lnTo>
                  <a:lnTo>
                    <a:pt x="3241357" y="0"/>
                  </a:lnTo>
                  <a:close/>
                </a:path>
                <a:path w="6400800" h="2352675">
                  <a:moveTo>
                    <a:pt x="3305048" y="2324100"/>
                  </a:moveTo>
                  <a:lnTo>
                    <a:pt x="3247898" y="2324100"/>
                  </a:lnTo>
                  <a:lnTo>
                    <a:pt x="3247898" y="2352675"/>
                  </a:lnTo>
                  <a:lnTo>
                    <a:pt x="3305048" y="2352675"/>
                  </a:lnTo>
                  <a:lnTo>
                    <a:pt x="3305048" y="2324100"/>
                  </a:lnTo>
                  <a:close/>
                </a:path>
                <a:path w="6400800" h="2352675">
                  <a:moveTo>
                    <a:pt x="3326892" y="0"/>
                  </a:moveTo>
                  <a:lnTo>
                    <a:pt x="3269742" y="0"/>
                  </a:lnTo>
                  <a:lnTo>
                    <a:pt x="3269742" y="28575"/>
                  </a:lnTo>
                  <a:lnTo>
                    <a:pt x="3326892" y="28575"/>
                  </a:lnTo>
                  <a:lnTo>
                    <a:pt x="3326892" y="0"/>
                  </a:lnTo>
                  <a:close/>
                </a:path>
                <a:path w="6400800" h="2352675">
                  <a:moveTo>
                    <a:pt x="3390582" y="2324100"/>
                  </a:moveTo>
                  <a:lnTo>
                    <a:pt x="3333432" y="2324100"/>
                  </a:lnTo>
                  <a:lnTo>
                    <a:pt x="3333432" y="2352675"/>
                  </a:lnTo>
                  <a:lnTo>
                    <a:pt x="3390582" y="2352675"/>
                  </a:lnTo>
                  <a:lnTo>
                    <a:pt x="3390582" y="2324100"/>
                  </a:lnTo>
                  <a:close/>
                </a:path>
                <a:path w="6400800" h="2352675">
                  <a:moveTo>
                    <a:pt x="3412426" y="0"/>
                  </a:moveTo>
                  <a:lnTo>
                    <a:pt x="3355276" y="0"/>
                  </a:lnTo>
                  <a:lnTo>
                    <a:pt x="3355276" y="28575"/>
                  </a:lnTo>
                  <a:lnTo>
                    <a:pt x="3412426" y="28575"/>
                  </a:lnTo>
                  <a:lnTo>
                    <a:pt x="3412426" y="0"/>
                  </a:lnTo>
                  <a:close/>
                </a:path>
                <a:path w="6400800" h="2352675">
                  <a:moveTo>
                    <a:pt x="3476117" y="2324100"/>
                  </a:moveTo>
                  <a:lnTo>
                    <a:pt x="3418967" y="2324100"/>
                  </a:lnTo>
                  <a:lnTo>
                    <a:pt x="3418967" y="2352675"/>
                  </a:lnTo>
                  <a:lnTo>
                    <a:pt x="3476117" y="2352675"/>
                  </a:lnTo>
                  <a:lnTo>
                    <a:pt x="3476117" y="2324100"/>
                  </a:lnTo>
                  <a:close/>
                </a:path>
                <a:path w="6400800" h="2352675">
                  <a:moveTo>
                    <a:pt x="3497961" y="0"/>
                  </a:moveTo>
                  <a:lnTo>
                    <a:pt x="3440811" y="0"/>
                  </a:lnTo>
                  <a:lnTo>
                    <a:pt x="3440811" y="28575"/>
                  </a:lnTo>
                  <a:lnTo>
                    <a:pt x="3497961" y="28575"/>
                  </a:lnTo>
                  <a:lnTo>
                    <a:pt x="3497961" y="0"/>
                  </a:lnTo>
                  <a:close/>
                </a:path>
                <a:path w="6400800" h="2352675">
                  <a:moveTo>
                    <a:pt x="3561651" y="2324100"/>
                  </a:moveTo>
                  <a:lnTo>
                    <a:pt x="3504501" y="2324100"/>
                  </a:lnTo>
                  <a:lnTo>
                    <a:pt x="3504501" y="2352675"/>
                  </a:lnTo>
                  <a:lnTo>
                    <a:pt x="3561651" y="2352675"/>
                  </a:lnTo>
                  <a:lnTo>
                    <a:pt x="3561651" y="2324100"/>
                  </a:lnTo>
                  <a:close/>
                </a:path>
                <a:path w="6400800" h="2352675">
                  <a:moveTo>
                    <a:pt x="3583495" y="0"/>
                  </a:moveTo>
                  <a:lnTo>
                    <a:pt x="3526345" y="0"/>
                  </a:lnTo>
                  <a:lnTo>
                    <a:pt x="3526345" y="28575"/>
                  </a:lnTo>
                  <a:lnTo>
                    <a:pt x="3583495" y="28575"/>
                  </a:lnTo>
                  <a:lnTo>
                    <a:pt x="3583495" y="0"/>
                  </a:lnTo>
                  <a:close/>
                </a:path>
                <a:path w="6400800" h="2352675">
                  <a:moveTo>
                    <a:pt x="3647186" y="2324100"/>
                  </a:moveTo>
                  <a:lnTo>
                    <a:pt x="3590036" y="2324100"/>
                  </a:lnTo>
                  <a:lnTo>
                    <a:pt x="3590036" y="2352675"/>
                  </a:lnTo>
                  <a:lnTo>
                    <a:pt x="3647186" y="2352675"/>
                  </a:lnTo>
                  <a:lnTo>
                    <a:pt x="3647186" y="2324100"/>
                  </a:lnTo>
                  <a:close/>
                </a:path>
                <a:path w="6400800" h="2352675">
                  <a:moveTo>
                    <a:pt x="3669030" y="0"/>
                  </a:moveTo>
                  <a:lnTo>
                    <a:pt x="3611880" y="0"/>
                  </a:lnTo>
                  <a:lnTo>
                    <a:pt x="3611880" y="28575"/>
                  </a:lnTo>
                  <a:lnTo>
                    <a:pt x="3669030" y="28575"/>
                  </a:lnTo>
                  <a:lnTo>
                    <a:pt x="3669030" y="0"/>
                  </a:lnTo>
                  <a:close/>
                </a:path>
                <a:path w="6400800" h="2352675">
                  <a:moveTo>
                    <a:pt x="3732720" y="2324100"/>
                  </a:moveTo>
                  <a:lnTo>
                    <a:pt x="3675570" y="2324100"/>
                  </a:lnTo>
                  <a:lnTo>
                    <a:pt x="3675570" y="2352675"/>
                  </a:lnTo>
                  <a:lnTo>
                    <a:pt x="3732720" y="2352675"/>
                  </a:lnTo>
                  <a:lnTo>
                    <a:pt x="3732720" y="2324100"/>
                  </a:lnTo>
                  <a:close/>
                </a:path>
                <a:path w="6400800" h="2352675">
                  <a:moveTo>
                    <a:pt x="3754564" y="0"/>
                  </a:moveTo>
                  <a:lnTo>
                    <a:pt x="3697414" y="0"/>
                  </a:lnTo>
                  <a:lnTo>
                    <a:pt x="3697414" y="28575"/>
                  </a:lnTo>
                  <a:lnTo>
                    <a:pt x="3754564" y="28575"/>
                  </a:lnTo>
                  <a:lnTo>
                    <a:pt x="3754564" y="0"/>
                  </a:lnTo>
                  <a:close/>
                </a:path>
                <a:path w="6400800" h="2352675">
                  <a:moveTo>
                    <a:pt x="3818255" y="2324100"/>
                  </a:moveTo>
                  <a:lnTo>
                    <a:pt x="3761105" y="2324100"/>
                  </a:lnTo>
                  <a:lnTo>
                    <a:pt x="3761105" y="2352675"/>
                  </a:lnTo>
                  <a:lnTo>
                    <a:pt x="3818255" y="2352675"/>
                  </a:lnTo>
                  <a:lnTo>
                    <a:pt x="3818255" y="2324100"/>
                  </a:lnTo>
                  <a:close/>
                </a:path>
                <a:path w="6400800" h="2352675">
                  <a:moveTo>
                    <a:pt x="3840099" y="0"/>
                  </a:moveTo>
                  <a:lnTo>
                    <a:pt x="3782949" y="0"/>
                  </a:lnTo>
                  <a:lnTo>
                    <a:pt x="3782949" y="28575"/>
                  </a:lnTo>
                  <a:lnTo>
                    <a:pt x="3840099" y="28575"/>
                  </a:lnTo>
                  <a:lnTo>
                    <a:pt x="3840099" y="0"/>
                  </a:lnTo>
                  <a:close/>
                </a:path>
                <a:path w="6400800" h="2352675">
                  <a:moveTo>
                    <a:pt x="3903789" y="2324100"/>
                  </a:moveTo>
                  <a:lnTo>
                    <a:pt x="3846639" y="2324100"/>
                  </a:lnTo>
                  <a:lnTo>
                    <a:pt x="3846639" y="2352675"/>
                  </a:lnTo>
                  <a:lnTo>
                    <a:pt x="3903789" y="2352675"/>
                  </a:lnTo>
                  <a:lnTo>
                    <a:pt x="3903789" y="2324100"/>
                  </a:lnTo>
                  <a:close/>
                </a:path>
                <a:path w="6400800" h="2352675">
                  <a:moveTo>
                    <a:pt x="3925633" y="0"/>
                  </a:moveTo>
                  <a:lnTo>
                    <a:pt x="3868483" y="0"/>
                  </a:lnTo>
                  <a:lnTo>
                    <a:pt x="3868483" y="28575"/>
                  </a:lnTo>
                  <a:lnTo>
                    <a:pt x="3925633" y="28575"/>
                  </a:lnTo>
                  <a:lnTo>
                    <a:pt x="3925633" y="0"/>
                  </a:lnTo>
                  <a:close/>
                </a:path>
                <a:path w="6400800" h="2352675">
                  <a:moveTo>
                    <a:pt x="3989324" y="2324100"/>
                  </a:moveTo>
                  <a:lnTo>
                    <a:pt x="3932174" y="2324100"/>
                  </a:lnTo>
                  <a:lnTo>
                    <a:pt x="3932174" y="2352675"/>
                  </a:lnTo>
                  <a:lnTo>
                    <a:pt x="3989324" y="2352675"/>
                  </a:lnTo>
                  <a:lnTo>
                    <a:pt x="3989324" y="2324100"/>
                  </a:lnTo>
                  <a:close/>
                </a:path>
                <a:path w="6400800" h="2352675">
                  <a:moveTo>
                    <a:pt x="4011168" y="0"/>
                  </a:moveTo>
                  <a:lnTo>
                    <a:pt x="3954018" y="0"/>
                  </a:lnTo>
                  <a:lnTo>
                    <a:pt x="3954018" y="28575"/>
                  </a:lnTo>
                  <a:lnTo>
                    <a:pt x="4011168" y="28575"/>
                  </a:lnTo>
                  <a:lnTo>
                    <a:pt x="4011168" y="0"/>
                  </a:lnTo>
                  <a:close/>
                </a:path>
                <a:path w="6400800" h="2352675">
                  <a:moveTo>
                    <a:pt x="4074858" y="2324100"/>
                  </a:moveTo>
                  <a:lnTo>
                    <a:pt x="4017708" y="2324100"/>
                  </a:lnTo>
                  <a:lnTo>
                    <a:pt x="4017708" y="2352675"/>
                  </a:lnTo>
                  <a:lnTo>
                    <a:pt x="4074858" y="2352675"/>
                  </a:lnTo>
                  <a:lnTo>
                    <a:pt x="4074858" y="2324100"/>
                  </a:lnTo>
                  <a:close/>
                </a:path>
                <a:path w="6400800" h="2352675">
                  <a:moveTo>
                    <a:pt x="4096702" y="0"/>
                  </a:moveTo>
                  <a:lnTo>
                    <a:pt x="4039552" y="0"/>
                  </a:lnTo>
                  <a:lnTo>
                    <a:pt x="4039552" y="28575"/>
                  </a:lnTo>
                  <a:lnTo>
                    <a:pt x="4096702" y="28575"/>
                  </a:lnTo>
                  <a:lnTo>
                    <a:pt x="4096702" y="0"/>
                  </a:lnTo>
                  <a:close/>
                </a:path>
                <a:path w="6400800" h="2352675">
                  <a:moveTo>
                    <a:pt x="4160393" y="2324100"/>
                  </a:moveTo>
                  <a:lnTo>
                    <a:pt x="4103243" y="2324100"/>
                  </a:lnTo>
                  <a:lnTo>
                    <a:pt x="4103243" y="2352675"/>
                  </a:lnTo>
                  <a:lnTo>
                    <a:pt x="4160393" y="2352675"/>
                  </a:lnTo>
                  <a:lnTo>
                    <a:pt x="4160393" y="2324100"/>
                  </a:lnTo>
                  <a:close/>
                </a:path>
                <a:path w="6400800" h="2352675">
                  <a:moveTo>
                    <a:pt x="4182237" y="0"/>
                  </a:moveTo>
                  <a:lnTo>
                    <a:pt x="4125087" y="0"/>
                  </a:lnTo>
                  <a:lnTo>
                    <a:pt x="4125087" y="28575"/>
                  </a:lnTo>
                  <a:lnTo>
                    <a:pt x="4182237" y="28575"/>
                  </a:lnTo>
                  <a:lnTo>
                    <a:pt x="4182237" y="0"/>
                  </a:lnTo>
                  <a:close/>
                </a:path>
                <a:path w="6400800" h="2352675">
                  <a:moveTo>
                    <a:pt x="4245927" y="2324100"/>
                  </a:moveTo>
                  <a:lnTo>
                    <a:pt x="4188777" y="2324100"/>
                  </a:lnTo>
                  <a:lnTo>
                    <a:pt x="4188777" y="2352675"/>
                  </a:lnTo>
                  <a:lnTo>
                    <a:pt x="4245927" y="2352675"/>
                  </a:lnTo>
                  <a:lnTo>
                    <a:pt x="4245927" y="2324100"/>
                  </a:lnTo>
                  <a:close/>
                </a:path>
                <a:path w="6400800" h="2352675">
                  <a:moveTo>
                    <a:pt x="4267771" y="0"/>
                  </a:moveTo>
                  <a:lnTo>
                    <a:pt x="4210621" y="0"/>
                  </a:lnTo>
                  <a:lnTo>
                    <a:pt x="4210621" y="28575"/>
                  </a:lnTo>
                  <a:lnTo>
                    <a:pt x="4267771" y="28575"/>
                  </a:lnTo>
                  <a:lnTo>
                    <a:pt x="4267771" y="0"/>
                  </a:lnTo>
                  <a:close/>
                </a:path>
                <a:path w="6400800" h="2352675">
                  <a:moveTo>
                    <a:pt x="4331462" y="2324100"/>
                  </a:moveTo>
                  <a:lnTo>
                    <a:pt x="4274312" y="2324100"/>
                  </a:lnTo>
                  <a:lnTo>
                    <a:pt x="4274312" y="2352675"/>
                  </a:lnTo>
                  <a:lnTo>
                    <a:pt x="4331462" y="2352675"/>
                  </a:lnTo>
                  <a:lnTo>
                    <a:pt x="4331462" y="2324100"/>
                  </a:lnTo>
                  <a:close/>
                </a:path>
                <a:path w="6400800" h="2352675">
                  <a:moveTo>
                    <a:pt x="4353306" y="0"/>
                  </a:moveTo>
                  <a:lnTo>
                    <a:pt x="4296156" y="0"/>
                  </a:lnTo>
                  <a:lnTo>
                    <a:pt x="4296156" y="28575"/>
                  </a:lnTo>
                  <a:lnTo>
                    <a:pt x="4353306" y="28575"/>
                  </a:lnTo>
                  <a:lnTo>
                    <a:pt x="4353306" y="0"/>
                  </a:lnTo>
                  <a:close/>
                </a:path>
                <a:path w="6400800" h="2352675">
                  <a:moveTo>
                    <a:pt x="4416996" y="2324100"/>
                  </a:moveTo>
                  <a:lnTo>
                    <a:pt x="4359846" y="2324100"/>
                  </a:lnTo>
                  <a:lnTo>
                    <a:pt x="4359846" y="2352675"/>
                  </a:lnTo>
                  <a:lnTo>
                    <a:pt x="4416996" y="2352675"/>
                  </a:lnTo>
                  <a:lnTo>
                    <a:pt x="4416996" y="2324100"/>
                  </a:lnTo>
                  <a:close/>
                </a:path>
                <a:path w="6400800" h="2352675">
                  <a:moveTo>
                    <a:pt x="4438840" y="0"/>
                  </a:moveTo>
                  <a:lnTo>
                    <a:pt x="4381690" y="0"/>
                  </a:lnTo>
                  <a:lnTo>
                    <a:pt x="4381690" y="28575"/>
                  </a:lnTo>
                  <a:lnTo>
                    <a:pt x="4438840" y="28575"/>
                  </a:lnTo>
                  <a:lnTo>
                    <a:pt x="4438840" y="0"/>
                  </a:lnTo>
                  <a:close/>
                </a:path>
                <a:path w="6400800" h="2352675">
                  <a:moveTo>
                    <a:pt x="4502531" y="2324100"/>
                  </a:moveTo>
                  <a:lnTo>
                    <a:pt x="4445381" y="2324100"/>
                  </a:lnTo>
                  <a:lnTo>
                    <a:pt x="4445381" y="2352675"/>
                  </a:lnTo>
                  <a:lnTo>
                    <a:pt x="4502531" y="2352675"/>
                  </a:lnTo>
                  <a:lnTo>
                    <a:pt x="4502531" y="2324100"/>
                  </a:lnTo>
                  <a:close/>
                </a:path>
                <a:path w="6400800" h="2352675">
                  <a:moveTo>
                    <a:pt x="4524375" y="0"/>
                  </a:moveTo>
                  <a:lnTo>
                    <a:pt x="4467225" y="0"/>
                  </a:lnTo>
                  <a:lnTo>
                    <a:pt x="4467225" y="28575"/>
                  </a:lnTo>
                  <a:lnTo>
                    <a:pt x="4524375" y="28575"/>
                  </a:lnTo>
                  <a:lnTo>
                    <a:pt x="4524375" y="0"/>
                  </a:lnTo>
                  <a:close/>
                </a:path>
                <a:path w="6400800" h="2352675">
                  <a:moveTo>
                    <a:pt x="4588065" y="2324100"/>
                  </a:moveTo>
                  <a:lnTo>
                    <a:pt x="4530915" y="2324100"/>
                  </a:lnTo>
                  <a:lnTo>
                    <a:pt x="4530915" y="2352675"/>
                  </a:lnTo>
                  <a:lnTo>
                    <a:pt x="4588065" y="2352675"/>
                  </a:lnTo>
                  <a:lnTo>
                    <a:pt x="4588065" y="2324100"/>
                  </a:lnTo>
                  <a:close/>
                </a:path>
                <a:path w="6400800" h="2352675">
                  <a:moveTo>
                    <a:pt x="4609909" y="0"/>
                  </a:moveTo>
                  <a:lnTo>
                    <a:pt x="4552759" y="0"/>
                  </a:lnTo>
                  <a:lnTo>
                    <a:pt x="4552759" y="28575"/>
                  </a:lnTo>
                  <a:lnTo>
                    <a:pt x="4609909" y="28575"/>
                  </a:lnTo>
                  <a:lnTo>
                    <a:pt x="4609909" y="0"/>
                  </a:lnTo>
                  <a:close/>
                </a:path>
                <a:path w="6400800" h="2352675">
                  <a:moveTo>
                    <a:pt x="4673600" y="2324100"/>
                  </a:moveTo>
                  <a:lnTo>
                    <a:pt x="4616450" y="2324100"/>
                  </a:lnTo>
                  <a:lnTo>
                    <a:pt x="4616450" y="2352675"/>
                  </a:lnTo>
                  <a:lnTo>
                    <a:pt x="4673600" y="2352675"/>
                  </a:lnTo>
                  <a:lnTo>
                    <a:pt x="4673600" y="2324100"/>
                  </a:lnTo>
                  <a:close/>
                </a:path>
                <a:path w="6400800" h="2352675">
                  <a:moveTo>
                    <a:pt x="4695444" y="0"/>
                  </a:moveTo>
                  <a:lnTo>
                    <a:pt x="4638294" y="0"/>
                  </a:lnTo>
                  <a:lnTo>
                    <a:pt x="4638294" y="28575"/>
                  </a:lnTo>
                  <a:lnTo>
                    <a:pt x="4695444" y="28575"/>
                  </a:lnTo>
                  <a:lnTo>
                    <a:pt x="4695444" y="0"/>
                  </a:lnTo>
                  <a:close/>
                </a:path>
                <a:path w="6400800" h="2352675">
                  <a:moveTo>
                    <a:pt x="4759134" y="2324100"/>
                  </a:moveTo>
                  <a:lnTo>
                    <a:pt x="4701984" y="2324100"/>
                  </a:lnTo>
                  <a:lnTo>
                    <a:pt x="4701984" y="2352675"/>
                  </a:lnTo>
                  <a:lnTo>
                    <a:pt x="4759134" y="2352675"/>
                  </a:lnTo>
                  <a:lnTo>
                    <a:pt x="4759134" y="2324100"/>
                  </a:lnTo>
                  <a:close/>
                </a:path>
                <a:path w="6400800" h="2352675">
                  <a:moveTo>
                    <a:pt x="4780978" y="0"/>
                  </a:moveTo>
                  <a:lnTo>
                    <a:pt x="4723828" y="0"/>
                  </a:lnTo>
                  <a:lnTo>
                    <a:pt x="4723828" y="28575"/>
                  </a:lnTo>
                  <a:lnTo>
                    <a:pt x="4780978" y="28575"/>
                  </a:lnTo>
                  <a:lnTo>
                    <a:pt x="4780978" y="0"/>
                  </a:lnTo>
                  <a:close/>
                </a:path>
                <a:path w="6400800" h="2352675">
                  <a:moveTo>
                    <a:pt x="4844669" y="2324100"/>
                  </a:moveTo>
                  <a:lnTo>
                    <a:pt x="4787519" y="2324100"/>
                  </a:lnTo>
                  <a:lnTo>
                    <a:pt x="4787519" y="2352675"/>
                  </a:lnTo>
                  <a:lnTo>
                    <a:pt x="4844669" y="2352675"/>
                  </a:lnTo>
                  <a:lnTo>
                    <a:pt x="4844669" y="2324100"/>
                  </a:lnTo>
                  <a:close/>
                </a:path>
                <a:path w="6400800" h="2352675">
                  <a:moveTo>
                    <a:pt x="4866513" y="0"/>
                  </a:moveTo>
                  <a:lnTo>
                    <a:pt x="4809363" y="0"/>
                  </a:lnTo>
                  <a:lnTo>
                    <a:pt x="4809363" y="28575"/>
                  </a:lnTo>
                  <a:lnTo>
                    <a:pt x="4866513" y="28575"/>
                  </a:lnTo>
                  <a:lnTo>
                    <a:pt x="4866513" y="0"/>
                  </a:lnTo>
                  <a:close/>
                </a:path>
                <a:path w="6400800" h="2352675">
                  <a:moveTo>
                    <a:pt x="4930203" y="2324100"/>
                  </a:moveTo>
                  <a:lnTo>
                    <a:pt x="4873053" y="2324100"/>
                  </a:lnTo>
                  <a:lnTo>
                    <a:pt x="4873053" y="2352675"/>
                  </a:lnTo>
                  <a:lnTo>
                    <a:pt x="4930203" y="2352675"/>
                  </a:lnTo>
                  <a:lnTo>
                    <a:pt x="4930203" y="2324100"/>
                  </a:lnTo>
                  <a:close/>
                </a:path>
                <a:path w="6400800" h="2352675">
                  <a:moveTo>
                    <a:pt x="4952047" y="0"/>
                  </a:moveTo>
                  <a:lnTo>
                    <a:pt x="4894897" y="0"/>
                  </a:lnTo>
                  <a:lnTo>
                    <a:pt x="4894897" y="28575"/>
                  </a:lnTo>
                  <a:lnTo>
                    <a:pt x="4952047" y="28575"/>
                  </a:lnTo>
                  <a:lnTo>
                    <a:pt x="4952047" y="0"/>
                  </a:lnTo>
                  <a:close/>
                </a:path>
                <a:path w="6400800" h="2352675">
                  <a:moveTo>
                    <a:pt x="5015738" y="2324100"/>
                  </a:moveTo>
                  <a:lnTo>
                    <a:pt x="4958588" y="2324100"/>
                  </a:lnTo>
                  <a:lnTo>
                    <a:pt x="4958588" y="2352675"/>
                  </a:lnTo>
                  <a:lnTo>
                    <a:pt x="5015738" y="2352675"/>
                  </a:lnTo>
                  <a:lnTo>
                    <a:pt x="5015738" y="2324100"/>
                  </a:lnTo>
                  <a:close/>
                </a:path>
                <a:path w="6400800" h="2352675">
                  <a:moveTo>
                    <a:pt x="5037582" y="0"/>
                  </a:moveTo>
                  <a:lnTo>
                    <a:pt x="4980432" y="0"/>
                  </a:lnTo>
                  <a:lnTo>
                    <a:pt x="4980432" y="28575"/>
                  </a:lnTo>
                  <a:lnTo>
                    <a:pt x="5037582" y="28575"/>
                  </a:lnTo>
                  <a:lnTo>
                    <a:pt x="5037582" y="0"/>
                  </a:lnTo>
                  <a:close/>
                </a:path>
                <a:path w="6400800" h="2352675">
                  <a:moveTo>
                    <a:pt x="5101272" y="2324100"/>
                  </a:moveTo>
                  <a:lnTo>
                    <a:pt x="5044122" y="2324100"/>
                  </a:lnTo>
                  <a:lnTo>
                    <a:pt x="5044122" y="2352675"/>
                  </a:lnTo>
                  <a:lnTo>
                    <a:pt x="5101272" y="2352675"/>
                  </a:lnTo>
                  <a:lnTo>
                    <a:pt x="5101272" y="2324100"/>
                  </a:lnTo>
                  <a:close/>
                </a:path>
                <a:path w="6400800" h="2352675">
                  <a:moveTo>
                    <a:pt x="5123116" y="0"/>
                  </a:moveTo>
                  <a:lnTo>
                    <a:pt x="5065966" y="0"/>
                  </a:lnTo>
                  <a:lnTo>
                    <a:pt x="5065966" y="28575"/>
                  </a:lnTo>
                  <a:lnTo>
                    <a:pt x="5123116" y="28575"/>
                  </a:lnTo>
                  <a:lnTo>
                    <a:pt x="5123116" y="0"/>
                  </a:lnTo>
                  <a:close/>
                </a:path>
                <a:path w="6400800" h="2352675">
                  <a:moveTo>
                    <a:pt x="5186807" y="2324100"/>
                  </a:moveTo>
                  <a:lnTo>
                    <a:pt x="5129657" y="2324100"/>
                  </a:lnTo>
                  <a:lnTo>
                    <a:pt x="5129657" y="2352675"/>
                  </a:lnTo>
                  <a:lnTo>
                    <a:pt x="5186807" y="2352675"/>
                  </a:lnTo>
                  <a:lnTo>
                    <a:pt x="5186807" y="2324100"/>
                  </a:lnTo>
                  <a:close/>
                </a:path>
                <a:path w="6400800" h="2352675">
                  <a:moveTo>
                    <a:pt x="5208651" y="0"/>
                  </a:moveTo>
                  <a:lnTo>
                    <a:pt x="5151501" y="0"/>
                  </a:lnTo>
                  <a:lnTo>
                    <a:pt x="5151501" y="28575"/>
                  </a:lnTo>
                  <a:lnTo>
                    <a:pt x="5208651" y="28575"/>
                  </a:lnTo>
                  <a:lnTo>
                    <a:pt x="5208651" y="0"/>
                  </a:lnTo>
                  <a:close/>
                </a:path>
                <a:path w="6400800" h="2352675">
                  <a:moveTo>
                    <a:pt x="5272341" y="2324100"/>
                  </a:moveTo>
                  <a:lnTo>
                    <a:pt x="5215191" y="2324100"/>
                  </a:lnTo>
                  <a:lnTo>
                    <a:pt x="5215191" y="2352675"/>
                  </a:lnTo>
                  <a:lnTo>
                    <a:pt x="5272341" y="2352675"/>
                  </a:lnTo>
                  <a:lnTo>
                    <a:pt x="5272341" y="2324100"/>
                  </a:lnTo>
                  <a:close/>
                </a:path>
                <a:path w="6400800" h="2352675">
                  <a:moveTo>
                    <a:pt x="5294185" y="0"/>
                  </a:moveTo>
                  <a:lnTo>
                    <a:pt x="5237035" y="0"/>
                  </a:lnTo>
                  <a:lnTo>
                    <a:pt x="5237035" y="28575"/>
                  </a:lnTo>
                  <a:lnTo>
                    <a:pt x="5294185" y="28575"/>
                  </a:lnTo>
                  <a:lnTo>
                    <a:pt x="5294185" y="0"/>
                  </a:lnTo>
                  <a:close/>
                </a:path>
                <a:path w="6400800" h="2352675">
                  <a:moveTo>
                    <a:pt x="5357876" y="2324100"/>
                  </a:moveTo>
                  <a:lnTo>
                    <a:pt x="5300726" y="2324100"/>
                  </a:lnTo>
                  <a:lnTo>
                    <a:pt x="5300726" y="2352675"/>
                  </a:lnTo>
                  <a:lnTo>
                    <a:pt x="5357876" y="2352675"/>
                  </a:lnTo>
                  <a:lnTo>
                    <a:pt x="5357876" y="2324100"/>
                  </a:lnTo>
                  <a:close/>
                </a:path>
                <a:path w="6400800" h="2352675">
                  <a:moveTo>
                    <a:pt x="5379720" y="0"/>
                  </a:moveTo>
                  <a:lnTo>
                    <a:pt x="5322570" y="0"/>
                  </a:lnTo>
                  <a:lnTo>
                    <a:pt x="5322570" y="28575"/>
                  </a:lnTo>
                  <a:lnTo>
                    <a:pt x="5379720" y="28575"/>
                  </a:lnTo>
                  <a:lnTo>
                    <a:pt x="5379720" y="0"/>
                  </a:lnTo>
                  <a:close/>
                </a:path>
                <a:path w="6400800" h="2352675">
                  <a:moveTo>
                    <a:pt x="5443410" y="2324100"/>
                  </a:moveTo>
                  <a:lnTo>
                    <a:pt x="5386260" y="2324100"/>
                  </a:lnTo>
                  <a:lnTo>
                    <a:pt x="5386260" y="2352675"/>
                  </a:lnTo>
                  <a:lnTo>
                    <a:pt x="5443410" y="2352675"/>
                  </a:lnTo>
                  <a:lnTo>
                    <a:pt x="5443410" y="2324100"/>
                  </a:lnTo>
                  <a:close/>
                </a:path>
                <a:path w="6400800" h="2352675">
                  <a:moveTo>
                    <a:pt x="5465254" y="0"/>
                  </a:moveTo>
                  <a:lnTo>
                    <a:pt x="5408104" y="0"/>
                  </a:lnTo>
                  <a:lnTo>
                    <a:pt x="5408104" y="28575"/>
                  </a:lnTo>
                  <a:lnTo>
                    <a:pt x="5465254" y="28575"/>
                  </a:lnTo>
                  <a:lnTo>
                    <a:pt x="5465254" y="0"/>
                  </a:lnTo>
                  <a:close/>
                </a:path>
                <a:path w="6400800" h="2352675">
                  <a:moveTo>
                    <a:pt x="5528945" y="2324100"/>
                  </a:moveTo>
                  <a:lnTo>
                    <a:pt x="5471795" y="2324100"/>
                  </a:lnTo>
                  <a:lnTo>
                    <a:pt x="5471795" y="2352675"/>
                  </a:lnTo>
                  <a:lnTo>
                    <a:pt x="5528945" y="2352675"/>
                  </a:lnTo>
                  <a:lnTo>
                    <a:pt x="5528945" y="2324100"/>
                  </a:lnTo>
                  <a:close/>
                </a:path>
                <a:path w="6400800" h="2352675">
                  <a:moveTo>
                    <a:pt x="5550789" y="0"/>
                  </a:moveTo>
                  <a:lnTo>
                    <a:pt x="5493639" y="0"/>
                  </a:lnTo>
                  <a:lnTo>
                    <a:pt x="5493639" y="28575"/>
                  </a:lnTo>
                  <a:lnTo>
                    <a:pt x="5550789" y="28575"/>
                  </a:lnTo>
                  <a:lnTo>
                    <a:pt x="5550789" y="0"/>
                  </a:lnTo>
                  <a:close/>
                </a:path>
                <a:path w="6400800" h="2352675">
                  <a:moveTo>
                    <a:pt x="5614479" y="2324100"/>
                  </a:moveTo>
                  <a:lnTo>
                    <a:pt x="5557329" y="2324100"/>
                  </a:lnTo>
                  <a:lnTo>
                    <a:pt x="5557329" y="2352675"/>
                  </a:lnTo>
                  <a:lnTo>
                    <a:pt x="5614479" y="2352675"/>
                  </a:lnTo>
                  <a:lnTo>
                    <a:pt x="5614479" y="2324100"/>
                  </a:lnTo>
                  <a:close/>
                </a:path>
                <a:path w="6400800" h="2352675">
                  <a:moveTo>
                    <a:pt x="5636323" y="0"/>
                  </a:moveTo>
                  <a:lnTo>
                    <a:pt x="5579173" y="0"/>
                  </a:lnTo>
                  <a:lnTo>
                    <a:pt x="5579173" y="28575"/>
                  </a:lnTo>
                  <a:lnTo>
                    <a:pt x="5636323" y="28575"/>
                  </a:lnTo>
                  <a:lnTo>
                    <a:pt x="5636323" y="0"/>
                  </a:lnTo>
                  <a:close/>
                </a:path>
                <a:path w="6400800" h="2352675">
                  <a:moveTo>
                    <a:pt x="5700014" y="2324100"/>
                  </a:moveTo>
                  <a:lnTo>
                    <a:pt x="5642864" y="2324100"/>
                  </a:lnTo>
                  <a:lnTo>
                    <a:pt x="5642864" y="2352675"/>
                  </a:lnTo>
                  <a:lnTo>
                    <a:pt x="5700014" y="2352675"/>
                  </a:lnTo>
                  <a:lnTo>
                    <a:pt x="5700014" y="2324100"/>
                  </a:lnTo>
                  <a:close/>
                </a:path>
                <a:path w="6400800" h="2352675">
                  <a:moveTo>
                    <a:pt x="5721858" y="0"/>
                  </a:moveTo>
                  <a:lnTo>
                    <a:pt x="5664708" y="0"/>
                  </a:lnTo>
                  <a:lnTo>
                    <a:pt x="5664708" y="28575"/>
                  </a:lnTo>
                  <a:lnTo>
                    <a:pt x="5721858" y="28575"/>
                  </a:lnTo>
                  <a:lnTo>
                    <a:pt x="5721858" y="0"/>
                  </a:lnTo>
                  <a:close/>
                </a:path>
                <a:path w="6400800" h="2352675">
                  <a:moveTo>
                    <a:pt x="5785548" y="2324100"/>
                  </a:moveTo>
                  <a:lnTo>
                    <a:pt x="5728398" y="2324100"/>
                  </a:lnTo>
                  <a:lnTo>
                    <a:pt x="5728398" y="2352675"/>
                  </a:lnTo>
                  <a:lnTo>
                    <a:pt x="5785548" y="2352675"/>
                  </a:lnTo>
                  <a:lnTo>
                    <a:pt x="5785548" y="2324100"/>
                  </a:lnTo>
                  <a:close/>
                </a:path>
                <a:path w="6400800" h="2352675">
                  <a:moveTo>
                    <a:pt x="5807392" y="0"/>
                  </a:moveTo>
                  <a:lnTo>
                    <a:pt x="5750242" y="0"/>
                  </a:lnTo>
                  <a:lnTo>
                    <a:pt x="5750242" y="28575"/>
                  </a:lnTo>
                  <a:lnTo>
                    <a:pt x="5807392" y="28575"/>
                  </a:lnTo>
                  <a:lnTo>
                    <a:pt x="5807392" y="0"/>
                  </a:lnTo>
                  <a:close/>
                </a:path>
                <a:path w="6400800" h="2352675">
                  <a:moveTo>
                    <a:pt x="5871083" y="2324100"/>
                  </a:moveTo>
                  <a:lnTo>
                    <a:pt x="5813933" y="2324100"/>
                  </a:lnTo>
                  <a:lnTo>
                    <a:pt x="5813933" y="2352675"/>
                  </a:lnTo>
                  <a:lnTo>
                    <a:pt x="5871083" y="2352675"/>
                  </a:lnTo>
                  <a:lnTo>
                    <a:pt x="5871083" y="2324100"/>
                  </a:lnTo>
                  <a:close/>
                </a:path>
                <a:path w="6400800" h="2352675">
                  <a:moveTo>
                    <a:pt x="5892927" y="0"/>
                  </a:moveTo>
                  <a:lnTo>
                    <a:pt x="5835777" y="0"/>
                  </a:lnTo>
                  <a:lnTo>
                    <a:pt x="5835777" y="28575"/>
                  </a:lnTo>
                  <a:lnTo>
                    <a:pt x="5892927" y="28575"/>
                  </a:lnTo>
                  <a:lnTo>
                    <a:pt x="5892927" y="0"/>
                  </a:lnTo>
                  <a:close/>
                </a:path>
                <a:path w="6400800" h="2352675">
                  <a:moveTo>
                    <a:pt x="5956617" y="2324100"/>
                  </a:moveTo>
                  <a:lnTo>
                    <a:pt x="5899467" y="2324100"/>
                  </a:lnTo>
                  <a:lnTo>
                    <a:pt x="5899467" y="2352675"/>
                  </a:lnTo>
                  <a:lnTo>
                    <a:pt x="5956617" y="2352675"/>
                  </a:lnTo>
                  <a:lnTo>
                    <a:pt x="5956617" y="2324100"/>
                  </a:lnTo>
                  <a:close/>
                </a:path>
                <a:path w="6400800" h="2352675">
                  <a:moveTo>
                    <a:pt x="5978461" y="0"/>
                  </a:moveTo>
                  <a:lnTo>
                    <a:pt x="5921311" y="0"/>
                  </a:lnTo>
                  <a:lnTo>
                    <a:pt x="5921311" y="28575"/>
                  </a:lnTo>
                  <a:lnTo>
                    <a:pt x="5978461" y="28575"/>
                  </a:lnTo>
                  <a:lnTo>
                    <a:pt x="5978461" y="0"/>
                  </a:lnTo>
                  <a:close/>
                </a:path>
                <a:path w="6400800" h="2352675">
                  <a:moveTo>
                    <a:pt x="6042152" y="2324100"/>
                  </a:moveTo>
                  <a:lnTo>
                    <a:pt x="5985002" y="2324100"/>
                  </a:lnTo>
                  <a:lnTo>
                    <a:pt x="5985002" y="2352675"/>
                  </a:lnTo>
                  <a:lnTo>
                    <a:pt x="6042152" y="2352675"/>
                  </a:lnTo>
                  <a:lnTo>
                    <a:pt x="6042152" y="2324100"/>
                  </a:lnTo>
                  <a:close/>
                </a:path>
                <a:path w="6400800" h="2352675">
                  <a:moveTo>
                    <a:pt x="6063996" y="0"/>
                  </a:moveTo>
                  <a:lnTo>
                    <a:pt x="6006846" y="0"/>
                  </a:lnTo>
                  <a:lnTo>
                    <a:pt x="6006846" y="28575"/>
                  </a:lnTo>
                  <a:lnTo>
                    <a:pt x="6063996" y="28575"/>
                  </a:lnTo>
                  <a:lnTo>
                    <a:pt x="6063996" y="0"/>
                  </a:lnTo>
                  <a:close/>
                </a:path>
                <a:path w="6400800" h="2352675">
                  <a:moveTo>
                    <a:pt x="6127686" y="2324100"/>
                  </a:moveTo>
                  <a:lnTo>
                    <a:pt x="6070536" y="2324100"/>
                  </a:lnTo>
                  <a:lnTo>
                    <a:pt x="6070536" y="2352675"/>
                  </a:lnTo>
                  <a:lnTo>
                    <a:pt x="6127686" y="2352675"/>
                  </a:lnTo>
                  <a:lnTo>
                    <a:pt x="6127686" y="2324100"/>
                  </a:lnTo>
                  <a:close/>
                </a:path>
                <a:path w="6400800" h="2352675">
                  <a:moveTo>
                    <a:pt x="6149530" y="0"/>
                  </a:moveTo>
                  <a:lnTo>
                    <a:pt x="6092380" y="0"/>
                  </a:lnTo>
                  <a:lnTo>
                    <a:pt x="6092380" y="28575"/>
                  </a:lnTo>
                  <a:lnTo>
                    <a:pt x="6149530" y="28575"/>
                  </a:lnTo>
                  <a:lnTo>
                    <a:pt x="6149530" y="0"/>
                  </a:lnTo>
                  <a:close/>
                </a:path>
                <a:path w="6400800" h="2352675">
                  <a:moveTo>
                    <a:pt x="6213208" y="2352535"/>
                  </a:moveTo>
                  <a:lnTo>
                    <a:pt x="6212776" y="2324100"/>
                  </a:lnTo>
                  <a:lnTo>
                    <a:pt x="6156071" y="2324100"/>
                  </a:lnTo>
                  <a:lnTo>
                    <a:pt x="6156071" y="2352675"/>
                  </a:lnTo>
                  <a:lnTo>
                    <a:pt x="6210300" y="2352675"/>
                  </a:lnTo>
                  <a:lnTo>
                    <a:pt x="6213208" y="2352535"/>
                  </a:lnTo>
                  <a:close/>
                </a:path>
                <a:path w="6400800" h="2352675">
                  <a:moveTo>
                    <a:pt x="6235446" y="1854"/>
                  </a:moveTo>
                  <a:lnTo>
                    <a:pt x="6229070" y="914"/>
                  </a:lnTo>
                  <a:lnTo>
                    <a:pt x="6210300" y="0"/>
                  </a:lnTo>
                  <a:lnTo>
                    <a:pt x="6177915" y="0"/>
                  </a:lnTo>
                  <a:lnTo>
                    <a:pt x="6177915" y="28575"/>
                  </a:lnTo>
                  <a:lnTo>
                    <a:pt x="6210300" y="28575"/>
                  </a:lnTo>
                  <a:lnTo>
                    <a:pt x="6226251" y="29349"/>
                  </a:lnTo>
                  <a:lnTo>
                    <a:pt x="6231674" y="30149"/>
                  </a:lnTo>
                  <a:lnTo>
                    <a:pt x="6231775" y="29349"/>
                  </a:lnTo>
                  <a:lnTo>
                    <a:pt x="6231877" y="28575"/>
                  </a:lnTo>
                  <a:lnTo>
                    <a:pt x="6235446" y="1854"/>
                  </a:lnTo>
                  <a:close/>
                </a:path>
                <a:path w="6400800" h="2352675">
                  <a:moveTo>
                    <a:pt x="6299924" y="2330285"/>
                  </a:moveTo>
                  <a:lnTo>
                    <a:pt x="6286474" y="2305075"/>
                  </a:lnTo>
                  <a:lnTo>
                    <a:pt x="6272276" y="2311781"/>
                  </a:lnTo>
                  <a:lnTo>
                    <a:pt x="6257239" y="2317178"/>
                  </a:lnTo>
                  <a:lnTo>
                    <a:pt x="6241897" y="2321026"/>
                  </a:lnTo>
                  <a:lnTo>
                    <a:pt x="6237427" y="2321687"/>
                  </a:lnTo>
                  <a:lnTo>
                    <a:pt x="6242215" y="2349830"/>
                  </a:lnTo>
                  <a:lnTo>
                    <a:pt x="6247473" y="2349055"/>
                  </a:lnTo>
                  <a:lnTo>
                    <a:pt x="6265519" y="2344521"/>
                  </a:lnTo>
                  <a:lnTo>
                    <a:pt x="6283198" y="2338184"/>
                  </a:lnTo>
                  <a:lnTo>
                    <a:pt x="6299924" y="2330285"/>
                  </a:lnTo>
                  <a:close/>
                </a:path>
                <a:path w="6400800" h="2352675">
                  <a:moveTo>
                    <a:pt x="6319571" y="34620"/>
                  </a:moveTo>
                  <a:lnTo>
                    <a:pt x="6316167" y="32080"/>
                  </a:lnTo>
                  <a:lnTo>
                    <a:pt x="6300190" y="22529"/>
                  </a:lnTo>
                  <a:lnTo>
                    <a:pt x="6283210" y="14503"/>
                  </a:lnTo>
                  <a:lnTo>
                    <a:pt x="6265126" y="8064"/>
                  </a:lnTo>
                  <a:lnTo>
                    <a:pt x="6256896" y="35433"/>
                  </a:lnTo>
                  <a:lnTo>
                    <a:pt x="6272276" y="40906"/>
                  </a:lnTo>
                  <a:lnTo>
                    <a:pt x="6286716" y="47726"/>
                  </a:lnTo>
                  <a:lnTo>
                    <a:pt x="6300279" y="55841"/>
                  </a:lnTo>
                  <a:lnTo>
                    <a:pt x="6303188" y="58000"/>
                  </a:lnTo>
                  <a:lnTo>
                    <a:pt x="6319571" y="34620"/>
                  </a:lnTo>
                  <a:close/>
                </a:path>
                <a:path w="6400800" h="2352675">
                  <a:moveTo>
                    <a:pt x="6367361" y="2269871"/>
                  </a:moveTo>
                  <a:lnTo>
                    <a:pt x="6343802" y="2253716"/>
                  </a:lnTo>
                  <a:lnTo>
                    <a:pt x="6335535" y="2264854"/>
                  </a:lnTo>
                  <a:lnTo>
                    <a:pt x="6324803" y="2276678"/>
                  </a:lnTo>
                  <a:lnTo>
                    <a:pt x="6312979" y="2287409"/>
                  </a:lnTo>
                  <a:lnTo>
                    <a:pt x="6307937" y="2291156"/>
                  </a:lnTo>
                  <a:lnTo>
                    <a:pt x="6325171" y="2313914"/>
                  </a:lnTo>
                  <a:lnTo>
                    <a:pt x="6331102" y="2309507"/>
                  </a:lnTo>
                  <a:lnTo>
                    <a:pt x="6345009" y="2296884"/>
                  </a:lnTo>
                  <a:lnTo>
                    <a:pt x="6357633" y="2282977"/>
                  </a:lnTo>
                  <a:lnTo>
                    <a:pt x="6367361" y="2269871"/>
                  </a:lnTo>
                  <a:close/>
                </a:path>
                <a:path w="6400800" h="2352675">
                  <a:moveTo>
                    <a:pt x="6379235" y="102641"/>
                  </a:moveTo>
                  <a:lnTo>
                    <a:pt x="6357633" y="69710"/>
                  </a:lnTo>
                  <a:lnTo>
                    <a:pt x="6342989" y="53962"/>
                  </a:lnTo>
                  <a:lnTo>
                    <a:pt x="6323089" y="74447"/>
                  </a:lnTo>
                  <a:lnTo>
                    <a:pt x="6324803" y="76009"/>
                  </a:lnTo>
                  <a:lnTo>
                    <a:pt x="6335535" y="87833"/>
                  </a:lnTo>
                  <a:lnTo>
                    <a:pt x="6344971" y="100533"/>
                  </a:lnTo>
                  <a:lnTo>
                    <a:pt x="6353086" y="114096"/>
                  </a:lnTo>
                  <a:lnTo>
                    <a:pt x="6353899" y="115811"/>
                  </a:lnTo>
                  <a:lnTo>
                    <a:pt x="6379235" y="102641"/>
                  </a:lnTo>
                  <a:close/>
                </a:path>
                <a:path w="6400800" h="2352675">
                  <a:moveTo>
                    <a:pt x="6399238" y="2185428"/>
                  </a:moveTo>
                  <a:lnTo>
                    <a:pt x="6370904" y="2181936"/>
                  </a:lnTo>
                  <a:lnTo>
                    <a:pt x="6369151" y="2193772"/>
                  </a:lnTo>
                  <a:lnTo>
                    <a:pt x="6365291" y="2209114"/>
                  </a:lnTo>
                  <a:lnTo>
                    <a:pt x="6359906" y="2224151"/>
                  </a:lnTo>
                  <a:lnTo>
                    <a:pt x="6356375" y="2231618"/>
                  </a:lnTo>
                  <a:lnTo>
                    <a:pt x="6382156" y="2243874"/>
                  </a:lnTo>
                  <a:lnTo>
                    <a:pt x="6386309" y="2235085"/>
                  </a:lnTo>
                  <a:lnTo>
                    <a:pt x="6392646" y="2217394"/>
                  </a:lnTo>
                  <a:lnTo>
                    <a:pt x="6397180" y="2199348"/>
                  </a:lnTo>
                  <a:lnTo>
                    <a:pt x="6399238" y="2185428"/>
                  </a:lnTo>
                  <a:close/>
                </a:path>
                <a:path w="6400800" h="2352675">
                  <a:moveTo>
                    <a:pt x="6400749" y="189433"/>
                  </a:moveTo>
                  <a:lnTo>
                    <a:pt x="6399898" y="171742"/>
                  </a:lnTo>
                  <a:lnTo>
                    <a:pt x="6397180" y="153339"/>
                  </a:lnTo>
                  <a:lnTo>
                    <a:pt x="6392646" y="135293"/>
                  </a:lnTo>
                  <a:lnTo>
                    <a:pt x="6390907" y="130429"/>
                  </a:lnTo>
                  <a:lnTo>
                    <a:pt x="6363817" y="139446"/>
                  </a:lnTo>
                  <a:lnTo>
                    <a:pt x="6365303" y="143573"/>
                  </a:lnTo>
                  <a:lnTo>
                    <a:pt x="6369151" y="158915"/>
                  </a:lnTo>
                  <a:lnTo>
                    <a:pt x="6371463" y="174548"/>
                  </a:lnTo>
                  <a:lnTo>
                    <a:pt x="6372187" y="189598"/>
                  </a:lnTo>
                  <a:lnTo>
                    <a:pt x="6400749" y="189433"/>
                  </a:lnTo>
                  <a:close/>
                </a:path>
                <a:path w="6400800" h="2352675">
                  <a:moveTo>
                    <a:pt x="6400800" y="2099576"/>
                  </a:moveTo>
                  <a:lnTo>
                    <a:pt x="6372225" y="2099576"/>
                  </a:lnTo>
                  <a:lnTo>
                    <a:pt x="6372225" y="2156726"/>
                  </a:lnTo>
                  <a:lnTo>
                    <a:pt x="6400800" y="2156726"/>
                  </a:lnTo>
                  <a:lnTo>
                    <a:pt x="6400800" y="2099576"/>
                  </a:lnTo>
                  <a:close/>
                </a:path>
                <a:path w="6400800" h="2352675">
                  <a:moveTo>
                    <a:pt x="6400800" y="2014042"/>
                  </a:moveTo>
                  <a:lnTo>
                    <a:pt x="6372225" y="2014042"/>
                  </a:lnTo>
                  <a:lnTo>
                    <a:pt x="6372225" y="2071192"/>
                  </a:lnTo>
                  <a:lnTo>
                    <a:pt x="6400800" y="2071192"/>
                  </a:lnTo>
                  <a:lnTo>
                    <a:pt x="6400800" y="2014042"/>
                  </a:lnTo>
                  <a:close/>
                </a:path>
                <a:path w="6400800" h="2352675">
                  <a:moveTo>
                    <a:pt x="6400800" y="1928507"/>
                  </a:moveTo>
                  <a:lnTo>
                    <a:pt x="6372225" y="1928507"/>
                  </a:lnTo>
                  <a:lnTo>
                    <a:pt x="6372225" y="1985657"/>
                  </a:lnTo>
                  <a:lnTo>
                    <a:pt x="6400800" y="1985657"/>
                  </a:lnTo>
                  <a:lnTo>
                    <a:pt x="6400800" y="1928507"/>
                  </a:lnTo>
                  <a:close/>
                </a:path>
                <a:path w="6400800" h="2352675">
                  <a:moveTo>
                    <a:pt x="6400800" y="1842973"/>
                  </a:moveTo>
                  <a:lnTo>
                    <a:pt x="6372225" y="1842973"/>
                  </a:lnTo>
                  <a:lnTo>
                    <a:pt x="6372225" y="1900123"/>
                  </a:lnTo>
                  <a:lnTo>
                    <a:pt x="6400800" y="1900123"/>
                  </a:lnTo>
                  <a:lnTo>
                    <a:pt x="6400800" y="1842973"/>
                  </a:lnTo>
                  <a:close/>
                </a:path>
                <a:path w="6400800" h="2352675">
                  <a:moveTo>
                    <a:pt x="6400800" y="1757438"/>
                  </a:moveTo>
                  <a:lnTo>
                    <a:pt x="6372225" y="1757438"/>
                  </a:lnTo>
                  <a:lnTo>
                    <a:pt x="6372225" y="1814588"/>
                  </a:lnTo>
                  <a:lnTo>
                    <a:pt x="6400800" y="1814588"/>
                  </a:lnTo>
                  <a:lnTo>
                    <a:pt x="6400800" y="1757438"/>
                  </a:lnTo>
                  <a:close/>
                </a:path>
                <a:path w="6400800" h="2352675">
                  <a:moveTo>
                    <a:pt x="6400800" y="1671904"/>
                  </a:moveTo>
                  <a:lnTo>
                    <a:pt x="6372225" y="1671904"/>
                  </a:lnTo>
                  <a:lnTo>
                    <a:pt x="6372225" y="1729054"/>
                  </a:lnTo>
                  <a:lnTo>
                    <a:pt x="6400800" y="1729054"/>
                  </a:lnTo>
                  <a:lnTo>
                    <a:pt x="6400800" y="1671904"/>
                  </a:lnTo>
                  <a:close/>
                </a:path>
                <a:path w="6400800" h="2352675">
                  <a:moveTo>
                    <a:pt x="6400800" y="1586369"/>
                  </a:moveTo>
                  <a:lnTo>
                    <a:pt x="6372225" y="1586369"/>
                  </a:lnTo>
                  <a:lnTo>
                    <a:pt x="6372225" y="1643519"/>
                  </a:lnTo>
                  <a:lnTo>
                    <a:pt x="6400800" y="1643519"/>
                  </a:lnTo>
                  <a:lnTo>
                    <a:pt x="6400800" y="1586369"/>
                  </a:lnTo>
                  <a:close/>
                </a:path>
                <a:path w="6400800" h="2352675">
                  <a:moveTo>
                    <a:pt x="6400800" y="1500835"/>
                  </a:moveTo>
                  <a:lnTo>
                    <a:pt x="6372225" y="1500835"/>
                  </a:lnTo>
                  <a:lnTo>
                    <a:pt x="6372225" y="1557985"/>
                  </a:lnTo>
                  <a:lnTo>
                    <a:pt x="6400800" y="1557985"/>
                  </a:lnTo>
                  <a:lnTo>
                    <a:pt x="6400800" y="1500835"/>
                  </a:lnTo>
                  <a:close/>
                </a:path>
                <a:path w="6400800" h="2352675">
                  <a:moveTo>
                    <a:pt x="6400800" y="1415300"/>
                  </a:moveTo>
                  <a:lnTo>
                    <a:pt x="6372225" y="1415300"/>
                  </a:lnTo>
                  <a:lnTo>
                    <a:pt x="6372225" y="1472450"/>
                  </a:lnTo>
                  <a:lnTo>
                    <a:pt x="6400800" y="1472450"/>
                  </a:lnTo>
                  <a:lnTo>
                    <a:pt x="6400800" y="1415300"/>
                  </a:lnTo>
                  <a:close/>
                </a:path>
                <a:path w="6400800" h="2352675">
                  <a:moveTo>
                    <a:pt x="6400800" y="1329766"/>
                  </a:moveTo>
                  <a:lnTo>
                    <a:pt x="6372225" y="1329766"/>
                  </a:lnTo>
                  <a:lnTo>
                    <a:pt x="6372225" y="1386916"/>
                  </a:lnTo>
                  <a:lnTo>
                    <a:pt x="6400800" y="1386916"/>
                  </a:lnTo>
                  <a:lnTo>
                    <a:pt x="6400800" y="1329766"/>
                  </a:lnTo>
                  <a:close/>
                </a:path>
                <a:path w="6400800" h="2352675">
                  <a:moveTo>
                    <a:pt x="6400800" y="1244231"/>
                  </a:moveTo>
                  <a:lnTo>
                    <a:pt x="6372225" y="1244231"/>
                  </a:lnTo>
                  <a:lnTo>
                    <a:pt x="6372225" y="1301381"/>
                  </a:lnTo>
                  <a:lnTo>
                    <a:pt x="6400800" y="1301381"/>
                  </a:lnTo>
                  <a:lnTo>
                    <a:pt x="6400800" y="1244231"/>
                  </a:lnTo>
                  <a:close/>
                </a:path>
                <a:path w="6400800" h="2352675">
                  <a:moveTo>
                    <a:pt x="6400800" y="1158697"/>
                  </a:moveTo>
                  <a:lnTo>
                    <a:pt x="6372225" y="1158697"/>
                  </a:lnTo>
                  <a:lnTo>
                    <a:pt x="6372225" y="1215847"/>
                  </a:lnTo>
                  <a:lnTo>
                    <a:pt x="6400800" y="1215847"/>
                  </a:lnTo>
                  <a:lnTo>
                    <a:pt x="6400800" y="1158697"/>
                  </a:lnTo>
                  <a:close/>
                </a:path>
                <a:path w="6400800" h="2352675">
                  <a:moveTo>
                    <a:pt x="6400800" y="1073162"/>
                  </a:moveTo>
                  <a:lnTo>
                    <a:pt x="6372225" y="1073162"/>
                  </a:lnTo>
                  <a:lnTo>
                    <a:pt x="6372225" y="1130312"/>
                  </a:lnTo>
                  <a:lnTo>
                    <a:pt x="6400800" y="1130312"/>
                  </a:lnTo>
                  <a:lnTo>
                    <a:pt x="6400800" y="1073162"/>
                  </a:lnTo>
                  <a:close/>
                </a:path>
                <a:path w="6400800" h="2352675">
                  <a:moveTo>
                    <a:pt x="6400800" y="987628"/>
                  </a:moveTo>
                  <a:lnTo>
                    <a:pt x="6372225" y="987628"/>
                  </a:lnTo>
                  <a:lnTo>
                    <a:pt x="6372225" y="1044778"/>
                  </a:lnTo>
                  <a:lnTo>
                    <a:pt x="6400800" y="1044778"/>
                  </a:lnTo>
                  <a:lnTo>
                    <a:pt x="6400800" y="987628"/>
                  </a:lnTo>
                  <a:close/>
                </a:path>
                <a:path w="6400800" h="2352675">
                  <a:moveTo>
                    <a:pt x="6400800" y="902093"/>
                  </a:moveTo>
                  <a:lnTo>
                    <a:pt x="6372225" y="902093"/>
                  </a:lnTo>
                  <a:lnTo>
                    <a:pt x="6372225" y="959243"/>
                  </a:lnTo>
                  <a:lnTo>
                    <a:pt x="6400800" y="959243"/>
                  </a:lnTo>
                  <a:lnTo>
                    <a:pt x="6400800" y="902093"/>
                  </a:lnTo>
                  <a:close/>
                </a:path>
                <a:path w="6400800" h="2352675">
                  <a:moveTo>
                    <a:pt x="6400800" y="816559"/>
                  </a:moveTo>
                  <a:lnTo>
                    <a:pt x="6372225" y="816559"/>
                  </a:lnTo>
                  <a:lnTo>
                    <a:pt x="6372225" y="873709"/>
                  </a:lnTo>
                  <a:lnTo>
                    <a:pt x="6400800" y="873709"/>
                  </a:lnTo>
                  <a:lnTo>
                    <a:pt x="6400800" y="816559"/>
                  </a:lnTo>
                  <a:close/>
                </a:path>
                <a:path w="6400800" h="2352675">
                  <a:moveTo>
                    <a:pt x="6400800" y="731024"/>
                  </a:moveTo>
                  <a:lnTo>
                    <a:pt x="6372225" y="731024"/>
                  </a:lnTo>
                  <a:lnTo>
                    <a:pt x="6372225" y="788174"/>
                  </a:lnTo>
                  <a:lnTo>
                    <a:pt x="6400800" y="788174"/>
                  </a:lnTo>
                  <a:lnTo>
                    <a:pt x="6400800" y="731024"/>
                  </a:lnTo>
                  <a:close/>
                </a:path>
                <a:path w="6400800" h="2352675">
                  <a:moveTo>
                    <a:pt x="6400800" y="645490"/>
                  </a:moveTo>
                  <a:lnTo>
                    <a:pt x="6372225" y="645490"/>
                  </a:lnTo>
                  <a:lnTo>
                    <a:pt x="6372225" y="702640"/>
                  </a:lnTo>
                  <a:lnTo>
                    <a:pt x="6400800" y="702640"/>
                  </a:lnTo>
                  <a:lnTo>
                    <a:pt x="6400800" y="645490"/>
                  </a:lnTo>
                  <a:close/>
                </a:path>
                <a:path w="6400800" h="2352675">
                  <a:moveTo>
                    <a:pt x="6400800" y="559955"/>
                  </a:moveTo>
                  <a:lnTo>
                    <a:pt x="6372225" y="559955"/>
                  </a:lnTo>
                  <a:lnTo>
                    <a:pt x="6372225" y="617105"/>
                  </a:lnTo>
                  <a:lnTo>
                    <a:pt x="6400800" y="617105"/>
                  </a:lnTo>
                  <a:lnTo>
                    <a:pt x="6400800" y="559955"/>
                  </a:lnTo>
                  <a:close/>
                </a:path>
                <a:path w="6400800" h="2352675">
                  <a:moveTo>
                    <a:pt x="6400800" y="474421"/>
                  </a:moveTo>
                  <a:lnTo>
                    <a:pt x="6372225" y="474421"/>
                  </a:lnTo>
                  <a:lnTo>
                    <a:pt x="6372225" y="531571"/>
                  </a:lnTo>
                  <a:lnTo>
                    <a:pt x="6400800" y="531571"/>
                  </a:lnTo>
                  <a:lnTo>
                    <a:pt x="6400800" y="474421"/>
                  </a:lnTo>
                  <a:close/>
                </a:path>
                <a:path w="6400800" h="2352675">
                  <a:moveTo>
                    <a:pt x="6400800" y="388886"/>
                  </a:moveTo>
                  <a:lnTo>
                    <a:pt x="6372225" y="388886"/>
                  </a:lnTo>
                  <a:lnTo>
                    <a:pt x="6372225" y="446036"/>
                  </a:lnTo>
                  <a:lnTo>
                    <a:pt x="6400800" y="446036"/>
                  </a:lnTo>
                  <a:lnTo>
                    <a:pt x="6400800" y="388886"/>
                  </a:lnTo>
                  <a:close/>
                </a:path>
                <a:path w="6400800" h="2352675">
                  <a:moveTo>
                    <a:pt x="6400800" y="303352"/>
                  </a:moveTo>
                  <a:lnTo>
                    <a:pt x="6372225" y="303352"/>
                  </a:lnTo>
                  <a:lnTo>
                    <a:pt x="6372225" y="360502"/>
                  </a:lnTo>
                  <a:lnTo>
                    <a:pt x="6400800" y="360502"/>
                  </a:lnTo>
                  <a:lnTo>
                    <a:pt x="6400800" y="303352"/>
                  </a:lnTo>
                  <a:close/>
                </a:path>
                <a:path w="6400800" h="2352675">
                  <a:moveTo>
                    <a:pt x="6400800" y="217817"/>
                  </a:moveTo>
                  <a:lnTo>
                    <a:pt x="6372225" y="217817"/>
                  </a:lnTo>
                  <a:lnTo>
                    <a:pt x="6372225" y="274967"/>
                  </a:lnTo>
                  <a:lnTo>
                    <a:pt x="6400800" y="274967"/>
                  </a:lnTo>
                  <a:lnTo>
                    <a:pt x="6400800" y="217817"/>
                  </a:lnTo>
                  <a:close/>
                </a:path>
              </a:pathLst>
            </a:custGeom>
            <a:solidFill>
              <a:srgbClr val="29A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669087" y="5491797"/>
            <a:ext cx="349948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95" dirty="0">
                <a:solidFill>
                  <a:srgbClr val="0095B8"/>
                </a:solidFill>
                <a:latin typeface="Arial"/>
                <a:cs typeface="Arial"/>
              </a:rPr>
              <a:t>Вставь</a:t>
            </a:r>
            <a:r>
              <a:rPr sz="1250" b="1" spc="2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250" b="1" spc="170" dirty="0">
                <a:solidFill>
                  <a:srgbClr val="0095B8"/>
                </a:solidFill>
                <a:latin typeface="Arial"/>
                <a:cs typeface="Arial"/>
              </a:rPr>
              <a:t>скриншот</a:t>
            </a:r>
            <a:r>
              <a:rPr sz="1250" b="1" spc="2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250" b="1" spc="135" dirty="0">
                <a:solidFill>
                  <a:srgbClr val="0095B8"/>
                </a:solidFill>
                <a:latin typeface="Arial"/>
                <a:cs typeface="Arial"/>
              </a:rPr>
              <a:t>игрового</a:t>
            </a:r>
            <a:r>
              <a:rPr sz="1250" b="1" spc="3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250" b="1" spc="135" dirty="0">
                <a:solidFill>
                  <a:srgbClr val="0095B8"/>
                </a:solidFill>
                <a:latin typeface="Arial"/>
                <a:cs typeface="Arial"/>
              </a:rPr>
              <a:t>процесса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81975" y="5010149"/>
            <a:ext cx="4762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095375"/>
            <a:chOff x="0" y="0"/>
            <a:chExt cx="12192000" cy="109537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095375"/>
            </a:xfrm>
            <a:custGeom>
              <a:avLst/>
              <a:gdLst/>
              <a:ahLst/>
              <a:cxnLst/>
              <a:rect l="l" t="t" r="r" b="b"/>
              <a:pathLst>
                <a:path w="12192000" h="1095375">
                  <a:moveTo>
                    <a:pt x="121919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095374"/>
                  </a:lnTo>
                  <a:close/>
                </a:path>
              </a:pathLst>
            </a:custGeom>
            <a:solidFill>
              <a:srgbClr val="0095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" y="323849"/>
              <a:ext cx="457200" cy="4572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20"/>
              </a:spcBef>
            </a:pPr>
            <a:r>
              <a:rPr spc="135" dirty="0"/>
              <a:t>Демонстрация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71499" y="5276849"/>
            <a:ext cx="3552825" cy="1295400"/>
            <a:chOff x="571499" y="5276849"/>
            <a:chExt cx="3552825" cy="1295400"/>
          </a:xfrm>
        </p:grpSpPr>
        <p:sp>
          <p:nvSpPr>
            <p:cNvPr id="7" name="object 7"/>
            <p:cNvSpPr/>
            <p:nvPr/>
          </p:nvSpPr>
          <p:spPr>
            <a:xfrm>
              <a:off x="571499" y="5276849"/>
              <a:ext cx="3552825" cy="1295400"/>
            </a:xfrm>
            <a:custGeom>
              <a:avLst/>
              <a:gdLst/>
              <a:ahLst/>
              <a:cxnLst/>
              <a:rect l="l" t="t" r="r" b="b"/>
              <a:pathLst>
                <a:path w="3552825" h="1295400">
                  <a:moveTo>
                    <a:pt x="3409949" y="1295399"/>
                  </a:moveTo>
                  <a:lnTo>
                    <a:pt x="142874" y="1295399"/>
                  </a:lnTo>
                  <a:lnTo>
                    <a:pt x="128800" y="1294719"/>
                  </a:lnTo>
                  <a:lnTo>
                    <a:pt x="88199" y="1284523"/>
                  </a:lnTo>
                  <a:lnTo>
                    <a:pt x="52279" y="1263023"/>
                  </a:lnTo>
                  <a:lnTo>
                    <a:pt x="24056" y="1231916"/>
                  </a:lnTo>
                  <a:lnTo>
                    <a:pt x="6117" y="1193936"/>
                  </a:lnTo>
                  <a:lnTo>
                    <a:pt x="0" y="1152524"/>
                  </a:lnTo>
                  <a:lnTo>
                    <a:pt x="0" y="142874"/>
                  </a:lnTo>
                  <a:lnTo>
                    <a:pt x="6117" y="101461"/>
                  </a:lnTo>
                  <a:lnTo>
                    <a:pt x="24056" y="63482"/>
                  </a:lnTo>
                  <a:lnTo>
                    <a:pt x="52279" y="32375"/>
                  </a:lnTo>
                  <a:lnTo>
                    <a:pt x="88199" y="10875"/>
                  </a:lnTo>
                  <a:lnTo>
                    <a:pt x="128800" y="679"/>
                  </a:lnTo>
                  <a:lnTo>
                    <a:pt x="142874" y="0"/>
                  </a:lnTo>
                  <a:lnTo>
                    <a:pt x="3409949" y="0"/>
                  </a:lnTo>
                  <a:lnTo>
                    <a:pt x="3451361" y="6117"/>
                  </a:lnTo>
                  <a:lnTo>
                    <a:pt x="3489341" y="24056"/>
                  </a:lnTo>
                  <a:lnTo>
                    <a:pt x="3520448" y="52280"/>
                  </a:lnTo>
                  <a:lnTo>
                    <a:pt x="3541948" y="88198"/>
                  </a:lnTo>
                  <a:lnTo>
                    <a:pt x="3552144" y="128800"/>
                  </a:lnTo>
                  <a:lnTo>
                    <a:pt x="3552824" y="142874"/>
                  </a:lnTo>
                  <a:lnTo>
                    <a:pt x="3552824" y="1152524"/>
                  </a:lnTo>
                  <a:lnTo>
                    <a:pt x="3546706" y="1193936"/>
                  </a:lnTo>
                  <a:lnTo>
                    <a:pt x="3528767" y="1231916"/>
                  </a:lnTo>
                  <a:lnTo>
                    <a:pt x="3500544" y="1263023"/>
                  </a:lnTo>
                  <a:lnTo>
                    <a:pt x="3464625" y="1284523"/>
                  </a:lnTo>
                  <a:lnTo>
                    <a:pt x="3424024" y="1294719"/>
                  </a:lnTo>
                  <a:lnTo>
                    <a:pt x="3409949" y="12953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487" y="5276849"/>
              <a:ext cx="3552825" cy="1295400"/>
            </a:xfrm>
            <a:custGeom>
              <a:avLst/>
              <a:gdLst/>
              <a:ahLst/>
              <a:cxnLst/>
              <a:rect l="l" t="t" r="r" b="b"/>
              <a:pathLst>
                <a:path w="3552825" h="1295400">
                  <a:moveTo>
                    <a:pt x="19050" y="1018628"/>
                  </a:moveTo>
                  <a:lnTo>
                    <a:pt x="0" y="1018628"/>
                  </a:lnTo>
                  <a:lnTo>
                    <a:pt x="0" y="1075778"/>
                  </a:lnTo>
                  <a:lnTo>
                    <a:pt x="19050" y="1075778"/>
                  </a:lnTo>
                  <a:lnTo>
                    <a:pt x="19050" y="1018628"/>
                  </a:lnTo>
                  <a:close/>
                </a:path>
                <a:path w="3552825" h="1295400">
                  <a:moveTo>
                    <a:pt x="19050" y="923861"/>
                  </a:moveTo>
                  <a:lnTo>
                    <a:pt x="0" y="923861"/>
                  </a:lnTo>
                  <a:lnTo>
                    <a:pt x="0" y="981011"/>
                  </a:lnTo>
                  <a:lnTo>
                    <a:pt x="19050" y="981011"/>
                  </a:lnTo>
                  <a:lnTo>
                    <a:pt x="19050" y="923861"/>
                  </a:lnTo>
                  <a:close/>
                </a:path>
                <a:path w="3552825" h="1295400">
                  <a:moveTo>
                    <a:pt x="19050" y="829094"/>
                  </a:moveTo>
                  <a:lnTo>
                    <a:pt x="0" y="829094"/>
                  </a:lnTo>
                  <a:lnTo>
                    <a:pt x="0" y="886244"/>
                  </a:lnTo>
                  <a:lnTo>
                    <a:pt x="19050" y="886244"/>
                  </a:lnTo>
                  <a:lnTo>
                    <a:pt x="19050" y="829094"/>
                  </a:lnTo>
                  <a:close/>
                </a:path>
                <a:path w="3552825" h="1295400">
                  <a:moveTo>
                    <a:pt x="19050" y="734326"/>
                  </a:moveTo>
                  <a:lnTo>
                    <a:pt x="0" y="734326"/>
                  </a:lnTo>
                  <a:lnTo>
                    <a:pt x="0" y="791476"/>
                  </a:lnTo>
                  <a:lnTo>
                    <a:pt x="19050" y="791476"/>
                  </a:lnTo>
                  <a:lnTo>
                    <a:pt x="19050" y="734326"/>
                  </a:lnTo>
                  <a:close/>
                </a:path>
                <a:path w="3552825" h="1295400">
                  <a:moveTo>
                    <a:pt x="19050" y="639559"/>
                  </a:moveTo>
                  <a:lnTo>
                    <a:pt x="0" y="639559"/>
                  </a:lnTo>
                  <a:lnTo>
                    <a:pt x="0" y="696709"/>
                  </a:lnTo>
                  <a:lnTo>
                    <a:pt x="19050" y="696709"/>
                  </a:lnTo>
                  <a:lnTo>
                    <a:pt x="19050" y="639559"/>
                  </a:lnTo>
                  <a:close/>
                </a:path>
                <a:path w="3552825" h="1295400">
                  <a:moveTo>
                    <a:pt x="19050" y="544791"/>
                  </a:moveTo>
                  <a:lnTo>
                    <a:pt x="0" y="544791"/>
                  </a:lnTo>
                  <a:lnTo>
                    <a:pt x="0" y="601941"/>
                  </a:lnTo>
                  <a:lnTo>
                    <a:pt x="19050" y="601941"/>
                  </a:lnTo>
                  <a:lnTo>
                    <a:pt x="19050" y="544791"/>
                  </a:lnTo>
                  <a:close/>
                </a:path>
                <a:path w="3552825" h="1295400">
                  <a:moveTo>
                    <a:pt x="19050" y="450011"/>
                  </a:moveTo>
                  <a:lnTo>
                    <a:pt x="0" y="450011"/>
                  </a:lnTo>
                  <a:lnTo>
                    <a:pt x="0" y="507161"/>
                  </a:lnTo>
                  <a:lnTo>
                    <a:pt x="19050" y="507161"/>
                  </a:lnTo>
                  <a:lnTo>
                    <a:pt x="19050" y="450011"/>
                  </a:lnTo>
                  <a:close/>
                </a:path>
                <a:path w="3552825" h="1295400">
                  <a:moveTo>
                    <a:pt x="19050" y="355244"/>
                  </a:moveTo>
                  <a:lnTo>
                    <a:pt x="0" y="355244"/>
                  </a:lnTo>
                  <a:lnTo>
                    <a:pt x="0" y="412394"/>
                  </a:lnTo>
                  <a:lnTo>
                    <a:pt x="19050" y="412394"/>
                  </a:lnTo>
                  <a:lnTo>
                    <a:pt x="19050" y="355244"/>
                  </a:lnTo>
                  <a:close/>
                </a:path>
                <a:path w="3552825" h="1295400">
                  <a:moveTo>
                    <a:pt x="19050" y="260477"/>
                  </a:moveTo>
                  <a:lnTo>
                    <a:pt x="0" y="260477"/>
                  </a:lnTo>
                  <a:lnTo>
                    <a:pt x="0" y="317627"/>
                  </a:lnTo>
                  <a:lnTo>
                    <a:pt x="19050" y="317627"/>
                  </a:lnTo>
                  <a:lnTo>
                    <a:pt x="19050" y="260477"/>
                  </a:lnTo>
                  <a:close/>
                </a:path>
                <a:path w="3552825" h="1295400">
                  <a:moveTo>
                    <a:pt x="19050" y="165709"/>
                  </a:moveTo>
                  <a:lnTo>
                    <a:pt x="0" y="165709"/>
                  </a:lnTo>
                  <a:lnTo>
                    <a:pt x="0" y="222859"/>
                  </a:lnTo>
                  <a:lnTo>
                    <a:pt x="19050" y="222859"/>
                  </a:lnTo>
                  <a:lnTo>
                    <a:pt x="19050" y="165709"/>
                  </a:lnTo>
                  <a:close/>
                </a:path>
                <a:path w="3552825" h="1295400">
                  <a:moveTo>
                    <a:pt x="20231" y="1168666"/>
                  </a:moveTo>
                  <a:lnTo>
                    <a:pt x="19646" y="1164729"/>
                  </a:lnTo>
                  <a:lnTo>
                    <a:pt x="19050" y="1152525"/>
                  </a:lnTo>
                  <a:lnTo>
                    <a:pt x="19050" y="1113396"/>
                  </a:lnTo>
                  <a:lnTo>
                    <a:pt x="0" y="1113396"/>
                  </a:lnTo>
                  <a:lnTo>
                    <a:pt x="0" y="1152525"/>
                  </a:lnTo>
                  <a:lnTo>
                    <a:pt x="685" y="1166609"/>
                  </a:lnTo>
                  <a:lnTo>
                    <a:pt x="1358" y="1171143"/>
                  </a:lnTo>
                  <a:lnTo>
                    <a:pt x="20231" y="1168666"/>
                  </a:lnTo>
                  <a:close/>
                </a:path>
                <a:path w="3552825" h="1295400">
                  <a:moveTo>
                    <a:pt x="36830" y="79209"/>
                  </a:moveTo>
                  <a:lnTo>
                    <a:pt x="20510" y="69418"/>
                  </a:lnTo>
                  <a:lnTo>
                    <a:pt x="16891" y="75463"/>
                  </a:lnTo>
                  <a:lnTo>
                    <a:pt x="10883" y="88201"/>
                  </a:lnTo>
                  <a:lnTo>
                    <a:pt x="6121" y="101473"/>
                  </a:lnTo>
                  <a:lnTo>
                    <a:pt x="2730" y="114998"/>
                  </a:lnTo>
                  <a:lnTo>
                    <a:pt x="863" y="127647"/>
                  </a:lnTo>
                  <a:lnTo>
                    <a:pt x="19799" y="129679"/>
                  </a:lnTo>
                  <a:lnTo>
                    <a:pt x="21412" y="118719"/>
                  </a:lnTo>
                  <a:lnTo>
                    <a:pt x="24358" y="106984"/>
                  </a:lnTo>
                  <a:lnTo>
                    <a:pt x="28486" y="95491"/>
                  </a:lnTo>
                  <a:lnTo>
                    <a:pt x="33693" y="84455"/>
                  </a:lnTo>
                  <a:lnTo>
                    <a:pt x="36830" y="79209"/>
                  </a:lnTo>
                  <a:close/>
                </a:path>
                <a:path w="3552825" h="1295400">
                  <a:moveTo>
                    <a:pt x="61442" y="1245654"/>
                  </a:moveTo>
                  <a:lnTo>
                    <a:pt x="33693" y="1210957"/>
                  </a:lnTo>
                  <a:lnTo>
                    <a:pt x="29857" y="1202829"/>
                  </a:lnTo>
                  <a:lnTo>
                    <a:pt x="12471" y="1210576"/>
                  </a:lnTo>
                  <a:lnTo>
                    <a:pt x="32385" y="1243126"/>
                  </a:lnTo>
                  <a:lnTo>
                    <a:pt x="48920" y="1259967"/>
                  </a:lnTo>
                  <a:lnTo>
                    <a:pt x="61442" y="1245654"/>
                  </a:lnTo>
                  <a:close/>
                </a:path>
                <a:path w="3552825" h="1295400">
                  <a:moveTo>
                    <a:pt x="105194" y="25006"/>
                  </a:moveTo>
                  <a:lnTo>
                    <a:pt x="99402" y="6870"/>
                  </a:lnTo>
                  <a:lnTo>
                    <a:pt x="88201" y="10883"/>
                  </a:lnTo>
                  <a:lnTo>
                    <a:pt x="75463" y="16891"/>
                  </a:lnTo>
                  <a:lnTo>
                    <a:pt x="63487" y="24066"/>
                  </a:lnTo>
                  <a:lnTo>
                    <a:pt x="52285" y="32385"/>
                  </a:lnTo>
                  <a:lnTo>
                    <a:pt x="46304" y="37807"/>
                  </a:lnTo>
                  <a:lnTo>
                    <a:pt x="59182" y="51816"/>
                  </a:lnTo>
                  <a:lnTo>
                    <a:pt x="64363" y="47117"/>
                  </a:lnTo>
                  <a:lnTo>
                    <a:pt x="74079" y="39903"/>
                  </a:lnTo>
                  <a:lnTo>
                    <a:pt x="84455" y="33693"/>
                  </a:lnTo>
                  <a:lnTo>
                    <a:pt x="95491" y="28486"/>
                  </a:lnTo>
                  <a:lnTo>
                    <a:pt x="105194" y="25006"/>
                  </a:lnTo>
                  <a:close/>
                </a:path>
                <a:path w="3552825" h="1295400">
                  <a:moveTo>
                    <a:pt x="142392" y="1276337"/>
                  </a:moveTo>
                  <a:lnTo>
                    <a:pt x="95491" y="1266926"/>
                  </a:lnTo>
                  <a:lnTo>
                    <a:pt x="90855" y="1264742"/>
                  </a:lnTo>
                  <a:lnTo>
                    <a:pt x="82854" y="1282001"/>
                  </a:lnTo>
                  <a:lnTo>
                    <a:pt x="128803" y="1294726"/>
                  </a:lnTo>
                  <a:lnTo>
                    <a:pt x="142316" y="1295374"/>
                  </a:lnTo>
                  <a:lnTo>
                    <a:pt x="142392" y="1276337"/>
                  </a:lnTo>
                  <a:close/>
                </a:path>
                <a:path w="3552825" h="1295400">
                  <a:moveTo>
                    <a:pt x="200025" y="0"/>
                  </a:moveTo>
                  <a:lnTo>
                    <a:pt x="142875" y="0"/>
                  </a:lnTo>
                  <a:lnTo>
                    <a:pt x="139039" y="190"/>
                  </a:lnTo>
                  <a:lnTo>
                    <a:pt x="139547" y="19215"/>
                  </a:lnTo>
                  <a:lnTo>
                    <a:pt x="142875" y="19050"/>
                  </a:lnTo>
                  <a:lnTo>
                    <a:pt x="200025" y="19050"/>
                  </a:lnTo>
                  <a:lnTo>
                    <a:pt x="200025" y="0"/>
                  </a:lnTo>
                  <a:close/>
                </a:path>
                <a:path w="3552825" h="1295400">
                  <a:moveTo>
                    <a:pt x="237096" y="1276350"/>
                  </a:moveTo>
                  <a:lnTo>
                    <a:pt x="179946" y="1276350"/>
                  </a:lnTo>
                  <a:lnTo>
                    <a:pt x="179946" y="1295400"/>
                  </a:lnTo>
                  <a:lnTo>
                    <a:pt x="237096" y="1295400"/>
                  </a:lnTo>
                  <a:lnTo>
                    <a:pt x="237096" y="1276350"/>
                  </a:lnTo>
                  <a:close/>
                </a:path>
                <a:path w="3552825" h="1295400">
                  <a:moveTo>
                    <a:pt x="294805" y="0"/>
                  </a:moveTo>
                  <a:lnTo>
                    <a:pt x="237655" y="0"/>
                  </a:lnTo>
                  <a:lnTo>
                    <a:pt x="237655" y="19050"/>
                  </a:lnTo>
                  <a:lnTo>
                    <a:pt x="294805" y="19050"/>
                  </a:lnTo>
                  <a:lnTo>
                    <a:pt x="294805" y="0"/>
                  </a:lnTo>
                  <a:close/>
                </a:path>
                <a:path w="3552825" h="1295400">
                  <a:moveTo>
                    <a:pt x="331863" y="1276350"/>
                  </a:moveTo>
                  <a:lnTo>
                    <a:pt x="274713" y="1276350"/>
                  </a:lnTo>
                  <a:lnTo>
                    <a:pt x="274713" y="1295400"/>
                  </a:lnTo>
                  <a:lnTo>
                    <a:pt x="331863" y="1295400"/>
                  </a:lnTo>
                  <a:lnTo>
                    <a:pt x="331863" y="1276350"/>
                  </a:lnTo>
                  <a:close/>
                </a:path>
                <a:path w="3552825" h="1295400">
                  <a:moveTo>
                    <a:pt x="389572" y="0"/>
                  </a:moveTo>
                  <a:lnTo>
                    <a:pt x="332422" y="0"/>
                  </a:lnTo>
                  <a:lnTo>
                    <a:pt x="332422" y="19050"/>
                  </a:lnTo>
                  <a:lnTo>
                    <a:pt x="389572" y="19050"/>
                  </a:lnTo>
                  <a:lnTo>
                    <a:pt x="389572" y="0"/>
                  </a:lnTo>
                  <a:close/>
                </a:path>
                <a:path w="3552825" h="1295400">
                  <a:moveTo>
                    <a:pt x="426631" y="1276350"/>
                  </a:moveTo>
                  <a:lnTo>
                    <a:pt x="369481" y="1276350"/>
                  </a:lnTo>
                  <a:lnTo>
                    <a:pt x="369481" y="1295400"/>
                  </a:lnTo>
                  <a:lnTo>
                    <a:pt x="426631" y="1295400"/>
                  </a:lnTo>
                  <a:lnTo>
                    <a:pt x="426631" y="1276350"/>
                  </a:lnTo>
                  <a:close/>
                </a:path>
                <a:path w="3552825" h="1295400">
                  <a:moveTo>
                    <a:pt x="484339" y="0"/>
                  </a:moveTo>
                  <a:lnTo>
                    <a:pt x="427189" y="0"/>
                  </a:lnTo>
                  <a:lnTo>
                    <a:pt x="427189" y="19050"/>
                  </a:lnTo>
                  <a:lnTo>
                    <a:pt x="484339" y="19050"/>
                  </a:lnTo>
                  <a:lnTo>
                    <a:pt x="484339" y="0"/>
                  </a:lnTo>
                  <a:close/>
                </a:path>
                <a:path w="3552825" h="1295400">
                  <a:moveTo>
                    <a:pt x="521398" y="1276350"/>
                  </a:moveTo>
                  <a:lnTo>
                    <a:pt x="464248" y="1276350"/>
                  </a:lnTo>
                  <a:lnTo>
                    <a:pt x="464248" y="1295400"/>
                  </a:lnTo>
                  <a:lnTo>
                    <a:pt x="521398" y="1295400"/>
                  </a:lnTo>
                  <a:lnTo>
                    <a:pt x="521398" y="1276350"/>
                  </a:lnTo>
                  <a:close/>
                </a:path>
                <a:path w="3552825" h="1295400">
                  <a:moveTo>
                    <a:pt x="579107" y="0"/>
                  </a:moveTo>
                  <a:lnTo>
                    <a:pt x="521957" y="0"/>
                  </a:lnTo>
                  <a:lnTo>
                    <a:pt x="521957" y="19050"/>
                  </a:lnTo>
                  <a:lnTo>
                    <a:pt x="579107" y="19050"/>
                  </a:lnTo>
                  <a:lnTo>
                    <a:pt x="579107" y="0"/>
                  </a:lnTo>
                  <a:close/>
                </a:path>
                <a:path w="3552825" h="1295400">
                  <a:moveTo>
                    <a:pt x="616165" y="1276350"/>
                  </a:moveTo>
                  <a:lnTo>
                    <a:pt x="559015" y="1276350"/>
                  </a:lnTo>
                  <a:lnTo>
                    <a:pt x="559015" y="1295400"/>
                  </a:lnTo>
                  <a:lnTo>
                    <a:pt x="616165" y="1295400"/>
                  </a:lnTo>
                  <a:lnTo>
                    <a:pt x="616165" y="1276350"/>
                  </a:lnTo>
                  <a:close/>
                </a:path>
                <a:path w="3552825" h="1295400">
                  <a:moveTo>
                    <a:pt x="673874" y="0"/>
                  </a:moveTo>
                  <a:lnTo>
                    <a:pt x="616724" y="0"/>
                  </a:lnTo>
                  <a:lnTo>
                    <a:pt x="616724" y="19050"/>
                  </a:lnTo>
                  <a:lnTo>
                    <a:pt x="673874" y="19050"/>
                  </a:lnTo>
                  <a:lnTo>
                    <a:pt x="673874" y="0"/>
                  </a:lnTo>
                  <a:close/>
                </a:path>
                <a:path w="3552825" h="1295400">
                  <a:moveTo>
                    <a:pt x="710933" y="1276350"/>
                  </a:moveTo>
                  <a:lnTo>
                    <a:pt x="653783" y="1276350"/>
                  </a:lnTo>
                  <a:lnTo>
                    <a:pt x="653783" y="1295400"/>
                  </a:lnTo>
                  <a:lnTo>
                    <a:pt x="710933" y="1295400"/>
                  </a:lnTo>
                  <a:lnTo>
                    <a:pt x="710933" y="1276350"/>
                  </a:lnTo>
                  <a:close/>
                </a:path>
                <a:path w="3552825" h="1295400">
                  <a:moveTo>
                    <a:pt x="768642" y="0"/>
                  </a:moveTo>
                  <a:lnTo>
                    <a:pt x="711492" y="0"/>
                  </a:lnTo>
                  <a:lnTo>
                    <a:pt x="711492" y="19050"/>
                  </a:lnTo>
                  <a:lnTo>
                    <a:pt x="768642" y="19050"/>
                  </a:lnTo>
                  <a:lnTo>
                    <a:pt x="768642" y="0"/>
                  </a:lnTo>
                  <a:close/>
                </a:path>
                <a:path w="3552825" h="1295400">
                  <a:moveTo>
                    <a:pt x="805700" y="1276350"/>
                  </a:moveTo>
                  <a:lnTo>
                    <a:pt x="748550" y="1276350"/>
                  </a:lnTo>
                  <a:lnTo>
                    <a:pt x="748550" y="1295400"/>
                  </a:lnTo>
                  <a:lnTo>
                    <a:pt x="805700" y="1295400"/>
                  </a:lnTo>
                  <a:lnTo>
                    <a:pt x="805700" y="1276350"/>
                  </a:lnTo>
                  <a:close/>
                </a:path>
                <a:path w="3552825" h="1295400">
                  <a:moveTo>
                    <a:pt x="863409" y="0"/>
                  </a:moveTo>
                  <a:lnTo>
                    <a:pt x="806259" y="0"/>
                  </a:lnTo>
                  <a:lnTo>
                    <a:pt x="806259" y="19050"/>
                  </a:lnTo>
                  <a:lnTo>
                    <a:pt x="863409" y="19050"/>
                  </a:lnTo>
                  <a:lnTo>
                    <a:pt x="863409" y="0"/>
                  </a:lnTo>
                  <a:close/>
                </a:path>
                <a:path w="3552825" h="1295400">
                  <a:moveTo>
                    <a:pt x="900468" y="1276350"/>
                  </a:moveTo>
                  <a:lnTo>
                    <a:pt x="843318" y="1276350"/>
                  </a:lnTo>
                  <a:lnTo>
                    <a:pt x="843318" y="1295400"/>
                  </a:lnTo>
                  <a:lnTo>
                    <a:pt x="900468" y="1295400"/>
                  </a:lnTo>
                  <a:lnTo>
                    <a:pt x="900468" y="1276350"/>
                  </a:lnTo>
                  <a:close/>
                </a:path>
                <a:path w="3552825" h="1295400">
                  <a:moveTo>
                    <a:pt x="958176" y="0"/>
                  </a:moveTo>
                  <a:lnTo>
                    <a:pt x="901026" y="0"/>
                  </a:lnTo>
                  <a:lnTo>
                    <a:pt x="901026" y="19050"/>
                  </a:lnTo>
                  <a:lnTo>
                    <a:pt x="958176" y="19050"/>
                  </a:lnTo>
                  <a:lnTo>
                    <a:pt x="958176" y="0"/>
                  </a:lnTo>
                  <a:close/>
                </a:path>
                <a:path w="3552825" h="1295400">
                  <a:moveTo>
                    <a:pt x="995248" y="1276350"/>
                  </a:moveTo>
                  <a:lnTo>
                    <a:pt x="938098" y="1276350"/>
                  </a:lnTo>
                  <a:lnTo>
                    <a:pt x="938098" y="1295400"/>
                  </a:lnTo>
                  <a:lnTo>
                    <a:pt x="995248" y="1295400"/>
                  </a:lnTo>
                  <a:lnTo>
                    <a:pt x="995248" y="1276350"/>
                  </a:lnTo>
                  <a:close/>
                </a:path>
                <a:path w="3552825" h="1295400">
                  <a:moveTo>
                    <a:pt x="1052957" y="0"/>
                  </a:moveTo>
                  <a:lnTo>
                    <a:pt x="995807" y="0"/>
                  </a:lnTo>
                  <a:lnTo>
                    <a:pt x="995807" y="19050"/>
                  </a:lnTo>
                  <a:lnTo>
                    <a:pt x="1052957" y="19050"/>
                  </a:lnTo>
                  <a:lnTo>
                    <a:pt x="1052957" y="0"/>
                  </a:lnTo>
                  <a:close/>
                </a:path>
                <a:path w="3552825" h="1295400">
                  <a:moveTo>
                    <a:pt x="1090015" y="1276350"/>
                  </a:moveTo>
                  <a:lnTo>
                    <a:pt x="1032865" y="1276350"/>
                  </a:lnTo>
                  <a:lnTo>
                    <a:pt x="1032865" y="1295400"/>
                  </a:lnTo>
                  <a:lnTo>
                    <a:pt x="1090015" y="1295400"/>
                  </a:lnTo>
                  <a:lnTo>
                    <a:pt x="1090015" y="1276350"/>
                  </a:lnTo>
                  <a:close/>
                </a:path>
                <a:path w="3552825" h="1295400">
                  <a:moveTo>
                    <a:pt x="1147724" y="0"/>
                  </a:moveTo>
                  <a:lnTo>
                    <a:pt x="1090574" y="0"/>
                  </a:lnTo>
                  <a:lnTo>
                    <a:pt x="1090574" y="19050"/>
                  </a:lnTo>
                  <a:lnTo>
                    <a:pt x="1147724" y="19050"/>
                  </a:lnTo>
                  <a:lnTo>
                    <a:pt x="1147724" y="0"/>
                  </a:lnTo>
                  <a:close/>
                </a:path>
                <a:path w="3552825" h="1295400">
                  <a:moveTo>
                    <a:pt x="1184783" y="1276350"/>
                  </a:moveTo>
                  <a:lnTo>
                    <a:pt x="1127633" y="1276350"/>
                  </a:lnTo>
                  <a:lnTo>
                    <a:pt x="1127633" y="1295400"/>
                  </a:lnTo>
                  <a:lnTo>
                    <a:pt x="1184783" y="1295400"/>
                  </a:lnTo>
                  <a:lnTo>
                    <a:pt x="1184783" y="1276350"/>
                  </a:lnTo>
                  <a:close/>
                </a:path>
                <a:path w="3552825" h="1295400">
                  <a:moveTo>
                    <a:pt x="1242491" y="0"/>
                  </a:moveTo>
                  <a:lnTo>
                    <a:pt x="1185341" y="0"/>
                  </a:lnTo>
                  <a:lnTo>
                    <a:pt x="1185341" y="19050"/>
                  </a:lnTo>
                  <a:lnTo>
                    <a:pt x="1242491" y="19050"/>
                  </a:lnTo>
                  <a:lnTo>
                    <a:pt x="1242491" y="0"/>
                  </a:lnTo>
                  <a:close/>
                </a:path>
                <a:path w="3552825" h="1295400">
                  <a:moveTo>
                    <a:pt x="1279550" y="1276350"/>
                  </a:moveTo>
                  <a:lnTo>
                    <a:pt x="1222400" y="1276350"/>
                  </a:lnTo>
                  <a:lnTo>
                    <a:pt x="1222400" y="1295400"/>
                  </a:lnTo>
                  <a:lnTo>
                    <a:pt x="1279550" y="1295400"/>
                  </a:lnTo>
                  <a:lnTo>
                    <a:pt x="1279550" y="1276350"/>
                  </a:lnTo>
                  <a:close/>
                </a:path>
                <a:path w="3552825" h="1295400">
                  <a:moveTo>
                    <a:pt x="1337259" y="0"/>
                  </a:moveTo>
                  <a:lnTo>
                    <a:pt x="1280109" y="0"/>
                  </a:lnTo>
                  <a:lnTo>
                    <a:pt x="1280109" y="19050"/>
                  </a:lnTo>
                  <a:lnTo>
                    <a:pt x="1337259" y="19050"/>
                  </a:lnTo>
                  <a:lnTo>
                    <a:pt x="1337259" y="0"/>
                  </a:lnTo>
                  <a:close/>
                </a:path>
                <a:path w="3552825" h="1295400">
                  <a:moveTo>
                    <a:pt x="1374317" y="1276350"/>
                  </a:moveTo>
                  <a:lnTo>
                    <a:pt x="1317167" y="1276350"/>
                  </a:lnTo>
                  <a:lnTo>
                    <a:pt x="1317167" y="1295400"/>
                  </a:lnTo>
                  <a:lnTo>
                    <a:pt x="1374317" y="1295400"/>
                  </a:lnTo>
                  <a:lnTo>
                    <a:pt x="1374317" y="1276350"/>
                  </a:lnTo>
                  <a:close/>
                </a:path>
                <a:path w="3552825" h="1295400">
                  <a:moveTo>
                    <a:pt x="1432026" y="0"/>
                  </a:moveTo>
                  <a:lnTo>
                    <a:pt x="1374876" y="0"/>
                  </a:lnTo>
                  <a:lnTo>
                    <a:pt x="1374876" y="19050"/>
                  </a:lnTo>
                  <a:lnTo>
                    <a:pt x="1432026" y="19050"/>
                  </a:lnTo>
                  <a:lnTo>
                    <a:pt x="1432026" y="0"/>
                  </a:lnTo>
                  <a:close/>
                </a:path>
                <a:path w="3552825" h="1295400">
                  <a:moveTo>
                    <a:pt x="1469085" y="1276350"/>
                  </a:moveTo>
                  <a:lnTo>
                    <a:pt x="1411935" y="1276350"/>
                  </a:lnTo>
                  <a:lnTo>
                    <a:pt x="1411935" y="1295400"/>
                  </a:lnTo>
                  <a:lnTo>
                    <a:pt x="1469085" y="1295400"/>
                  </a:lnTo>
                  <a:lnTo>
                    <a:pt x="1469085" y="1276350"/>
                  </a:lnTo>
                  <a:close/>
                </a:path>
                <a:path w="3552825" h="1295400">
                  <a:moveTo>
                    <a:pt x="1526794" y="0"/>
                  </a:moveTo>
                  <a:lnTo>
                    <a:pt x="1469644" y="0"/>
                  </a:lnTo>
                  <a:lnTo>
                    <a:pt x="1469644" y="19050"/>
                  </a:lnTo>
                  <a:lnTo>
                    <a:pt x="1526794" y="19050"/>
                  </a:lnTo>
                  <a:lnTo>
                    <a:pt x="1526794" y="0"/>
                  </a:lnTo>
                  <a:close/>
                </a:path>
                <a:path w="3552825" h="1295400">
                  <a:moveTo>
                    <a:pt x="1563852" y="1276350"/>
                  </a:moveTo>
                  <a:lnTo>
                    <a:pt x="1506702" y="1276350"/>
                  </a:lnTo>
                  <a:lnTo>
                    <a:pt x="1506702" y="1295400"/>
                  </a:lnTo>
                  <a:lnTo>
                    <a:pt x="1563852" y="1295400"/>
                  </a:lnTo>
                  <a:lnTo>
                    <a:pt x="1563852" y="1276350"/>
                  </a:lnTo>
                  <a:close/>
                </a:path>
                <a:path w="3552825" h="1295400">
                  <a:moveTo>
                    <a:pt x="1621561" y="0"/>
                  </a:moveTo>
                  <a:lnTo>
                    <a:pt x="1564411" y="0"/>
                  </a:lnTo>
                  <a:lnTo>
                    <a:pt x="1564411" y="19050"/>
                  </a:lnTo>
                  <a:lnTo>
                    <a:pt x="1621561" y="19050"/>
                  </a:lnTo>
                  <a:lnTo>
                    <a:pt x="1621561" y="0"/>
                  </a:lnTo>
                  <a:close/>
                </a:path>
                <a:path w="3552825" h="1295400">
                  <a:moveTo>
                    <a:pt x="1658620" y="1276350"/>
                  </a:moveTo>
                  <a:lnTo>
                    <a:pt x="1601470" y="1276350"/>
                  </a:lnTo>
                  <a:lnTo>
                    <a:pt x="1601470" y="1295400"/>
                  </a:lnTo>
                  <a:lnTo>
                    <a:pt x="1658620" y="1295400"/>
                  </a:lnTo>
                  <a:lnTo>
                    <a:pt x="1658620" y="1276350"/>
                  </a:lnTo>
                  <a:close/>
                </a:path>
                <a:path w="3552825" h="1295400">
                  <a:moveTo>
                    <a:pt x="1716328" y="0"/>
                  </a:moveTo>
                  <a:lnTo>
                    <a:pt x="1659178" y="0"/>
                  </a:lnTo>
                  <a:lnTo>
                    <a:pt x="1659178" y="19050"/>
                  </a:lnTo>
                  <a:lnTo>
                    <a:pt x="1716328" y="19050"/>
                  </a:lnTo>
                  <a:lnTo>
                    <a:pt x="1716328" y="0"/>
                  </a:lnTo>
                  <a:close/>
                </a:path>
                <a:path w="3552825" h="1295400">
                  <a:moveTo>
                    <a:pt x="1753400" y="1276350"/>
                  </a:moveTo>
                  <a:lnTo>
                    <a:pt x="1696250" y="1276350"/>
                  </a:lnTo>
                  <a:lnTo>
                    <a:pt x="1696250" y="1295400"/>
                  </a:lnTo>
                  <a:lnTo>
                    <a:pt x="1753400" y="1295400"/>
                  </a:lnTo>
                  <a:lnTo>
                    <a:pt x="1753400" y="1276350"/>
                  </a:lnTo>
                  <a:close/>
                </a:path>
                <a:path w="3552825" h="1295400">
                  <a:moveTo>
                    <a:pt x="1811108" y="0"/>
                  </a:moveTo>
                  <a:lnTo>
                    <a:pt x="1753958" y="0"/>
                  </a:lnTo>
                  <a:lnTo>
                    <a:pt x="1753958" y="19050"/>
                  </a:lnTo>
                  <a:lnTo>
                    <a:pt x="1811108" y="19050"/>
                  </a:lnTo>
                  <a:lnTo>
                    <a:pt x="1811108" y="0"/>
                  </a:lnTo>
                  <a:close/>
                </a:path>
                <a:path w="3552825" h="1295400">
                  <a:moveTo>
                    <a:pt x="1848167" y="1276350"/>
                  </a:moveTo>
                  <a:lnTo>
                    <a:pt x="1791017" y="1276350"/>
                  </a:lnTo>
                  <a:lnTo>
                    <a:pt x="1791017" y="1295400"/>
                  </a:lnTo>
                  <a:lnTo>
                    <a:pt x="1848167" y="1295400"/>
                  </a:lnTo>
                  <a:lnTo>
                    <a:pt x="1848167" y="1276350"/>
                  </a:lnTo>
                  <a:close/>
                </a:path>
                <a:path w="3552825" h="1295400">
                  <a:moveTo>
                    <a:pt x="1905876" y="0"/>
                  </a:moveTo>
                  <a:lnTo>
                    <a:pt x="1848726" y="0"/>
                  </a:lnTo>
                  <a:lnTo>
                    <a:pt x="1848726" y="19050"/>
                  </a:lnTo>
                  <a:lnTo>
                    <a:pt x="1905876" y="19050"/>
                  </a:lnTo>
                  <a:lnTo>
                    <a:pt x="1905876" y="0"/>
                  </a:lnTo>
                  <a:close/>
                </a:path>
                <a:path w="3552825" h="1295400">
                  <a:moveTo>
                    <a:pt x="1942934" y="1276350"/>
                  </a:moveTo>
                  <a:lnTo>
                    <a:pt x="1885784" y="1276350"/>
                  </a:lnTo>
                  <a:lnTo>
                    <a:pt x="1885784" y="1295400"/>
                  </a:lnTo>
                  <a:lnTo>
                    <a:pt x="1942934" y="1295400"/>
                  </a:lnTo>
                  <a:lnTo>
                    <a:pt x="1942934" y="1276350"/>
                  </a:lnTo>
                  <a:close/>
                </a:path>
                <a:path w="3552825" h="1295400">
                  <a:moveTo>
                    <a:pt x="2000643" y="0"/>
                  </a:moveTo>
                  <a:lnTo>
                    <a:pt x="1943493" y="0"/>
                  </a:lnTo>
                  <a:lnTo>
                    <a:pt x="1943493" y="19050"/>
                  </a:lnTo>
                  <a:lnTo>
                    <a:pt x="2000643" y="19050"/>
                  </a:lnTo>
                  <a:lnTo>
                    <a:pt x="2000643" y="0"/>
                  </a:lnTo>
                  <a:close/>
                </a:path>
                <a:path w="3552825" h="1295400">
                  <a:moveTo>
                    <a:pt x="2037702" y="1276350"/>
                  </a:moveTo>
                  <a:lnTo>
                    <a:pt x="1980552" y="1276350"/>
                  </a:lnTo>
                  <a:lnTo>
                    <a:pt x="1980552" y="1295400"/>
                  </a:lnTo>
                  <a:lnTo>
                    <a:pt x="2037702" y="1295400"/>
                  </a:lnTo>
                  <a:lnTo>
                    <a:pt x="2037702" y="1276350"/>
                  </a:lnTo>
                  <a:close/>
                </a:path>
                <a:path w="3552825" h="1295400">
                  <a:moveTo>
                    <a:pt x="2095411" y="0"/>
                  </a:moveTo>
                  <a:lnTo>
                    <a:pt x="2038261" y="0"/>
                  </a:lnTo>
                  <a:lnTo>
                    <a:pt x="2038261" y="19050"/>
                  </a:lnTo>
                  <a:lnTo>
                    <a:pt x="2095411" y="19050"/>
                  </a:lnTo>
                  <a:lnTo>
                    <a:pt x="2095411" y="0"/>
                  </a:lnTo>
                  <a:close/>
                </a:path>
                <a:path w="3552825" h="1295400">
                  <a:moveTo>
                    <a:pt x="2132469" y="1276350"/>
                  </a:moveTo>
                  <a:lnTo>
                    <a:pt x="2075319" y="1276350"/>
                  </a:lnTo>
                  <a:lnTo>
                    <a:pt x="2075319" y="1295400"/>
                  </a:lnTo>
                  <a:lnTo>
                    <a:pt x="2132469" y="1295400"/>
                  </a:lnTo>
                  <a:lnTo>
                    <a:pt x="2132469" y="1276350"/>
                  </a:lnTo>
                  <a:close/>
                </a:path>
                <a:path w="3552825" h="1295400">
                  <a:moveTo>
                    <a:pt x="2190178" y="0"/>
                  </a:moveTo>
                  <a:lnTo>
                    <a:pt x="2133028" y="0"/>
                  </a:lnTo>
                  <a:lnTo>
                    <a:pt x="2133028" y="19050"/>
                  </a:lnTo>
                  <a:lnTo>
                    <a:pt x="2190178" y="19050"/>
                  </a:lnTo>
                  <a:lnTo>
                    <a:pt x="2190178" y="0"/>
                  </a:lnTo>
                  <a:close/>
                </a:path>
                <a:path w="3552825" h="1295400">
                  <a:moveTo>
                    <a:pt x="2227237" y="1276350"/>
                  </a:moveTo>
                  <a:lnTo>
                    <a:pt x="2170087" y="1276350"/>
                  </a:lnTo>
                  <a:lnTo>
                    <a:pt x="2170087" y="1295400"/>
                  </a:lnTo>
                  <a:lnTo>
                    <a:pt x="2227237" y="1295400"/>
                  </a:lnTo>
                  <a:lnTo>
                    <a:pt x="2227237" y="1276350"/>
                  </a:lnTo>
                  <a:close/>
                </a:path>
                <a:path w="3552825" h="1295400">
                  <a:moveTo>
                    <a:pt x="2284946" y="0"/>
                  </a:moveTo>
                  <a:lnTo>
                    <a:pt x="2227796" y="0"/>
                  </a:lnTo>
                  <a:lnTo>
                    <a:pt x="2227796" y="19050"/>
                  </a:lnTo>
                  <a:lnTo>
                    <a:pt x="2284946" y="19050"/>
                  </a:lnTo>
                  <a:lnTo>
                    <a:pt x="2284946" y="0"/>
                  </a:lnTo>
                  <a:close/>
                </a:path>
                <a:path w="3552825" h="1295400">
                  <a:moveTo>
                    <a:pt x="2322004" y="1276350"/>
                  </a:moveTo>
                  <a:lnTo>
                    <a:pt x="2264854" y="1276350"/>
                  </a:lnTo>
                  <a:lnTo>
                    <a:pt x="2264854" y="1295400"/>
                  </a:lnTo>
                  <a:lnTo>
                    <a:pt x="2322004" y="1295400"/>
                  </a:lnTo>
                  <a:lnTo>
                    <a:pt x="2322004" y="1276350"/>
                  </a:lnTo>
                  <a:close/>
                </a:path>
                <a:path w="3552825" h="1295400">
                  <a:moveTo>
                    <a:pt x="2379713" y="0"/>
                  </a:moveTo>
                  <a:lnTo>
                    <a:pt x="2322563" y="0"/>
                  </a:lnTo>
                  <a:lnTo>
                    <a:pt x="2322563" y="19050"/>
                  </a:lnTo>
                  <a:lnTo>
                    <a:pt x="2379713" y="19050"/>
                  </a:lnTo>
                  <a:lnTo>
                    <a:pt x="2379713" y="0"/>
                  </a:lnTo>
                  <a:close/>
                </a:path>
                <a:path w="3552825" h="1295400">
                  <a:moveTo>
                    <a:pt x="2416772" y="1276350"/>
                  </a:moveTo>
                  <a:lnTo>
                    <a:pt x="2359622" y="1276350"/>
                  </a:lnTo>
                  <a:lnTo>
                    <a:pt x="2359622" y="1295400"/>
                  </a:lnTo>
                  <a:lnTo>
                    <a:pt x="2416772" y="1295400"/>
                  </a:lnTo>
                  <a:lnTo>
                    <a:pt x="2416772" y="1276350"/>
                  </a:lnTo>
                  <a:close/>
                </a:path>
                <a:path w="3552825" h="1295400">
                  <a:moveTo>
                    <a:pt x="2474480" y="0"/>
                  </a:moveTo>
                  <a:lnTo>
                    <a:pt x="2417330" y="0"/>
                  </a:lnTo>
                  <a:lnTo>
                    <a:pt x="2417330" y="19050"/>
                  </a:lnTo>
                  <a:lnTo>
                    <a:pt x="2474480" y="19050"/>
                  </a:lnTo>
                  <a:lnTo>
                    <a:pt x="2474480" y="0"/>
                  </a:lnTo>
                  <a:close/>
                </a:path>
                <a:path w="3552825" h="1295400">
                  <a:moveTo>
                    <a:pt x="2511539" y="1276350"/>
                  </a:moveTo>
                  <a:lnTo>
                    <a:pt x="2454389" y="1276350"/>
                  </a:lnTo>
                  <a:lnTo>
                    <a:pt x="2454389" y="1295400"/>
                  </a:lnTo>
                  <a:lnTo>
                    <a:pt x="2511539" y="1295400"/>
                  </a:lnTo>
                  <a:lnTo>
                    <a:pt x="2511539" y="1276350"/>
                  </a:lnTo>
                  <a:close/>
                </a:path>
                <a:path w="3552825" h="1295400">
                  <a:moveTo>
                    <a:pt x="2569260" y="0"/>
                  </a:moveTo>
                  <a:lnTo>
                    <a:pt x="2512110" y="0"/>
                  </a:lnTo>
                  <a:lnTo>
                    <a:pt x="2512110" y="19050"/>
                  </a:lnTo>
                  <a:lnTo>
                    <a:pt x="2569260" y="19050"/>
                  </a:lnTo>
                  <a:lnTo>
                    <a:pt x="2569260" y="0"/>
                  </a:lnTo>
                  <a:close/>
                </a:path>
                <a:path w="3552825" h="1295400">
                  <a:moveTo>
                    <a:pt x="2606319" y="1276350"/>
                  </a:moveTo>
                  <a:lnTo>
                    <a:pt x="2549169" y="1276350"/>
                  </a:lnTo>
                  <a:lnTo>
                    <a:pt x="2549169" y="1295400"/>
                  </a:lnTo>
                  <a:lnTo>
                    <a:pt x="2606319" y="1295400"/>
                  </a:lnTo>
                  <a:lnTo>
                    <a:pt x="2606319" y="1276350"/>
                  </a:lnTo>
                  <a:close/>
                </a:path>
                <a:path w="3552825" h="1295400">
                  <a:moveTo>
                    <a:pt x="2664028" y="0"/>
                  </a:moveTo>
                  <a:lnTo>
                    <a:pt x="2606878" y="0"/>
                  </a:lnTo>
                  <a:lnTo>
                    <a:pt x="2606878" y="19050"/>
                  </a:lnTo>
                  <a:lnTo>
                    <a:pt x="2664028" y="19050"/>
                  </a:lnTo>
                  <a:lnTo>
                    <a:pt x="2664028" y="0"/>
                  </a:lnTo>
                  <a:close/>
                </a:path>
                <a:path w="3552825" h="1295400">
                  <a:moveTo>
                    <a:pt x="2701086" y="1276350"/>
                  </a:moveTo>
                  <a:lnTo>
                    <a:pt x="2643936" y="1276350"/>
                  </a:lnTo>
                  <a:lnTo>
                    <a:pt x="2643936" y="1295400"/>
                  </a:lnTo>
                  <a:lnTo>
                    <a:pt x="2701086" y="1295400"/>
                  </a:lnTo>
                  <a:lnTo>
                    <a:pt x="2701086" y="1276350"/>
                  </a:lnTo>
                  <a:close/>
                </a:path>
                <a:path w="3552825" h="1295400">
                  <a:moveTo>
                    <a:pt x="2758795" y="0"/>
                  </a:moveTo>
                  <a:lnTo>
                    <a:pt x="2701645" y="0"/>
                  </a:lnTo>
                  <a:lnTo>
                    <a:pt x="2701645" y="19050"/>
                  </a:lnTo>
                  <a:lnTo>
                    <a:pt x="2758795" y="19050"/>
                  </a:lnTo>
                  <a:lnTo>
                    <a:pt x="2758795" y="0"/>
                  </a:lnTo>
                  <a:close/>
                </a:path>
                <a:path w="3552825" h="1295400">
                  <a:moveTo>
                    <a:pt x="2795854" y="1276350"/>
                  </a:moveTo>
                  <a:lnTo>
                    <a:pt x="2738704" y="1276350"/>
                  </a:lnTo>
                  <a:lnTo>
                    <a:pt x="2738704" y="1295400"/>
                  </a:lnTo>
                  <a:lnTo>
                    <a:pt x="2795854" y="1295400"/>
                  </a:lnTo>
                  <a:lnTo>
                    <a:pt x="2795854" y="1276350"/>
                  </a:lnTo>
                  <a:close/>
                </a:path>
                <a:path w="3552825" h="1295400">
                  <a:moveTo>
                    <a:pt x="2853563" y="0"/>
                  </a:moveTo>
                  <a:lnTo>
                    <a:pt x="2796413" y="0"/>
                  </a:lnTo>
                  <a:lnTo>
                    <a:pt x="2796413" y="19050"/>
                  </a:lnTo>
                  <a:lnTo>
                    <a:pt x="2853563" y="19050"/>
                  </a:lnTo>
                  <a:lnTo>
                    <a:pt x="2853563" y="0"/>
                  </a:lnTo>
                  <a:close/>
                </a:path>
                <a:path w="3552825" h="1295400">
                  <a:moveTo>
                    <a:pt x="2890621" y="1276350"/>
                  </a:moveTo>
                  <a:lnTo>
                    <a:pt x="2833471" y="1276350"/>
                  </a:lnTo>
                  <a:lnTo>
                    <a:pt x="2833471" y="1295400"/>
                  </a:lnTo>
                  <a:lnTo>
                    <a:pt x="2890621" y="1295400"/>
                  </a:lnTo>
                  <a:lnTo>
                    <a:pt x="2890621" y="1276350"/>
                  </a:lnTo>
                  <a:close/>
                </a:path>
                <a:path w="3552825" h="1295400">
                  <a:moveTo>
                    <a:pt x="2948330" y="0"/>
                  </a:moveTo>
                  <a:lnTo>
                    <a:pt x="2891180" y="0"/>
                  </a:lnTo>
                  <a:lnTo>
                    <a:pt x="2891180" y="19050"/>
                  </a:lnTo>
                  <a:lnTo>
                    <a:pt x="2948330" y="19050"/>
                  </a:lnTo>
                  <a:lnTo>
                    <a:pt x="2948330" y="0"/>
                  </a:lnTo>
                  <a:close/>
                </a:path>
                <a:path w="3552825" h="1295400">
                  <a:moveTo>
                    <a:pt x="2985389" y="1276350"/>
                  </a:moveTo>
                  <a:lnTo>
                    <a:pt x="2928239" y="1276350"/>
                  </a:lnTo>
                  <a:lnTo>
                    <a:pt x="2928239" y="1295400"/>
                  </a:lnTo>
                  <a:lnTo>
                    <a:pt x="2985389" y="1295400"/>
                  </a:lnTo>
                  <a:lnTo>
                    <a:pt x="2985389" y="1276350"/>
                  </a:lnTo>
                  <a:close/>
                </a:path>
                <a:path w="3552825" h="1295400">
                  <a:moveTo>
                    <a:pt x="3043097" y="0"/>
                  </a:moveTo>
                  <a:lnTo>
                    <a:pt x="2985947" y="0"/>
                  </a:lnTo>
                  <a:lnTo>
                    <a:pt x="2985947" y="19050"/>
                  </a:lnTo>
                  <a:lnTo>
                    <a:pt x="3043097" y="19050"/>
                  </a:lnTo>
                  <a:lnTo>
                    <a:pt x="3043097" y="0"/>
                  </a:lnTo>
                  <a:close/>
                </a:path>
                <a:path w="3552825" h="1295400">
                  <a:moveTo>
                    <a:pt x="3080156" y="1276350"/>
                  </a:moveTo>
                  <a:lnTo>
                    <a:pt x="3023006" y="1276350"/>
                  </a:lnTo>
                  <a:lnTo>
                    <a:pt x="3023006" y="1295400"/>
                  </a:lnTo>
                  <a:lnTo>
                    <a:pt x="3080156" y="1295400"/>
                  </a:lnTo>
                  <a:lnTo>
                    <a:pt x="3080156" y="1276350"/>
                  </a:lnTo>
                  <a:close/>
                </a:path>
                <a:path w="3552825" h="1295400">
                  <a:moveTo>
                    <a:pt x="3137865" y="0"/>
                  </a:moveTo>
                  <a:lnTo>
                    <a:pt x="3080715" y="0"/>
                  </a:lnTo>
                  <a:lnTo>
                    <a:pt x="3080715" y="19050"/>
                  </a:lnTo>
                  <a:lnTo>
                    <a:pt x="3137865" y="19050"/>
                  </a:lnTo>
                  <a:lnTo>
                    <a:pt x="3137865" y="0"/>
                  </a:lnTo>
                  <a:close/>
                </a:path>
                <a:path w="3552825" h="1295400">
                  <a:moveTo>
                    <a:pt x="3174923" y="1276350"/>
                  </a:moveTo>
                  <a:lnTo>
                    <a:pt x="3117773" y="1276350"/>
                  </a:lnTo>
                  <a:lnTo>
                    <a:pt x="3117773" y="1295400"/>
                  </a:lnTo>
                  <a:lnTo>
                    <a:pt x="3174923" y="1295400"/>
                  </a:lnTo>
                  <a:lnTo>
                    <a:pt x="3174923" y="1276350"/>
                  </a:lnTo>
                  <a:close/>
                </a:path>
                <a:path w="3552825" h="1295400">
                  <a:moveTo>
                    <a:pt x="3232632" y="0"/>
                  </a:moveTo>
                  <a:lnTo>
                    <a:pt x="3175482" y="0"/>
                  </a:lnTo>
                  <a:lnTo>
                    <a:pt x="3175482" y="19050"/>
                  </a:lnTo>
                  <a:lnTo>
                    <a:pt x="3232632" y="19050"/>
                  </a:lnTo>
                  <a:lnTo>
                    <a:pt x="3232632" y="0"/>
                  </a:lnTo>
                  <a:close/>
                </a:path>
                <a:path w="3552825" h="1295400">
                  <a:moveTo>
                    <a:pt x="3269691" y="1276350"/>
                  </a:moveTo>
                  <a:lnTo>
                    <a:pt x="3212541" y="1276350"/>
                  </a:lnTo>
                  <a:lnTo>
                    <a:pt x="3212541" y="1295400"/>
                  </a:lnTo>
                  <a:lnTo>
                    <a:pt x="3269691" y="1295400"/>
                  </a:lnTo>
                  <a:lnTo>
                    <a:pt x="3269691" y="1276350"/>
                  </a:lnTo>
                  <a:close/>
                </a:path>
                <a:path w="3552825" h="1295400">
                  <a:moveTo>
                    <a:pt x="3327400" y="0"/>
                  </a:moveTo>
                  <a:lnTo>
                    <a:pt x="3270250" y="0"/>
                  </a:lnTo>
                  <a:lnTo>
                    <a:pt x="3270250" y="19050"/>
                  </a:lnTo>
                  <a:lnTo>
                    <a:pt x="3327400" y="19050"/>
                  </a:lnTo>
                  <a:lnTo>
                    <a:pt x="3327400" y="0"/>
                  </a:lnTo>
                  <a:close/>
                </a:path>
                <a:path w="3552825" h="1295400">
                  <a:moveTo>
                    <a:pt x="3364471" y="1276350"/>
                  </a:moveTo>
                  <a:lnTo>
                    <a:pt x="3307321" y="1276350"/>
                  </a:lnTo>
                  <a:lnTo>
                    <a:pt x="3307321" y="1295400"/>
                  </a:lnTo>
                  <a:lnTo>
                    <a:pt x="3364471" y="1295400"/>
                  </a:lnTo>
                  <a:lnTo>
                    <a:pt x="3364471" y="1276350"/>
                  </a:lnTo>
                  <a:close/>
                </a:path>
                <a:path w="3552825" h="1295400">
                  <a:moveTo>
                    <a:pt x="3422510" y="609"/>
                  </a:moveTo>
                  <a:lnTo>
                    <a:pt x="3409950" y="0"/>
                  </a:lnTo>
                  <a:lnTo>
                    <a:pt x="3365030" y="0"/>
                  </a:lnTo>
                  <a:lnTo>
                    <a:pt x="3365030" y="19050"/>
                  </a:lnTo>
                  <a:lnTo>
                    <a:pt x="3409950" y="19050"/>
                  </a:lnTo>
                  <a:lnTo>
                    <a:pt x="3420834" y="19583"/>
                  </a:lnTo>
                  <a:lnTo>
                    <a:pt x="3420872" y="19050"/>
                  </a:lnTo>
                  <a:lnTo>
                    <a:pt x="3422510" y="609"/>
                  </a:lnTo>
                  <a:close/>
                </a:path>
                <a:path w="3552825" h="1295400">
                  <a:moveTo>
                    <a:pt x="3461778" y="1285557"/>
                  </a:moveTo>
                  <a:lnTo>
                    <a:pt x="3454870" y="1267815"/>
                  </a:lnTo>
                  <a:lnTo>
                    <a:pt x="3445853" y="1271054"/>
                  </a:lnTo>
                  <a:lnTo>
                    <a:pt x="3434118" y="1274000"/>
                  </a:lnTo>
                  <a:lnTo>
                    <a:pt x="3422154" y="1275765"/>
                  </a:lnTo>
                  <a:lnTo>
                    <a:pt x="3409950" y="1276350"/>
                  </a:lnTo>
                  <a:lnTo>
                    <a:pt x="3402088" y="1276350"/>
                  </a:lnTo>
                  <a:lnTo>
                    <a:pt x="3402088" y="1295400"/>
                  </a:lnTo>
                  <a:lnTo>
                    <a:pt x="3409950" y="1295400"/>
                  </a:lnTo>
                  <a:lnTo>
                    <a:pt x="3424034" y="1294726"/>
                  </a:lnTo>
                  <a:lnTo>
                    <a:pt x="3437839" y="1292682"/>
                  </a:lnTo>
                  <a:lnTo>
                    <a:pt x="3451364" y="1289291"/>
                  </a:lnTo>
                  <a:lnTo>
                    <a:pt x="3461778" y="1285557"/>
                  </a:lnTo>
                  <a:close/>
                </a:path>
                <a:path w="3552825" h="1295400">
                  <a:moveTo>
                    <a:pt x="3513137" y="44234"/>
                  </a:moveTo>
                  <a:lnTo>
                    <a:pt x="3477374" y="16891"/>
                  </a:lnTo>
                  <a:lnTo>
                    <a:pt x="3462375" y="10071"/>
                  </a:lnTo>
                  <a:lnTo>
                    <a:pt x="3455378" y="27774"/>
                  </a:lnTo>
                  <a:lnTo>
                    <a:pt x="3457346" y="28486"/>
                  </a:lnTo>
                  <a:lnTo>
                    <a:pt x="3468382" y="33693"/>
                  </a:lnTo>
                  <a:lnTo>
                    <a:pt x="3478758" y="39903"/>
                  </a:lnTo>
                  <a:lnTo>
                    <a:pt x="3488474" y="47117"/>
                  </a:lnTo>
                  <a:lnTo>
                    <a:pt x="3497516" y="55321"/>
                  </a:lnTo>
                  <a:lnTo>
                    <a:pt x="3499383" y="57378"/>
                  </a:lnTo>
                  <a:lnTo>
                    <a:pt x="3513137" y="44234"/>
                  </a:lnTo>
                  <a:close/>
                </a:path>
                <a:path w="3552825" h="1295400">
                  <a:moveTo>
                    <a:pt x="3536543" y="1218679"/>
                  </a:moveTo>
                  <a:lnTo>
                    <a:pt x="3519665" y="1209852"/>
                  </a:lnTo>
                  <a:lnTo>
                    <a:pt x="3519144" y="1210957"/>
                  </a:lnTo>
                  <a:lnTo>
                    <a:pt x="3512934" y="1221333"/>
                  </a:lnTo>
                  <a:lnTo>
                    <a:pt x="3505720" y="1231049"/>
                  </a:lnTo>
                  <a:lnTo>
                    <a:pt x="3497516" y="1240091"/>
                  </a:lnTo>
                  <a:lnTo>
                    <a:pt x="3488474" y="1248295"/>
                  </a:lnTo>
                  <a:lnTo>
                    <a:pt x="3485235" y="1250696"/>
                  </a:lnTo>
                  <a:lnTo>
                    <a:pt x="3496818" y="1265809"/>
                  </a:lnTo>
                  <a:lnTo>
                    <a:pt x="3528771" y="1231925"/>
                  </a:lnTo>
                  <a:lnTo>
                    <a:pt x="3535946" y="1219949"/>
                  </a:lnTo>
                  <a:lnTo>
                    <a:pt x="3536543" y="1218679"/>
                  </a:lnTo>
                  <a:close/>
                </a:path>
                <a:path w="3552825" h="1295400">
                  <a:moveTo>
                    <a:pt x="3552520" y="136398"/>
                  </a:moveTo>
                  <a:lnTo>
                    <a:pt x="3541953" y="88201"/>
                  </a:lnTo>
                  <a:lnTo>
                    <a:pt x="3536797" y="77279"/>
                  </a:lnTo>
                  <a:lnTo>
                    <a:pt x="3519881" y="86029"/>
                  </a:lnTo>
                  <a:lnTo>
                    <a:pt x="3524351" y="95491"/>
                  </a:lnTo>
                  <a:lnTo>
                    <a:pt x="3528479" y="106984"/>
                  </a:lnTo>
                  <a:lnTo>
                    <a:pt x="3531425" y="118719"/>
                  </a:lnTo>
                  <a:lnTo>
                    <a:pt x="3533190" y="130683"/>
                  </a:lnTo>
                  <a:lnTo>
                    <a:pt x="3533508" y="137261"/>
                  </a:lnTo>
                  <a:lnTo>
                    <a:pt x="3552520" y="136398"/>
                  </a:lnTo>
                  <a:close/>
                </a:path>
                <a:path w="3552825" h="1295400">
                  <a:moveTo>
                    <a:pt x="3552825" y="1121829"/>
                  </a:moveTo>
                  <a:lnTo>
                    <a:pt x="3533775" y="1121829"/>
                  </a:lnTo>
                  <a:lnTo>
                    <a:pt x="3533775" y="1152525"/>
                  </a:lnTo>
                  <a:lnTo>
                    <a:pt x="3533190" y="1164729"/>
                  </a:lnTo>
                  <a:lnTo>
                    <a:pt x="3531463" y="1176413"/>
                  </a:lnTo>
                  <a:lnTo>
                    <a:pt x="3550158" y="1180084"/>
                  </a:lnTo>
                  <a:lnTo>
                    <a:pt x="3552152" y="1166609"/>
                  </a:lnTo>
                  <a:lnTo>
                    <a:pt x="3552240" y="1164729"/>
                  </a:lnTo>
                  <a:lnTo>
                    <a:pt x="3552825" y="1152525"/>
                  </a:lnTo>
                  <a:lnTo>
                    <a:pt x="3552825" y="1121829"/>
                  </a:lnTo>
                  <a:close/>
                </a:path>
                <a:path w="3552825" h="1295400">
                  <a:moveTo>
                    <a:pt x="3552825" y="1027061"/>
                  </a:moveTo>
                  <a:lnTo>
                    <a:pt x="3533775" y="1027061"/>
                  </a:lnTo>
                  <a:lnTo>
                    <a:pt x="3533775" y="1084211"/>
                  </a:lnTo>
                  <a:lnTo>
                    <a:pt x="3552825" y="1084211"/>
                  </a:lnTo>
                  <a:lnTo>
                    <a:pt x="3552825" y="1027061"/>
                  </a:lnTo>
                  <a:close/>
                </a:path>
                <a:path w="3552825" h="1295400">
                  <a:moveTo>
                    <a:pt x="3552825" y="932294"/>
                  </a:moveTo>
                  <a:lnTo>
                    <a:pt x="3533775" y="932294"/>
                  </a:lnTo>
                  <a:lnTo>
                    <a:pt x="3533775" y="989444"/>
                  </a:lnTo>
                  <a:lnTo>
                    <a:pt x="3552825" y="989444"/>
                  </a:lnTo>
                  <a:lnTo>
                    <a:pt x="3552825" y="932294"/>
                  </a:lnTo>
                  <a:close/>
                </a:path>
                <a:path w="3552825" h="1295400">
                  <a:moveTo>
                    <a:pt x="3552825" y="837526"/>
                  </a:moveTo>
                  <a:lnTo>
                    <a:pt x="3533775" y="837526"/>
                  </a:lnTo>
                  <a:lnTo>
                    <a:pt x="3533775" y="894676"/>
                  </a:lnTo>
                  <a:lnTo>
                    <a:pt x="3552825" y="894676"/>
                  </a:lnTo>
                  <a:lnTo>
                    <a:pt x="3552825" y="837526"/>
                  </a:lnTo>
                  <a:close/>
                </a:path>
                <a:path w="3552825" h="1295400">
                  <a:moveTo>
                    <a:pt x="3552825" y="742759"/>
                  </a:moveTo>
                  <a:lnTo>
                    <a:pt x="3533775" y="742759"/>
                  </a:lnTo>
                  <a:lnTo>
                    <a:pt x="3533775" y="799909"/>
                  </a:lnTo>
                  <a:lnTo>
                    <a:pt x="3552825" y="799909"/>
                  </a:lnTo>
                  <a:lnTo>
                    <a:pt x="3552825" y="742759"/>
                  </a:lnTo>
                  <a:close/>
                </a:path>
                <a:path w="3552825" h="1295400">
                  <a:moveTo>
                    <a:pt x="3552825" y="647979"/>
                  </a:moveTo>
                  <a:lnTo>
                    <a:pt x="3533775" y="647979"/>
                  </a:lnTo>
                  <a:lnTo>
                    <a:pt x="3533775" y="705129"/>
                  </a:lnTo>
                  <a:lnTo>
                    <a:pt x="3552825" y="705129"/>
                  </a:lnTo>
                  <a:lnTo>
                    <a:pt x="3552825" y="647979"/>
                  </a:lnTo>
                  <a:close/>
                </a:path>
                <a:path w="3552825" h="1295400">
                  <a:moveTo>
                    <a:pt x="3552825" y="553212"/>
                  </a:moveTo>
                  <a:lnTo>
                    <a:pt x="3533775" y="553212"/>
                  </a:lnTo>
                  <a:lnTo>
                    <a:pt x="3533775" y="610362"/>
                  </a:lnTo>
                  <a:lnTo>
                    <a:pt x="3552825" y="610362"/>
                  </a:lnTo>
                  <a:lnTo>
                    <a:pt x="3552825" y="553212"/>
                  </a:lnTo>
                  <a:close/>
                </a:path>
                <a:path w="3552825" h="1295400">
                  <a:moveTo>
                    <a:pt x="3552825" y="458444"/>
                  </a:moveTo>
                  <a:lnTo>
                    <a:pt x="3533775" y="458444"/>
                  </a:lnTo>
                  <a:lnTo>
                    <a:pt x="3533775" y="515594"/>
                  </a:lnTo>
                  <a:lnTo>
                    <a:pt x="3552825" y="515594"/>
                  </a:lnTo>
                  <a:lnTo>
                    <a:pt x="3552825" y="458444"/>
                  </a:lnTo>
                  <a:close/>
                </a:path>
                <a:path w="3552825" h="1295400">
                  <a:moveTo>
                    <a:pt x="3552825" y="363677"/>
                  </a:moveTo>
                  <a:lnTo>
                    <a:pt x="3533775" y="363677"/>
                  </a:lnTo>
                  <a:lnTo>
                    <a:pt x="3533775" y="420827"/>
                  </a:lnTo>
                  <a:lnTo>
                    <a:pt x="3552825" y="420827"/>
                  </a:lnTo>
                  <a:lnTo>
                    <a:pt x="3552825" y="363677"/>
                  </a:lnTo>
                  <a:close/>
                </a:path>
                <a:path w="3552825" h="1295400">
                  <a:moveTo>
                    <a:pt x="3552825" y="268909"/>
                  </a:moveTo>
                  <a:lnTo>
                    <a:pt x="3533775" y="268909"/>
                  </a:lnTo>
                  <a:lnTo>
                    <a:pt x="3533775" y="326059"/>
                  </a:lnTo>
                  <a:lnTo>
                    <a:pt x="3552825" y="326059"/>
                  </a:lnTo>
                  <a:lnTo>
                    <a:pt x="3552825" y="268909"/>
                  </a:lnTo>
                  <a:close/>
                </a:path>
                <a:path w="3552825" h="1295400">
                  <a:moveTo>
                    <a:pt x="3552825" y="174142"/>
                  </a:moveTo>
                  <a:lnTo>
                    <a:pt x="3533775" y="174142"/>
                  </a:lnTo>
                  <a:lnTo>
                    <a:pt x="3533775" y="231292"/>
                  </a:lnTo>
                  <a:lnTo>
                    <a:pt x="3552825" y="231292"/>
                  </a:lnTo>
                  <a:lnTo>
                    <a:pt x="3552825" y="17414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6438" y="5851524"/>
              <a:ext cx="171450" cy="1524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60438" y="5811511"/>
            <a:ext cx="145224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spc="60" dirty="0">
                <a:solidFill>
                  <a:srgbClr val="AAAAAA"/>
                </a:solidFill>
                <a:latin typeface="Arial"/>
                <a:cs typeface="Arial"/>
              </a:rPr>
              <a:t>Скриншот</a:t>
            </a:r>
            <a:r>
              <a:rPr sz="1300" b="1" spc="-2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300" b="1" spc="45" dirty="0">
                <a:solidFill>
                  <a:srgbClr val="AAAAAA"/>
                </a:solidFill>
                <a:latin typeface="Arial"/>
                <a:cs typeface="Arial"/>
              </a:rPr>
              <a:t>меню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14824" y="5276849"/>
            <a:ext cx="3562350" cy="1295400"/>
            <a:chOff x="4314824" y="5276849"/>
            <a:chExt cx="3562350" cy="1295400"/>
          </a:xfrm>
        </p:grpSpPr>
        <p:sp>
          <p:nvSpPr>
            <p:cNvPr id="12" name="object 12"/>
            <p:cNvSpPr/>
            <p:nvPr/>
          </p:nvSpPr>
          <p:spPr>
            <a:xfrm>
              <a:off x="4314824" y="5276849"/>
              <a:ext cx="3562350" cy="1295400"/>
            </a:xfrm>
            <a:custGeom>
              <a:avLst/>
              <a:gdLst/>
              <a:ahLst/>
              <a:cxnLst/>
              <a:rect l="l" t="t" r="r" b="b"/>
              <a:pathLst>
                <a:path w="3562350" h="1295400">
                  <a:moveTo>
                    <a:pt x="3419474" y="1295399"/>
                  </a:moveTo>
                  <a:lnTo>
                    <a:pt x="142874" y="1295399"/>
                  </a:lnTo>
                  <a:lnTo>
                    <a:pt x="128800" y="1294719"/>
                  </a:lnTo>
                  <a:lnTo>
                    <a:pt x="88198" y="1284523"/>
                  </a:lnTo>
                  <a:lnTo>
                    <a:pt x="52279" y="1263023"/>
                  </a:lnTo>
                  <a:lnTo>
                    <a:pt x="24055" y="1231916"/>
                  </a:lnTo>
                  <a:lnTo>
                    <a:pt x="6116" y="1193936"/>
                  </a:lnTo>
                  <a:lnTo>
                    <a:pt x="0" y="1152524"/>
                  </a:lnTo>
                  <a:lnTo>
                    <a:pt x="0" y="142874"/>
                  </a:lnTo>
                  <a:lnTo>
                    <a:pt x="6116" y="101461"/>
                  </a:lnTo>
                  <a:lnTo>
                    <a:pt x="24055" y="63482"/>
                  </a:lnTo>
                  <a:lnTo>
                    <a:pt x="52279" y="32375"/>
                  </a:lnTo>
                  <a:lnTo>
                    <a:pt x="88198" y="10875"/>
                  </a:lnTo>
                  <a:lnTo>
                    <a:pt x="128800" y="679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886" y="6117"/>
                  </a:lnTo>
                  <a:lnTo>
                    <a:pt x="3498866" y="24056"/>
                  </a:lnTo>
                  <a:lnTo>
                    <a:pt x="3529973" y="52280"/>
                  </a:lnTo>
                  <a:lnTo>
                    <a:pt x="3551473" y="88198"/>
                  </a:lnTo>
                  <a:lnTo>
                    <a:pt x="3561669" y="128800"/>
                  </a:lnTo>
                  <a:lnTo>
                    <a:pt x="3562349" y="142874"/>
                  </a:lnTo>
                  <a:lnTo>
                    <a:pt x="3562349" y="1152524"/>
                  </a:lnTo>
                  <a:lnTo>
                    <a:pt x="3556231" y="1193936"/>
                  </a:lnTo>
                  <a:lnTo>
                    <a:pt x="3538292" y="1231916"/>
                  </a:lnTo>
                  <a:lnTo>
                    <a:pt x="3510069" y="1263023"/>
                  </a:lnTo>
                  <a:lnTo>
                    <a:pt x="3474149" y="1284523"/>
                  </a:lnTo>
                  <a:lnTo>
                    <a:pt x="3433549" y="1294719"/>
                  </a:lnTo>
                  <a:lnTo>
                    <a:pt x="3419474" y="12953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14812" y="5276849"/>
              <a:ext cx="3562350" cy="1295400"/>
            </a:xfrm>
            <a:custGeom>
              <a:avLst/>
              <a:gdLst/>
              <a:ahLst/>
              <a:cxnLst/>
              <a:rect l="l" t="t" r="r" b="b"/>
              <a:pathLst>
                <a:path w="3562350" h="1295400">
                  <a:moveTo>
                    <a:pt x="19050" y="1020940"/>
                  </a:moveTo>
                  <a:lnTo>
                    <a:pt x="0" y="1020940"/>
                  </a:lnTo>
                  <a:lnTo>
                    <a:pt x="0" y="1078090"/>
                  </a:lnTo>
                  <a:lnTo>
                    <a:pt x="19050" y="1078090"/>
                  </a:lnTo>
                  <a:lnTo>
                    <a:pt x="19050" y="1020940"/>
                  </a:lnTo>
                  <a:close/>
                </a:path>
                <a:path w="3562350" h="1295400">
                  <a:moveTo>
                    <a:pt x="19050" y="925982"/>
                  </a:moveTo>
                  <a:lnTo>
                    <a:pt x="0" y="925982"/>
                  </a:lnTo>
                  <a:lnTo>
                    <a:pt x="0" y="983132"/>
                  </a:lnTo>
                  <a:lnTo>
                    <a:pt x="19050" y="983132"/>
                  </a:lnTo>
                  <a:lnTo>
                    <a:pt x="19050" y="925982"/>
                  </a:lnTo>
                  <a:close/>
                </a:path>
                <a:path w="3562350" h="1295400">
                  <a:moveTo>
                    <a:pt x="19050" y="831011"/>
                  </a:moveTo>
                  <a:lnTo>
                    <a:pt x="0" y="831011"/>
                  </a:lnTo>
                  <a:lnTo>
                    <a:pt x="0" y="888161"/>
                  </a:lnTo>
                  <a:lnTo>
                    <a:pt x="19050" y="888161"/>
                  </a:lnTo>
                  <a:lnTo>
                    <a:pt x="19050" y="831011"/>
                  </a:lnTo>
                  <a:close/>
                </a:path>
                <a:path w="3562350" h="1295400">
                  <a:moveTo>
                    <a:pt x="19050" y="736053"/>
                  </a:moveTo>
                  <a:lnTo>
                    <a:pt x="0" y="736053"/>
                  </a:lnTo>
                  <a:lnTo>
                    <a:pt x="0" y="793203"/>
                  </a:lnTo>
                  <a:lnTo>
                    <a:pt x="19050" y="793203"/>
                  </a:lnTo>
                  <a:lnTo>
                    <a:pt x="19050" y="736053"/>
                  </a:lnTo>
                  <a:close/>
                </a:path>
                <a:path w="3562350" h="1295400">
                  <a:moveTo>
                    <a:pt x="19050" y="641096"/>
                  </a:moveTo>
                  <a:lnTo>
                    <a:pt x="0" y="641096"/>
                  </a:lnTo>
                  <a:lnTo>
                    <a:pt x="0" y="698246"/>
                  </a:lnTo>
                  <a:lnTo>
                    <a:pt x="19050" y="698246"/>
                  </a:lnTo>
                  <a:lnTo>
                    <a:pt x="19050" y="641096"/>
                  </a:lnTo>
                  <a:close/>
                </a:path>
                <a:path w="3562350" h="1295400">
                  <a:moveTo>
                    <a:pt x="19050" y="546138"/>
                  </a:moveTo>
                  <a:lnTo>
                    <a:pt x="0" y="546138"/>
                  </a:lnTo>
                  <a:lnTo>
                    <a:pt x="0" y="603288"/>
                  </a:lnTo>
                  <a:lnTo>
                    <a:pt x="19050" y="603288"/>
                  </a:lnTo>
                  <a:lnTo>
                    <a:pt x="19050" y="546138"/>
                  </a:lnTo>
                  <a:close/>
                </a:path>
                <a:path w="3562350" h="1295400">
                  <a:moveTo>
                    <a:pt x="19050" y="451167"/>
                  </a:moveTo>
                  <a:lnTo>
                    <a:pt x="0" y="451167"/>
                  </a:lnTo>
                  <a:lnTo>
                    <a:pt x="0" y="508317"/>
                  </a:lnTo>
                  <a:lnTo>
                    <a:pt x="19050" y="508317"/>
                  </a:lnTo>
                  <a:lnTo>
                    <a:pt x="19050" y="451167"/>
                  </a:lnTo>
                  <a:close/>
                </a:path>
                <a:path w="3562350" h="1295400">
                  <a:moveTo>
                    <a:pt x="19050" y="356209"/>
                  </a:moveTo>
                  <a:lnTo>
                    <a:pt x="0" y="356209"/>
                  </a:lnTo>
                  <a:lnTo>
                    <a:pt x="0" y="413359"/>
                  </a:lnTo>
                  <a:lnTo>
                    <a:pt x="19050" y="413359"/>
                  </a:lnTo>
                  <a:lnTo>
                    <a:pt x="19050" y="356209"/>
                  </a:lnTo>
                  <a:close/>
                </a:path>
                <a:path w="3562350" h="1295400">
                  <a:moveTo>
                    <a:pt x="19050" y="261251"/>
                  </a:moveTo>
                  <a:lnTo>
                    <a:pt x="0" y="261251"/>
                  </a:lnTo>
                  <a:lnTo>
                    <a:pt x="0" y="318401"/>
                  </a:lnTo>
                  <a:lnTo>
                    <a:pt x="19050" y="318401"/>
                  </a:lnTo>
                  <a:lnTo>
                    <a:pt x="19050" y="261251"/>
                  </a:lnTo>
                  <a:close/>
                </a:path>
                <a:path w="3562350" h="1295400">
                  <a:moveTo>
                    <a:pt x="19050" y="166281"/>
                  </a:moveTo>
                  <a:lnTo>
                    <a:pt x="0" y="166281"/>
                  </a:lnTo>
                  <a:lnTo>
                    <a:pt x="0" y="223431"/>
                  </a:lnTo>
                  <a:lnTo>
                    <a:pt x="19050" y="223431"/>
                  </a:lnTo>
                  <a:lnTo>
                    <a:pt x="19050" y="166281"/>
                  </a:lnTo>
                  <a:close/>
                </a:path>
                <a:path w="3562350" h="1295400">
                  <a:moveTo>
                    <a:pt x="20561" y="1170940"/>
                  </a:moveTo>
                  <a:lnTo>
                    <a:pt x="19646" y="1164729"/>
                  </a:lnTo>
                  <a:lnTo>
                    <a:pt x="19050" y="1152525"/>
                  </a:lnTo>
                  <a:lnTo>
                    <a:pt x="19050" y="1115898"/>
                  </a:lnTo>
                  <a:lnTo>
                    <a:pt x="0" y="1115898"/>
                  </a:lnTo>
                  <a:lnTo>
                    <a:pt x="0" y="1152525"/>
                  </a:lnTo>
                  <a:lnTo>
                    <a:pt x="685" y="1166609"/>
                  </a:lnTo>
                  <a:lnTo>
                    <a:pt x="1739" y="1173772"/>
                  </a:lnTo>
                  <a:lnTo>
                    <a:pt x="20561" y="1170940"/>
                  </a:lnTo>
                  <a:close/>
                </a:path>
                <a:path w="3562350" h="1295400">
                  <a:moveTo>
                    <a:pt x="36639" y="79527"/>
                  </a:moveTo>
                  <a:lnTo>
                    <a:pt x="20294" y="69773"/>
                  </a:lnTo>
                  <a:lnTo>
                    <a:pt x="16891" y="75463"/>
                  </a:lnTo>
                  <a:lnTo>
                    <a:pt x="10883" y="88201"/>
                  </a:lnTo>
                  <a:lnTo>
                    <a:pt x="6121" y="101473"/>
                  </a:lnTo>
                  <a:lnTo>
                    <a:pt x="2730" y="114998"/>
                  </a:lnTo>
                  <a:lnTo>
                    <a:pt x="800" y="128054"/>
                  </a:lnTo>
                  <a:lnTo>
                    <a:pt x="19748" y="130022"/>
                  </a:lnTo>
                  <a:lnTo>
                    <a:pt x="21412" y="118719"/>
                  </a:lnTo>
                  <a:lnTo>
                    <a:pt x="24358" y="106984"/>
                  </a:lnTo>
                  <a:lnTo>
                    <a:pt x="28486" y="95491"/>
                  </a:lnTo>
                  <a:lnTo>
                    <a:pt x="33693" y="84455"/>
                  </a:lnTo>
                  <a:lnTo>
                    <a:pt x="36639" y="79527"/>
                  </a:lnTo>
                  <a:close/>
                </a:path>
                <a:path w="3562350" h="1295400">
                  <a:moveTo>
                    <a:pt x="63334" y="1247355"/>
                  </a:moveTo>
                  <a:lnTo>
                    <a:pt x="33693" y="1210957"/>
                  </a:lnTo>
                  <a:lnTo>
                    <a:pt x="30911" y="1205064"/>
                  </a:lnTo>
                  <a:lnTo>
                    <a:pt x="13690" y="1213154"/>
                  </a:lnTo>
                  <a:lnTo>
                    <a:pt x="41859" y="1253553"/>
                  </a:lnTo>
                  <a:lnTo>
                    <a:pt x="51092" y="1261948"/>
                  </a:lnTo>
                  <a:lnTo>
                    <a:pt x="63334" y="1247355"/>
                  </a:lnTo>
                  <a:close/>
                </a:path>
                <a:path w="3562350" h="1295400">
                  <a:moveTo>
                    <a:pt x="105029" y="25069"/>
                  </a:moveTo>
                  <a:lnTo>
                    <a:pt x="99199" y="6934"/>
                  </a:lnTo>
                  <a:lnTo>
                    <a:pt x="88201" y="10883"/>
                  </a:lnTo>
                  <a:lnTo>
                    <a:pt x="75463" y="16891"/>
                  </a:lnTo>
                  <a:lnTo>
                    <a:pt x="63487" y="24066"/>
                  </a:lnTo>
                  <a:lnTo>
                    <a:pt x="52285" y="32385"/>
                  </a:lnTo>
                  <a:lnTo>
                    <a:pt x="46151" y="37947"/>
                  </a:lnTo>
                  <a:lnTo>
                    <a:pt x="59055" y="51943"/>
                  </a:lnTo>
                  <a:lnTo>
                    <a:pt x="64363" y="47117"/>
                  </a:lnTo>
                  <a:lnTo>
                    <a:pt x="74079" y="39903"/>
                  </a:lnTo>
                  <a:lnTo>
                    <a:pt x="84455" y="33693"/>
                  </a:lnTo>
                  <a:lnTo>
                    <a:pt x="95491" y="28486"/>
                  </a:lnTo>
                  <a:lnTo>
                    <a:pt x="105029" y="25069"/>
                  </a:lnTo>
                  <a:close/>
                </a:path>
                <a:path w="3562350" h="1295400">
                  <a:moveTo>
                    <a:pt x="145211" y="1276350"/>
                  </a:moveTo>
                  <a:lnTo>
                    <a:pt x="142875" y="1276350"/>
                  </a:lnTo>
                  <a:lnTo>
                    <a:pt x="130683" y="1275765"/>
                  </a:lnTo>
                  <a:lnTo>
                    <a:pt x="118719" y="1274000"/>
                  </a:lnTo>
                  <a:lnTo>
                    <a:pt x="106984" y="1271054"/>
                  </a:lnTo>
                  <a:lnTo>
                    <a:pt x="95491" y="1266926"/>
                  </a:lnTo>
                  <a:lnTo>
                    <a:pt x="93256" y="1265872"/>
                  </a:lnTo>
                  <a:lnTo>
                    <a:pt x="85623" y="1283309"/>
                  </a:lnTo>
                  <a:lnTo>
                    <a:pt x="128803" y="1294726"/>
                  </a:lnTo>
                  <a:lnTo>
                    <a:pt x="142875" y="1295400"/>
                  </a:lnTo>
                  <a:lnTo>
                    <a:pt x="145211" y="1295400"/>
                  </a:lnTo>
                  <a:lnTo>
                    <a:pt x="145211" y="1276350"/>
                  </a:lnTo>
                  <a:close/>
                </a:path>
                <a:path w="3562350" h="1295400">
                  <a:moveTo>
                    <a:pt x="200025" y="0"/>
                  </a:moveTo>
                  <a:lnTo>
                    <a:pt x="142875" y="0"/>
                  </a:lnTo>
                  <a:lnTo>
                    <a:pt x="139039" y="190"/>
                  </a:lnTo>
                  <a:lnTo>
                    <a:pt x="139547" y="19215"/>
                  </a:lnTo>
                  <a:lnTo>
                    <a:pt x="142875" y="19050"/>
                  </a:lnTo>
                  <a:lnTo>
                    <a:pt x="200025" y="19050"/>
                  </a:lnTo>
                  <a:lnTo>
                    <a:pt x="200025" y="0"/>
                  </a:lnTo>
                  <a:close/>
                </a:path>
                <a:path w="3562350" h="1295400">
                  <a:moveTo>
                    <a:pt x="240169" y="1276350"/>
                  </a:moveTo>
                  <a:lnTo>
                    <a:pt x="183019" y="1276350"/>
                  </a:lnTo>
                  <a:lnTo>
                    <a:pt x="183019" y="1295400"/>
                  </a:lnTo>
                  <a:lnTo>
                    <a:pt x="240169" y="1295400"/>
                  </a:lnTo>
                  <a:lnTo>
                    <a:pt x="240169" y="1276350"/>
                  </a:lnTo>
                  <a:close/>
                </a:path>
                <a:path w="3562350" h="1295400">
                  <a:moveTo>
                    <a:pt x="294995" y="0"/>
                  </a:moveTo>
                  <a:lnTo>
                    <a:pt x="237845" y="0"/>
                  </a:lnTo>
                  <a:lnTo>
                    <a:pt x="237845" y="19050"/>
                  </a:lnTo>
                  <a:lnTo>
                    <a:pt x="294995" y="19050"/>
                  </a:lnTo>
                  <a:lnTo>
                    <a:pt x="294995" y="0"/>
                  </a:lnTo>
                  <a:close/>
                </a:path>
                <a:path w="3562350" h="1295400">
                  <a:moveTo>
                    <a:pt x="335127" y="1276350"/>
                  </a:moveTo>
                  <a:lnTo>
                    <a:pt x="277977" y="1276350"/>
                  </a:lnTo>
                  <a:lnTo>
                    <a:pt x="277977" y="1295400"/>
                  </a:lnTo>
                  <a:lnTo>
                    <a:pt x="335127" y="1295400"/>
                  </a:lnTo>
                  <a:lnTo>
                    <a:pt x="335127" y="1276350"/>
                  </a:lnTo>
                  <a:close/>
                </a:path>
                <a:path w="3562350" h="1295400">
                  <a:moveTo>
                    <a:pt x="389953" y="0"/>
                  </a:moveTo>
                  <a:lnTo>
                    <a:pt x="332803" y="0"/>
                  </a:lnTo>
                  <a:lnTo>
                    <a:pt x="332803" y="19050"/>
                  </a:lnTo>
                  <a:lnTo>
                    <a:pt x="389953" y="19050"/>
                  </a:lnTo>
                  <a:lnTo>
                    <a:pt x="389953" y="0"/>
                  </a:lnTo>
                  <a:close/>
                </a:path>
                <a:path w="3562350" h="1295400">
                  <a:moveTo>
                    <a:pt x="430098" y="1276350"/>
                  </a:moveTo>
                  <a:lnTo>
                    <a:pt x="372948" y="1276350"/>
                  </a:lnTo>
                  <a:lnTo>
                    <a:pt x="372948" y="1295400"/>
                  </a:lnTo>
                  <a:lnTo>
                    <a:pt x="430098" y="1295400"/>
                  </a:lnTo>
                  <a:lnTo>
                    <a:pt x="430098" y="1276350"/>
                  </a:lnTo>
                  <a:close/>
                </a:path>
                <a:path w="3562350" h="1295400">
                  <a:moveTo>
                    <a:pt x="484911" y="0"/>
                  </a:moveTo>
                  <a:lnTo>
                    <a:pt x="427761" y="0"/>
                  </a:lnTo>
                  <a:lnTo>
                    <a:pt x="427761" y="19050"/>
                  </a:lnTo>
                  <a:lnTo>
                    <a:pt x="484911" y="19050"/>
                  </a:lnTo>
                  <a:lnTo>
                    <a:pt x="484911" y="0"/>
                  </a:lnTo>
                  <a:close/>
                </a:path>
                <a:path w="3562350" h="1295400">
                  <a:moveTo>
                    <a:pt x="525056" y="1276350"/>
                  </a:moveTo>
                  <a:lnTo>
                    <a:pt x="467906" y="1276350"/>
                  </a:lnTo>
                  <a:lnTo>
                    <a:pt x="467906" y="1295400"/>
                  </a:lnTo>
                  <a:lnTo>
                    <a:pt x="525056" y="1295400"/>
                  </a:lnTo>
                  <a:lnTo>
                    <a:pt x="525056" y="1276350"/>
                  </a:lnTo>
                  <a:close/>
                </a:path>
                <a:path w="3562350" h="1295400">
                  <a:moveTo>
                    <a:pt x="579882" y="0"/>
                  </a:moveTo>
                  <a:lnTo>
                    <a:pt x="522732" y="0"/>
                  </a:lnTo>
                  <a:lnTo>
                    <a:pt x="522732" y="19050"/>
                  </a:lnTo>
                  <a:lnTo>
                    <a:pt x="579882" y="19050"/>
                  </a:lnTo>
                  <a:lnTo>
                    <a:pt x="579882" y="0"/>
                  </a:lnTo>
                  <a:close/>
                </a:path>
                <a:path w="3562350" h="1295400">
                  <a:moveTo>
                    <a:pt x="620014" y="1276350"/>
                  </a:moveTo>
                  <a:lnTo>
                    <a:pt x="562864" y="1276350"/>
                  </a:lnTo>
                  <a:lnTo>
                    <a:pt x="562864" y="1295400"/>
                  </a:lnTo>
                  <a:lnTo>
                    <a:pt x="620014" y="1295400"/>
                  </a:lnTo>
                  <a:lnTo>
                    <a:pt x="620014" y="1276350"/>
                  </a:lnTo>
                  <a:close/>
                </a:path>
                <a:path w="3562350" h="1295400">
                  <a:moveTo>
                    <a:pt x="674839" y="0"/>
                  </a:moveTo>
                  <a:lnTo>
                    <a:pt x="617689" y="0"/>
                  </a:lnTo>
                  <a:lnTo>
                    <a:pt x="617689" y="19050"/>
                  </a:lnTo>
                  <a:lnTo>
                    <a:pt x="674839" y="19050"/>
                  </a:lnTo>
                  <a:lnTo>
                    <a:pt x="674839" y="0"/>
                  </a:lnTo>
                  <a:close/>
                </a:path>
                <a:path w="3562350" h="1295400">
                  <a:moveTo>
                    <a:pt x="714971" y="1276350"/>
                  </a:moveTo>
                  <a:lnTo>
                    <a:pt x="657821" y="1276350"/>
                  </a:lnTo>
                  <a:lnTo>
                    <a:pt x="657821" y="1295400"/>
                  </a:lnTo>
                  <a:lnTo>
                    <a:pt x="714971" y="1295400"/>
                  </a:lnTo>
                  <a:lnTo>
                    <a:pt x="714971" y="1276350"/>
                  </a:lnTo>
                  <a:close/>
                </a:path>
                <a:path w="3562350" h="1295400">
                  <a:moveTo>
                    <a:pt x="769797" y="0"/>
                  </a:moveTo>
                  <a:lnTo>
                    <a:pt x="712647" y="0"/>
                  </a:lnTo>
                  <a:lnTo>
                    <a:pt x="712647" y="19050"/>
                  </a:lnTo>
                  <a:lnTo>
                    <a:pt x="769797" y="19050"/>
                  </a:lnTo>
                  <a:lnTo>
                    <a:pt x="769797" y="0"/>
                  </a:lnTo>
                  <a:close/>
                </a:path>
                <a:path w="3562350" h="1295400">
                  <a:moveTo>
                    <a:pt x="809942" y="1276350"/>
                  </a:moveTo>
                  <a:lnTo>
                    <a:pt x="752792" y="1276350"/>
                  </a:lnTo>
                  <a:lnTo>
                    <a:pt x="752792" y="1295400"/>
                  </a:lnTo>
                  <a:lnTo>
                    <a:pt x="809942" y="1295400"/>
                  </a:lnTo>
                  <a:lnTo>
                    <a:pt x="809942" y="1276350"/>
                  </a:lnTo>
                  <a:close/>
                </a:path>
                <a:path w="3562350" h="1295400">
                  <a:moveTo>
                    <a:pt x="864755" y="0"/>
                  </a:moveTo>
                  <a:lnTo>
                    <a:pt x="807605" y="0"/>
                  </a:lnTo>
                  <a:lnTo>
                    <a:pt x="807605" y="19050"/>
                  </a:lnTo>
                  <a:lnTo>
                    <a:pt x="864755" y="19050"/>
                  </a:lnTo>
                  <a:lnTo>
                    <a:pt x="864755" y="0"/>
                  </a:lnTo>
                  <a:close/>
                </a:path>
                <a:path w="3562350" h="1295400">
                  <a:moveTo>
                    <a:pt x="904900" y="1276350"/>
                  </a:moveTo>
                  <a:lnTo>
                    <a:pt x="847750" y="1276350"/>
                  </a:lnTo>
                  <a:lnTo>
                    <a:pt x="847750" y="1295400"/>
                  </a:lnTo>
                  <a:lnTo>
                    <a:pt x="904900" y="1295400"/>
                  </a:lnTo>
                  <a:lnTo>
                    <a:pt x="904900" y="1276350"/>
                  </a:lnTo>
                  <a:close/>
                </a:path>
                <a:path w="3562350" h="1295400">
                  <a:moveTo>
                    <a:pt x="959726" y="0"/>
                  </a:moveTo>
                  <a:lnTo>
                    <a:pt x="902576" y="0"/>
                  </a:lnTo>
                  <a:lnTo>
                    <a:pt x="902576" y="19050"/>
                  </a:lnTo>
                  <a:lnTo>
                    <a:pt x="959726" y="19050"/>
                  </a:lnTo>
                  <a:lnTo>
                    <a:pt x="959726" y="0"/>
                  </a:lnTo>
                  <a:close/>
                </a:path>
                <a:path w="3562350" h="1295400">
                  <a:moveTo>
                    <a:pt x="999858" y="1276350"/>
                  </a:moveTo>
                  <a:lnTo>
                    <a:pt x="942708" y="1276350"/>
                  </a:lnTo>
                  <a:lnTo>
                    <a:pt x="942708" y="1295400"/>
                  </a:lnTo>
                  <a:lnTo>
                    <a:pt x="999858" y="1295400"/>
                  </a:lnTo>
                  <a:lnTo>
                    <a:pt x="999858" y="1276350"/>
                  </a:lnTo>
                  <a:close/>
                </a:path>
                <a:path w="3562350" h="1295400">
                  <a:moveTo>
                    <a:pt x="1054684" y="0"/>
                  </a:moveTo>
                  <a:lnTo>
                    <a:pt x="997534" y="0"/>
                  </a:lnTo>
                  <a:lnTo>
                    <a:pt x="997534" y="19050"/>
                  </a:lnTo>
                  <a:lnTo>
                    <a:pt x="1054684" y="19050"/>
                  </a:lnTo>
                  <a:lnTo>
                    <a:pt x="1054684" y="0"/>
                  </a:lnTo>
                  <a:close/>
                </a:path>
                <a:path w="3562350" h="1295400">
                  <a:moveTo>
                    <a:pt x="1094816" y="1276350"/>
                  </a:moveTo>
                  <a:lnTo>
                    <a:pt x="1037666" y="1276350"/>
                  </a:lnTo>
                  <a:lnTo>
                    <a:pt x="1037666" y="1295400"/>
                  </a:lnTo>
                  <a:lnTo>
                    <a:pt x="1094816" y="1295400"/>
                  </a:lnTo>
                  <a:lnTo>
                    <a:pt x="1094816" y="1276350"/>
                  </a:lnTo>
                  <a:close/>
                </a:path>
                <a:path w="3562350" h="1295400">
                  <a:moveTo>
                    <a:pt x="1149642" y="0"/>
                  </a:moveTo>
                  <a:lnTo>
                    <a:pt x="1092492" y="0"/>
                  </a:lnTo>
                  <a:lnTo>
                    <a:pt x="1092492" y="19050"/>
                  </a:lnTo>
                  <a:lnTo>
                    <a:pt x="1149642" y="19050"/>
                  </a:lnTo>
                  <a:lnTo>
                    <a:pt x="1149642" y="0"/>
                  </a:lnTo>
                  <a:close/>
                </a:path>
                <a:path w="3562350" h="1295400">
                  <a:moveTo>
                    <a:pt x="1189786" y="1276350"/>
                  </a:moveTo>
                  <a:lnTo>
                    <a:pt x="1132636" y="1276350"/>
                  </a:lnTo>
                  <a:lnTo>
                    <a:pt x="1132636" y="1295400"/>
                  </a:lnTo>
                  <a:lnTo>
                    <a:pt x="1189786" y="1295400"/>
                  </a:lnTo>
                  <a:lnTo>
                    <a:pt x="1189786" y="1276350"/>
                  </a:lnTo>
                  <a:close/>
                </a:path>
                <a:path w="3562350" h="1295400">
                  <a:moveTo>
                    <a:pt x="1244600" y="0"/>
                  </a:moveTo>
                  <a:lnTo>
                    <a:pt x="1187450" y="0"/>
                  </a:lnTo>
                  <a:lnTo>
                    <a:pt x="1187450" y="19050"/>
                  </a:lnTo>
                  <a:lnTo>
                    <a:pt x="1244600" y="19050"/>
                  </a:lnTo>
                  <a:lnTo>
                    <a:pt x="1244600" y="0"/>
                  </a:lnTo>
                  <a:close/>
                </a:path>
                <a:path w="3562350" h="1295400">
                  <a:moveTo>
                    <a:pt x="1284744" y="1276350"/>
                  </a:moveTo>
                  <a:lnTo>
                    <a:pt x="1227594" y="1276350"/>
                  </a:lnTo>
                  <a:lnTo>
                    <a:pt x="1227594" y="1295400"/>
                  </a:lnTo>
                  <a:lnTo>
                    <a:pt x="1284744" y="1295400"/>
                  </a:lnTo>
                  <a:lnTo>
                    <a:pt x="1284744" y="1276350"/>
                  </a:lnTo>
                  <a:close/>
                </a:path>
                <a:path w="3562350" h="1295400">
                  <a:moveTo>
                    <a:pt x="1339570" y="0"/>
                  </a:moveTo>
                  <a:lnTo>
                    <a:pt x="1282420" y="0"/>
                  </a:lnTo>
                  <a:lnTo>
                    <a:pt x="1282420" y="19050"/>
                  </a:lnTo>
                  <a:lnTo>
                    <a:pt x="1339570" y="19050"/>
                  </a:lnTo>
                  <a:lnTo>
                    <a:pt x="1339570" y="0"/>
                  </a:lnTo>
                  <a:close/>
                </a:path>
                <a:path w="3562350" h="1295400">
                  <a:moveTo>
                    <a:pt x="1379702" y="1276350"/>
                  </a:moveTo>
                  <a:lnTo>
                    <a:pt x="1322552" y="1276350"/>
                  </a:lnTo>
                  <a:lnTo>
                    <a:pt x="1322552" y="1295400"/>
                  </a:lnTo>
                  <a:lnTo>
                    <a:pt x="1379702" y="1295400"/>
                  </a:lnTo>
                  <a:lnTo>
                    <a:pt x="1379702" y="1276350"/>
                  </a:lnTo>
                  <a:close/>
                </a:path>
                <a:path w="3562350" h="1295400">
                  <a:moveTo>
                    <a:pt x="1434528" y="0"/>
                  </a:moveTo>
                  <a:lnTo>
                    <a:pt x="1377378" y="0"/>
                  </a:lnTo>
                  <a:lnTo>
                    <a:pt x="1377378" y="19050"/>
                  </a:lnTo>
                  <a:lnTo>
                    <a:pt x="1434528" y="19050"/>
                  </a:lnTo>
                  <a:lnTo>
                    <a:pt x="1434528" y="0"/>
                  </a:lnTo>
                  <a:close/>
                </a:path>
                <a:path w="3562350" h="1295400">
                  <a:moveTo>
                    <a:pt x="1474673" y="1276350"/>
                  </a:moveTo>
                  <a:lnTo>
                    <a:pt x="1417523" y="1276350"/>
                  </a:lnTo>
                  <a:lnTo>
                    <a:pt x="1417523" y="1295400"/>
                  </a:lnTo>
                  <a:lnTo>
                    <a:pt x="1474673" y="1295400"/>
                  </a:lnTo>
                  <a:lnTo>
                    <a:pt x="1474673" y="1276350"/>
                  </a:lnTo>
                  <a:close/>
                </a:path>
                <a:path w="3562350" h="1295400">
                  <a:moveTo>
                    <a:pt x="1529486" y="0"/>
                  </a:moveTo>
                  <a:lnTo>
                    <a:pt x="1472336" y="0"/>
                  </a:lnTo>
                  <a:lnTo>
                    <a:pt x="1472336" y="19050"/>
                  </a:lnTo>
                  <a:lnTo>
                    <a:pt x="1529486" y="19050"/>
                  </a:lnTo>
                  <a:lnTo>
                    <a:pt x="1529486" y="0"/>
                  </a:lnTo>
                  <a:close/>
                </a:path>
                <a:path w="3562350" h="1295400">
                  <a:moveTo>
                    <a:pt x="1569631" y="1276350"/>
                  </a:moveTo>
                  <a:lnTo>
                    <a:pt x="1512481" y="1276350"/>
                  </a:lnTo>
                  <a:lnTo>
                    <a:pt x="1512481" y="1295400"/>
                  </a:lnTo>
                  <a:lnTo>
                    <a:pt x="1569631" y="1295400"/>
                  </a:lnTo>
                  <a:lnTo>
                    <a:pt x="1569631" y="1276350"/>
                  </a:lnTo>
                  <a:close/>
                </a:path>
                <a:path w="3562350" h="1295400">
                  <a:moveTo>
                    <a:pt x="1624457" y="0"/>
                  </a:moveTo>
                  <a:lnTo>
                    <a:pt x="1567307" y="0"/>
                  </a:lnTo>
                  <a:lnTo>
                    <a:pt x="1567307" y="19050"/>
                  </a:lnTo>
                  <a:lnTo>
                    <a:pt x="1624457" y="19050"/>
                  </a:lnTo>
                  <a:lnTo>
                    <a:pt x="1624457" y="0"/>
                  </a:lnTo>
                  <a:close/>
                </a:path>
                <a:path w="3562350" h="1295400">
                  <a:moveTo>
                    <a:pt x="1664589" y="1276350"/>
                  </a:moveTo>
                  <a:lnTo>
                    <a:pt x="1607439" y="1276350"/>
                  </a:lnTo>
                  <a:lnTo>
                    <a:pt x="1607439" y="1295400"/>
                  </a:lnTo>
                  <a:lnTo>
                    <a:pt x="1664589" y="1295400"/>
                  </a:lnTo>
                  <a:lnTo>
                    <a:pt x="1664589" y="1276350"/>
                  </a:lnTo>
                  <a:close/>
                </a:path>
                <a:path w="3562350" h="1295400">
                  <a:moveTo>
                    <a:pt x="1719414" y="0"/>
                  </a:moveTo>
                  <a:lnTo>
                    <a:pt x="1662264" y="0"/>
                  </a:lnTo>
                  <a:lnTo>
                    <a:pt x="1662264" y="19050"/>
                  </a:lnTo>
                  <a:lnTo>
                    <a:pt x="1719414" y="19050"/>
                  </a:lnTo>
                  <a:lnTo>
                    <a:pt x="1719414" y="0"/>
                  </a:lnTo>
                  <a:close/>
                </a:path>
                <a:path w="3562350" h="1295400">
                  <a:moveTo>
                    <a:pt x="1759546" y="1276350"/>
                  </a:moveTo>
                  <a:lnTo>
                    <a:pt x="1702396" y="1276350"/>
                  </a:lnTo>
                  <a:lnTo>
                    <a:pt x="1702396" y="1295400"/>
                  </a:lnTo>
                  <a:lnTo>
                    <a:pt x="1759546" y="1295400"/>
                  </a:lnTo>
                  <a:lnTo>
                    <a:pt x="1759546" y="1276350"/>
                  </a:lnTo>
                  <a:close/>
                </a:path>
                <a:path w="3562350" h="1295400">
                  <a:moveTo>
                    <a:pt x="1814372" y="0"/>
                  </a:moveTo>
                  <a:lnTo>
                    <a:pt x="1757222" y="0"/>
                  </a:lnTo>
                  <a:lnTo>
                    <a:pt x="1757222" y="19050"/>
                  </a:lnTo>
                  <a:lnTo>
                    <a:pt x="1814372" y="19050"/>
                  </a:lnTo>
                  <a:lnTo>
                    <a:pt x="1814372" y="0"/>
                  </a:lnTo>
                  <a:close/>
                </a:path>
                <a:path w="3562350" h="1295400">
                  <a:moveTo>
                    <a:pt x="1854517" y="1276350"/>
                  </a:moveTo>
                  <a:lnTo>
                    <a:pt x="1797367" y="1276350"/>
                  </a:lnTo>
                  <a:lnTo>
                    <a:pt x="1797367" y="1295400"/>
                  </a:lnTo>
                  <a:lnTo>
                    <a:pt x="1854517" y="1295400"/>
                  </a:lnTo>
                  <a:lnTo>
                    <a:pt x="1854517" y="1276350"/>
                  </a:lnTo>
                  <a:close/>
                </a:path>
                <a:path w="3562350" h="1295400">
                  <a:moveTo>
                    <a:pt x="1909330" y="0"/>
                  </a:moveTo>
                  <a:lnTo>
                    <a:pt x="1852180" y="0"/>
                  </a:lnTo>
                  <a:lnTo>
                    <a:pt x="1852180" y="19050"/>
                  </a:lnTo>
                  <a:lnTo>
                    <a:pt x="1909330" y="19050"/>
                  </a:lnTo>
                  <a:lnTo>
                    <a:pt x="1909330" y="0"/>
                  </a:lnTo>
                  <a:close/>
                </a:path>
                <a:path w="3562350" h="1295400">
                  <a:moveTo>
                    <a:pt x="1949475" y="1276350"/>
                  </a:moveTo>
                  <a:lnTo>
                    <a:pt x="1892325" y="1276350"/>
                  </a:lnTo>
                  <a:lnTo>
                    <a:pt x="1892325" y="1295400"/>
                  </a:lnTo>
                  <a:lnTo>
                    <a:pt x="1949475" y="1295400"/>
                  </a:lnTo>
                  <a:lnTo>
                    <a:pt x="1949475" y="1276350"/>
                  </a:lnTo>
                  <a:close/>
                </a:path>
                <a:path w="3562350" h="1295400">
                  <a:moveTo>
                    <a:pt x="2004301" y="0"/>
                  </a:moveTo>
                  <a:lnTo>
                    <a:pt x="1947151" y="0"/>
                  </a:lnTo>
                  <a:lnTo>
                    <a:pt x="1947151" y="19050"/>
                  </a:lnTo>
                  <a:lnTo>
                    <a:pt x="2004301" y="19050"/>
                  </a:lnTo>
                  <a:lnTo>
                    <a:pt x="2004301" y="0"/>
                  </a:lnTo>
                  <a:close/>
                </a:path>
                <a:path w="3562350" h="1295400">
                  <a:moveTo>
                    <a:pt x="2044433" y="1276350"/>
                  </a:moveTo>
                  <a:lnTo>
                    <a:pt x="1987283" y="1276350"/>
                  </a:lnTo>
                  <a:lnTo>
                    <a:pt x="1987283" y="1295400"/>
                  </a:lnTo>
                  <a:lnTo>
                    <a:pt x="2044433" y="1295400"/>
                  </a:lnTo>
                  <a:lnTo>
                    <a:pt x="2044433" y="1276350"/>
                  </a:lnTo>
                  <a:close/>
                </a:path>
                <a:path w="3562350" h="1295400">
                  <a:moveTo>
                    <a:pt x="2099259" y="0"/>
                  </a:moveTo>
                  <a:lnTo>
                    <a:pt x="2042109" y="0"/>
                  </a:lnTo>
                  <a:lnTo>
                    <a:pt x="2042109" y="19050"/>
                  </a:lnTo>
                  <a:lnTo>
                    <a:pt x="2099259" y="19050"/>
                  </a:lnTo>
                  <a:lnTo>
                    <a:pt x="2099259" y="0"/>
                  </a:lnTo>
                  <a:close/>
                </a:path>
                <a:path w="3562350" h="1295400">
                  <a:moveTo>
                    <a:pt x="2139391" y="1276350"/>
                  </a:moveTo>
                  <a:lnTo>
                    <a:pt x="2082241" y="1276350"/>
                  </a:lnTo>
                  <a:lnTo>
                    <a:pt x="2082241" y="1295400"/>
                  </a:lnTo>
                  <a:lnTo>
                    <a:pt x="2139391" y="1295400"/>
                  </a:lnTo>
                  <a:lnTo>
                    <a:pt x="2139391" y="1276350"/>
                  </a:lnTo>
                  <a:close/>
                </a:path>
                <a:path w="3562350" h="1295400">
                  <a:moveTo>
                    <a:pt x="2194217" y="0"/>
                  </a:moveTo>
                  <a:lnTo>
                    <a:pt x="2137067" y="0"/>
                  </a:lnTo>
                  <a:lnTo>
                    <a:pt x="2137067" y="19050"/>
                  </a:lnTo>
                  <a:lnTo>
                    <a:pt x="2194217" y="19050"/>
                  </a:lnTo>
                  <a:lnTo>
                    <a:pt x="2194217" y="0"/>
                  </a:lnTo>
                  <a:close/>
                </a:path>
                <a:path w="3562350" h="1295400">
                  <a:moveTo>
                    <a:pt x="2234361" y="1276350"/>
                  </a:moveTo>
                  <a:lnTo>
                    <a:pt x="2177211" y="1276350"/>
                  </a:lnTo>
                  <a:lnTo>
                    <a:pt x="2177211" y="1295400"/>
                  </a:lnTo>
                  <a:lnTo>
                    <a:pt x="2234361" y="1295400"/>
                  </a:lnTo>
                  <a:lnTo>
                    <a:pt x="2234361" y="1276350"/>
                  </a:lnTo>
                  <a:close/>
                </a:path>
                <a:path w="3562350" h="1295400">
                  <a:moveTo>
                    <a:pt x="2289175" y="0"/>
                  </a:moveTo>
                  <a:lnTo>
                    <a:pt x="2232025" y="0"/>
                  </a:lnTo>
                  <a:lnTo>
                    <a:pt x="2232025" y="19050"/>
                  </a:lnTo>
                  <a:lnTo>
                    <a:pt x="2289175" y="19050"/>
                  </a:lnTo>
                  <a:lnTo>
                    <a:pt x="2289175" y="0"/>
                  </a:lnTo>
                  <a:close/>
                </a:path>
                <a:path w="3562350" h="1295400">
                  <a:moveTo>
                    <a:pt x="2329319" y="1276350"/>
                  </a:moveTo>
                  <a:lnTo>
                    <a:pt x="2272169" y="1276350"/>
                  </a:lnTo>
                  <a:lnTo>
                    <a:pt x="2272169" y="1295400"/>
                  </a:lnTo>
                  <a:lnTo>
                    <a:pt x="2329319" y="1295400"/>
                  </a:lnTo>
                  <a:lnTo>
                    <a:pt x="2329319" y="1276350"/>
                  </a:lnTo>
                  <a:close/>
                </a:path>
                <a:path w="3562350" h="1295400">
                  <a:moveTo>
                    <a:pt x="2384145" y="0"/>
                  </a:moveTo>
                  <a:lnTo>
                    <a:pt x="2326995" y="0"/>
                  </a:lnTo>
                  <a:lnTo>
                    <a:pt x="2326995" y="19050"/>
                  </a:lnTo>
                  <a:lnTo>
                    <a:pt x="2384145" y="19050"/>
                  </a:lnTo>
                  <a:lnTo>
                    <a:pt x="2384145" y="0"/>
                  </a:lnTo>
                  <a:close/>
                </a:path>
                <a:path w="3562350" h="1295400">
                  <a:moveTo>
                    <a:pt x="2424277" y="1276350"/>
                  </a:moveTo>
                  <a:lnTo>
                    <a:pt x="2367127" y="1276350"/>
                  </a:lnTo>
                  <a:lnTo>
                    <a:pt x="2367127" y="1295400"/>
                  </a:lnTo>
                  <a:lnTo>
                    <a:pt x="2424277" y="1295400"/>
                  </a:lnTo>
                  <a:lnTo>
                    <a:pt x="2424277" y="1276350"/>
                  </a:lnTo>
                  <a:close/>
                </a:path>
                <a:path w="3562350" h="1295400">
                  <a:moveTo>
                    <a:pt x="2479103" y="0"/>
                  </a:moveTo>
                  <a:lnTo>
                    <a:pt x="2421953" y="0"/>
                  </a:lnTo>
                  <a:lnTo>
                    <a:pt x="2421953" y="19050"/>
                  </a:lnTo>
                  <a:lnTo>
                    <a:pt x="2479103" y="19050"/>
                  </a:lnTo>
                  <a:lnTo>
                    <a:pt x="2479103" y="0"/>
                  </a:lnTo>
                  <a:close/>
                </a:path>
                <a:path w="3562350" h="1295400">
                  <a:moveTo>
                    <a:pt x="2519248" y="1276350"/>
                  </a:moveTo>
                  <a:lnTo>
                    <a:pt x="2462098" y="1276350"/>
                  </a:lnTo>
                  <a:lnTo>
                    <a:pt x="2462098" y="1295400"/>
                  </a:lnTo>
                  <a:lnTo>
                    <a:pt x="2519248" y="1295400"/>
                  </a:lnTo>
                  <a:lnTo>
                    <a:pt x="2519248" y="1276350"/>
                  </a:lnTo>
                  <a:close/>
                </a:path>
                <a:path w="3562350" h="1295400">
                  <a:moveTo>
                    <a:pt x="2574061" y="0"/>
                  </a:moveTo>
                  <a:lnTo>
                    <a:pt x="2516911" y="0"/>
                  </a:lnTo>
                  <a:lnTo>
                    <a:pt x="2516911" y="19050"/>
                  </a:lnTo>
                  <a:lnTo>
                    <a:pt x="2574061" y="19050"/>
                  </a:lnTo>
                  <a:lnTo>
                    <a:pt x="2574061" y="0"/>
                  </a:lnTo>
                  <a:close/>
                </a:path>
                <a:path w="3562350" h="1295400">
                  <a:moveTo>
                    <a:pt x="2614206" y="1276350"/>
                  </a:moveTo>
                  <a:lnTo>
                    <a:pt x="2557056" y="1276350"/>
                  </a:lnTo>
                  <a:lnTo>
                    <a:pt x="2557056" y="1295400"/>
                  </a:lnTo>
                  <a:lnTo>
                    <a:pt x="2614206" y="1295400"/>
                  </a:lnTo>
                  <a:lnTo>
                    <a:pt x="2614206" y="1276350"/>
                  </a:lnTo>
                  <a:close/>
                </a:path>
                <a:path w="3562350" h="1295400">
                  <a:moveTo>
                    <a:pt x="2669032" y="0"/>
                  </a:moveTo>
                  <a:lnTo>
                    <a:pt x="2611882" y="0"/>
                  </a:lnTo>
                  <a:lnTo>
                    <a:pt x="2611882" y="19050"/>
                  </a:lnTo>
                  <a:lnTo>
                    <a:pt x="2669032" y="19050"/>
                  </a:lnTo>
                  <a:lnTo>
                    <a:pt x="2669032" y="0"/>
                  </a:lnTo>
                  <a:close/>
                </a:path>
                <a:path w="3562350" h="1295400">
                  <a:moveTo>
                    <a:pt x="2709164" y="1276350"/>
                  </a:moveTo>
                  <a:lnTo>
                    <a:pt x="2652014" y="1276350"/>
                  </a:lnTo>
                  <a:lnTo>
                    <a:pt x="2652014" y="1295400"/>
                  </a:lnTo>
                  <a:lnTo>
                    <a:pt x="2709164" y="1295400"/>
                  </a:lnTo>
                  <a:lnTo>
                    <a:pt x="2709164" y="1276350"/>
                  </a:lnTo>
                  <a:close/>
                </a:path>
                <a:path w="3562350" h="1295400">
                  <a:moveTo>
                    <a:pt x="2763990" y="0"/>
                  </a:moveTo>
                  <a:lnTo>
                    <a:pt x="2706840" y="0"/>
                  </a:lnTo>
                  <a:lnTo>
                    <a:pt x="2706840" y="19050"/>
                  </a:lnTo>
                  <a:lnTo>
                    <a:pt x="2763990" y="19050"/>
                  </a:lnTo>
                  <a:lnTo>
                    <a:pt x="2763990" y="0"/>
                  </a:lnTo>
                  <a:close/>
                </a:path>
                <a:path w="3562350" h="1295400">
                  <a:moveTo>
                    <a:pt x="2804122" y="1276350"/>
                  </a:moveTo>
                  <a:lnTo>
                    <a:pt x="2746972" y="1276350"/>
                  </a:lnTo>
                  <a:lnTo>
                    <a:pt x="2746972" y="1295400"/>
                  </a:lnTo>
                  <a:lnTo>
                    <a:pt x="2804122" y="1295400"/>
                  </a:lnTo>
                  <a:lnTo>
                    <a:pt x="2804122" y="1276350"/>
                  </a:lnTo>
                  <a:close/>
                </a:path>
                <a:path w="3562350" h="1295400">
                  <a:moveTo>
                    <a:pt x="2858947" y="0"/>
                  </a:moveTo>
                  <a:lnTo>
                    <a:pt x="2801797" y="0"/>
                  </a:lnTo>
                  <a:lnTo>
                    <a:pt x="2801797" y="19050"/>
                  </a:lnTo>
                  <a:lnTo>
                    <a:pt x="2858947" y="19050"/>
                  </a:lnTo>
                  <a:lnTo>
                    <a:pt x="2858947" y="0"/>
                  </a:lnTo>
                  <a:close/>
                </a:path>
                <a:path w="3562350" h="1295400">
                  <a:moveTo>
                    <a:pt x="2899092" y="1276350"/>
                  </a:moveTo>
                  <a:lnTo>
                    <a:pt x="2841942" y="1276350"/>
                  </a:lnTo>
                  <a:lnTo>
                    <a:pt x="2841942" y="1295400"/>
                  </a:lnTo>
                  <a:lnTo>
                    <a:pt x="2899092" y="1295400"/>
                  </a:lnTo>
                  <a:lnTo>
                    <a:pt x="2899092" y="1276350"/>
                  </a:lnTo>
                  <a:close/>
                </a:path>
                <a:path w="3562350" h="1295400">
                  <a:moveTo>
                    <a:pt x="2953905" y="0"/>
                  </a:moveTo>
                  <a:lnTo>
                    <a:pt x="2896755" y="0"/>
                  </a:lnTo>
                  <a:lnTo>
                    <a:pt x="2896755" y="19050"/>
                  </a:lnTo>
                  <a:lnTo>
                    <a:pt x="2953905" y="19050"/>
                  </a:lnTo>
                  <a:lnTo>
                    <a:pt x="2953905" y="0"/>
                  </a:lnTo>
                  <a:close/>
                </a:path>
                <a:path w="3562350" h="1295400">
                  <a:moveTo>
                    <a:pt x="2994050" y="1276350"/>
                  </a:moveTo>
                  <a:lnTo>
                    <a:pt x="2936900" y="1276350"/>
                  </a:lnTo>
                  <a:lnTo>
                    <a:pt x="2936900" y="1295400"/>
                  </a:lnTo>
                  <a:lnTo>
                    <a:pt x="2994050" y="1295400"/>
                  </a:lnTo>
                  <a:lnTo>
                    <a:pt x="2994050" y="1276350"/>
                  </a:lnTo>
                  <a:close/>
                </a:path>
                <a:path w="3562350" h="1295400">
                  <a:moveTo>
                    <a:pt x="3048876" y="0"/>
                  </a:moveTo>
                  <a:lnTo>
                    <a:pt x="2991726" y="0"/>
                  </a:lnTo>
                  <a:lnTo>
                    <a:pt x="2991726" y="19050"/>
                  </a:lnTo>
                  <a:lnTo>
                    <a:pt x="3048876" y="19050"/>
                  </a:lnTo>
                  <a:lnTo>
                    <a:pt x="3048876" y="0"/>
                  </a:lnTo>
                  <a:close/>
                </a:path>
                <a:path w="3562350" h="1295400">
                  <a:moveTo>
                    <a:pt x="3089008" y="1276350"/>
                  </a:moveTo>
                  <a:lnTo>
                    <a:pt x="3031858" y="1276350"/>
                  </a:lnTo>
                  <a:lnTo>
                    <a:pt x="3031858" y="1295400"/>
                  </a:lnTo>
                  <a:lnTo>
                    <a:pt x="3089008" y="1295400"/>
                  </a:lnTo>
                  <a:lnTo>
                    <a:pt x="3089008" y="1276350"/>
                  </a:lnTo>
                  <a:close/>
                </a:path>
                <a:path w="3562350" h="1295400">
                  <a:moveTo>
                    <a:pt x="3143834" y="0"/>
                  </a:moveTo>
                  <a:lnTo>
                    <a:pt x="3086684" y="0"/>
                  </a:lnTo>
                  <a:lnTo>
                    <a:pt x="3086684" y="19050"/>
                  </a:lnTo>
                  <a:lnTo>
                    <a:pt x="3143834" y="19050"/>
                  </a:lnTo>
                  <a:lnTo>
                    <a:pt x="3143834" y="0"/>
                  </a:lnTo>
                  <a:close/>
                </a:path>
                <a:path w="3562350" h="1295400">
                  <a:moveTo>
                    <a:pt x="3183966" y="1276350"/>
                  </a:moveTo>
                  <a:lnTo>
                    <a:pt x="3126816" y="1276350"/>
                  </a:lnTo>
                  <a:lnTo>
                    <a:pt x="3126816" y="1295400"/>
                  </a:lnTo>
                  <a:lnTo>
                    <a:pt x="3183966" y="1295400"/>
                  </a:lnTo>
                  <a:lnTo>
                    <a:pt x="3183966" y="1276350"/>
                  </a:lnTo>
                  <a:close/>
                </a:path>
                <a:path w="3562350" h="1295400">
                  <a:moveTo>
                    <a:pt x="3238792" y="0"/>
                  </a:moveTo>
                  <a:lnTo>
                    <a:pt x="3181642" y="0"/>
                  </a:lnTo>
                  <a:lnTo>
                    <a:pt x="3181642" y="19050"/>
                  </a:lnTo>
                  <a:lnTo>
                    <a:pt x="3238792" y="19050"/>
                  </a:lnTo>
                  <a:lnTo>
                    <a:pt x="3238792" y="0"/>
                  </a:lnTo>
                  <a:close/>
                </a:path>
                <a:path w="3562350" h="1295400">
                  <a:moveTo>
                    <a:pt x="3278936" y="1276350"/>
                  </a:moveTo>
                  <a:lnTo>
                    <a:pt x="3221786" y="1276350"/>
                  </a:lnTo>
                  <a:lnTo>
                    <a:pt x="3221786" y="1295400"/>
                  </a:lnTo>
                  <a:lnTo>
                    <a:pt x="3278936" y="1295400"/>
                  </a:lnTo>
                  <a:lnTo>
                    <a:pt x="3278936" y="1276350"/>
                  </a:lnTo>
                  <a:close/>
                </a:path>
                <a:path w="3562350" h="1295400">
                  <a:moveTo>
                    <a:pt x="3333750" y="0"/>
                  </a:moveTo>
                  <a:lnTo>
                    <a:pt x="3276600" y="0"/>
                  </a:lnTo>
                  <a:lnTo>
                    <a:pt x="3276600" y="19050"/>
                  </a:lnTo>
                  <a:lnTo>
                    <a:pt x="3333750" y="19050"/>
                  </a:lnTo>
                  <a:lnTo>
                    <a:pt x="3333750" y="0"/>
                  </a:lnTo>
                  <a:close/>
                </a:path>
                <a:path w="3562350" h="1295400">
                  <a:moveTo>
                    <a:pt x="3373894" y="1276350"/>
                  </a:moveTo>
                  <a:lnTo>
                    <a:pt x="3316744" y="1276350"/>
                  </a:lnTo>
                  <a:lnTo>
                    <a:pt x="3316744" y="1295400"/>
                  </a:lnTo>
                  <a:lnTo>
                    <a:pt x="3373894" y="1295400"/>
                  </a:lnTo>
                  <a:lnTo>
                    <a:pt x="3373894" y="1276350"/>
                  </a:lnTo>
                  <a:close/>
                </a:path>
                <a:path w="3562350" h="1295400">
                  <a:moveTo>
                    <a:pt x="3428923" y="457"/>
                  </a:moveTo>
                  <a:lnTo>
                    <a:pt x="3419475" y="0"/>
                  </a:lnTo>
                  <a:lnTo>
                    <a:pt x="3371570" y="0"/>
                  </a:lnTo>
                  <a:lnTo>
                    <a:pt x="3371570" y="19050"/>
                  </a:lnTo>
                  <a:lnTo>
                    <a:pt x="3419475" y="19050"/>
                  </a:lnTo>
                  <a:lnTo>
                    <a:pt x="3427666" y="19456"/>
                  </a:lnTo>
                  <a:lnTo>
                    <a:pt x="3427692" y="19050"/>
                  </a:lnTo>
                  <a:lnTo>
                    <a:pt x="3428923" y="457"/>
                  </a:lnTo>
                  <a:close/>
                </a:path>
                <a:path w="3562350" h="1295400">
                  <a:moveTo>
                    <a:pt x="3471405" y="1285519"/>
                  </a:moveTo>
                  <a:lnTo>
                    <a:pt x="3464483" y="1267790"/>
                  </a:lnTo>
                  <a:lnTo>
                    <a:pt x="3455365" y="1271054"/>
                  </a:lnTo>
                  <a:lnTo>
                    <a:pt x="3443643" y="1274000"/>
                  </a:lnTo>
                  <a:lnTo>
                    <a:pt x="3431679" y="1275765"/>
                  </a:lnTo>
                  <a:lnTo>
                    <a:pt x="3419475" y="1276350"/>
                  </a:lnTo>
                  <a:lnTo>
                    <a:pt x="3411702" y="1276350"/>
                  </a:lnTo>
                  <a:lnTo>
                    <a:pt x="3411702" y="1295400"/>
                  </a:lnTo>
                  <a:lnTo>
                    <a:pt x="3419475" y="1295400"/>
                  </a:lnTo>
                  <a:lnTo>
                    <a:pt x="3433559" y="1294726"/>
                  </a:lnTo>
                  <a:lnTo>
                    <a:pt x="3447364" y="1292682"/>
                  </a:lnTo>
                  <a:lnTo>
                    <a:pt x="3460889" y="1289291"/>
                  </a:lnTo>
                  <a:lnTo>
                    <a:pt x="3471405" y="1285519"/>
                  </a:lnTo>
                  <a:close/>
                </a:path>
                <a:path w="3562350" h="1295400">
                  <a:moveTo>
                    <a:pt x="3520617" y="41960"/>
                  </a:moveTo>
                  <a:lnTo>
                    <a:pt x="3486899" y="16891"/>
                  </a:lnTo>
                  <a:lnTo>
                    <a:pt x="3468928" y="9004"/>
                  </a:lnTo>
                  <a:lnTo>
                    <a:pt x="3462337" y="26860"/>
                  </a:lnTo>
                  <a:lnTo>
                    <a:pt x="3466871" y="28486"/>
                  </a:lnTo>
                  <a:lnTo>
                    <a:pt x="3477907" y="33693"/>
                  </a:lnTo>
                  <a:lnTo>
                    <a:pt x="3488283" y="39903"/>
                  </a:lnTo>
                  <a:lnTo>
                    <a:pt x="3497999" y="47117"/>
                  </a:lnTo>
                  <a:lnTo>
                    <a:pt x="3507130" y="55422"/>
                  </a:lnTo>
                  <a:lnTo>
                    <a:pt x="3520617" y="41960"/>
                  </a:lnTo>
                  <a:close/>
                </a:path>
                <a:path w="3562350" h="1295400">
                  <a:moveTo>
                    <a:pt x="3546195" y="1218399"/>
                  </a:moveTo>
                  <a:lnTo>
                    <a:pt x="3529304" y="1209611"/>
                  </a:lnTo>
                  <a:lnTo>
                    <a:pt x="3528669" y="1210957"/>
                  </a:lnTo>
                  <a:lnTo>
                    <a:pt x="3522459" y="1221333"/>
                  </a:lnTo>
                  <a:lnTo>
                    <a:pt x="3515245" y="1231049"/>
                  </a:lnTo>
                  <a:lnTo>
                    <a:pt x="3507041" y="1240091"/>
                  </a:lnTo>
                  <a:lnTo>
                    <a:pt x="3497999" y="1248295"/>
                  </a:lnTo>
                  <a:lnTo>
                    <a:pt x="3494976" y="1250543"/>
                  </a:lnTo>
                  <a:lnTo>
                    <a:pt x="3506597" y="1265618"/>
                  </a:lnTo>
                  <a:lnTo>
                    <a:pt x="3538296" y="1231925"/>
                  </a:lnTo>
                  <a:lnTo>
                    <a:pt x="3545471" y="1219949"/>
                  </a:lnTo>
                  <a:lnTo>
                    <a:pt x="3546195" y="1218399"/>
                  </a:lnTo>
                  <a:close/>
                </a:path>
                <a:path w="3562350" h="1295400">
                  <a:moveTo>
                    <a:pt x="3561918" y="133731"/>
                  </a:moveTo>
                  <a:lnTo>
                    <a:pt x="3551478" y="88201"/>
                  </a:lnTo>
                  <a:lnTo>
                    <a:pt x="3545065" y="74790"/>
                  </a:lnTo>
                  <a:lnTo>
                    <a:pt x="3528326" y="83870"/>
                  </a:lnTo>
                  <a:lnTo>
                    <a:pt x="3528669" y="84455"/>
                  </a:lnTo>
                  <a:lnTo>
                    <a:pt x="3533876" y="95491"/>
                  </a:lnTo>
                  <a:lnTo>
                    <a:pt x="3538004" y="106984"/>
                  </a:lnTo>
                  <a:lnTo>
                    <a:pt x="3540950" y="118719"/>
                  </a:lnTo>
                  <a:lnTo>
                    <a:pt x="3542715" y="130683"/>
                  </a:lnTo>
                  <a:lnTo>
                    <a:pt x="3542919" y="134950"/>
                  </a:lnTo>
                  <a:lnTo>
                    <a:pt x="3561918" y="133731"/>
                  </a:lnTo>
                  <a:close/>
                </a:path>
                <a:path w="3562350" h="1295400">
                  <a:moveTo>
                    <a:pt x="3562350" y="1121346"/>
                  </a:moveTo>
                  <a:lnTo>
                    <a:pt x="3543300" y="1121346"/>
                  </a:lnTo>
                  <a:lnTo>
                    <a:pt x="3543300" y="1152525"/>
                  </a:lnTo>
                  <a:lnTo>
                    <a:pt x="3542715" y="1164729"/>
                  </a:lnTo>
                  <a:lnTo>
                    <a:pt x="3541052" y="1175969"/>
                  </a:lnTo>
                  <a:lnTo>
                    <a:pt x="3559759" y="1179576"/>
                  </a:lnTo>
                  <a:lnTo>
                    <a:pt x="3561677" y="1166609"/>
                  </a:lnTo>
                  <a:lnTo>
                    <a:pt x="3561765" y="1164729"/>
                  </a:lnTo>
                  <a:lnTo>
                    <a:pt x="3562350" y="1152525"/>
                  </a:lnTo>
                  <a:lnTo>
                    <a:pt x="3562350" y="1121346"/>
                  </a:lnTo>
                  <a:close/>
                </a:path>
                <a:path w="3562350" h="1295400">
                  <a:moveTo>
                    <a:pt x="3562350" y="1026388"/>
                  </a:moveTo>
                  <a:lnTo>
                    <a:pt x="3543300" y="1026388"/>
                  </a:lnTo>
                  <a:lnTo>
                    <a:pt x="3543300" y="1083538"/>
                  </a:lnTo>
                  <a:lnTo>
                    <a:pt x="3562350" y="1083538"/>
                  </a:lnTo>
                  <a:lnTo>
                    <a:pt x="3562350" y="1026388"/>
                  </a:lnTo>
                  <a:close/>
                </a:path>
                <a:path w="3562350" h="1295400">
                  <a:moveTo>
                    <a:pt x="3562350" y="931430"/>
                  </a:moveTo>
                  <a:lnTo>
                    <a:pt x="3543300" y="931430"/>
                  </a:lnTo>
                  <a:lnTo>
                    <a:pt x="3543300" y="988580"/>
                  </a:lnTo>
                  <a:lnTo>
                    <a:pt x="3562350" y="988580"/>
                  </a:lnTo>
                  <a:lnTo>
                    <a:pt x="3562350" y="931430"/>
                  </a:lnTo>
                  <a:close/>
                </a:path>
                <a:path w="3562350" h="1295400">
                  <a:moveTo>
                    <a:pt x="3562350" y="836460"/>
                  </a:moveTo>
                  <a:lnTo>
                    <a:pt x="3543300" y="836460"/>
                  </a:lnTo>
                  <a:lnTo>
                    <a:pt x="3543300" y="893610"/>
                  </a:lnTo>
                  <a:lnTo>
                    <a:pt x="3562350" y="893610"/>
                  </a:lnTo>
                  <a:lnTo>
                    <a:pt x="3562350" y="836460"/>
                  </a:lnTo>
                  <a:close/>
                </a:path>
                <a:path w="3562350" h="1295400">
                  <a:moveTo>
                    <a:pt x="3562350" y="741502"/>
                  </a:moveTo>
                  <a:lnTo>
                    <a:pt x="3543300" y="741502"/>
                  </a:lnTo>
                  <a:lnTo>
                    <a:pt x="3543300" y="798652"/>
                  </a:lnTo>
                  <a:lnTo>
                    <a:pt x="3562350" y="798652"/>
                  </a:lnTo>
                  <a:lnTo>
                    <a:pt x="3562350" y="741502"/>
                  </a:lnTo>
                  <a:close/>
                </a:path>
                <a:path w="3562350" h="1295400">
                  <a:moveTo>
                    <a:pt x="3562350" y="646544"/>
                  </a:moveTo>
                  <a:lnTo>
                    <a:pt x="3543300" y="646544"/>
                  </a:lnTo>
                  <a:lnTo>
                    <a:pt x="3543300" y="703694"/>
                  </a:lnTo>
                  <a:lnTo>
                    <a:pt x="3562350" y="703694"/>
                  </a:lnTo>
                  <a:lnTo>
                    <a:pt x="3562350" y="646544"/>
                  </a:lnTo>
                  <a:close/>
                </a:path>
                <a:path w="3562350" h="1295400">
                  <a:moveTo>
                    <a:pt x="3562350" y="551586"/>
                  </a:moveTo>
                  <a:lnTo>
                    <a:pt x="3543300" y="551586"/>
                  </a:lnTo>
                  <a:lnTo>
                    <a:pt x="3543300" y="608736"/>
                  </a:lnTo>
                  <a:lnTo>
                    <a:pt x="3562350" y="608736"/>
                  </a:lnTo>
                  <a:lnTo>
                    <a:pt x="3562350" y="551586"/>
                  </a:lnTo>
                  <a:close/>
                </a:path>
                <a:path w="3562350" h="1295400">
                  <a:moveTo>
                    <a:pt x="3562350" y="456615"/>
                  </a:moveTo>
                  <a:lnTo>
                    <a:pt x="3543300" y="456615"/>
                  </a:lnTo>
                  <a:lnTo>
                    <a:pt x="3543300" y="513765"/>
                  </a:lnTo>
                  <a:lnTo>
                    <a:pt x="3562350" y="513765"/>
                  </a:lnTo>
                  <a:lnTo>
                    <a:pt x="3562350" y="456615"/>
                  </a:lnTo>
                  <a:close/>
                </a:path>
                <a:path w="3562350" h="1295400">
                  <a:moveTo>
                    <a:pt x="3562350" y="361657"/>
                  </a:moveTo>
                  <a:lnTo>
                    <a:pt x="3543300" y="361657"/>
                  </a:lnTo>
                  <a:lnTo>
                    <a:pt x="3543300" y="418807"/>
                  </a:lnTo>
                  <a:lnTo>
                    <a:pt x="3562350" y="418807"/>
                  </a:lnTo>
                  <a:lnTo>
                    <a:pt x="3562350" y="361657"/>
                  </a:lnTo>
                  <a:close/>
                </a:path>
                <a:path w="3562350" h="1295400">
                  <a:moveTo>
                    <a:pt x="3562350" y="266700"/>
                  </a:moveTo>
                  <a:lnTo>
                    <a:pt x="3543300" y="266700"/>
                  </a:lnTo>
                  <a:lnTo>
                    <a:pt x="3543300" y="323850"/>
                  </a:lnTo>
                  <a:lnTo>
                    <a:pt x="3562350" y="323850"/>
                  </a:lnTo>
                  <a:lnTo>
                    <a:pt x="3562350" y="266700"/>
                  </a:lnTo>
                  <a:close/>
                </a:path>
                <a:path w="3562350" h="1295400">
                  <a:moveTo>
                    <a:pt x="3562350" y="171729"/>
                  </a:moveTo>
                  <a:lnTo>
                    <a:pt x="3543300" y="171729"/>
                  </a:lnTo>
                  <a:lnTo>
                    <a:pt x="3543300" y="228879"/>
                  </a:lnTo>
                  <a:lnTo>
                    <a:pt x="3562350" y="228879"/>
                  </a:lnTo>
                  <a:lnTo>
                    <a:pt x="3562350" y="17172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76700" y="5851524"/>
              <a:ext cx="171450" cy="1524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530701" y="5811511"/>
            <a:ext cx="139001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spc="60" dirty="0">
                <a:solidFill>
                  <a:srgbClr val="AAAAAA"/>
                </a:solidFill>
                <a:latin typeface="Arial"/>
                <a:cs typeface="Arial"/>
              </a:rPr>
              <a:t>Скриншот</a:t>
            </a:r>
            <a:r>
              <a:rPr sz="1300" b="1" spc="-2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AAAAAA"/>
                </a:solidFill>
                <a:latin typeface="Arial"/>
                <a:cs typeface="Arial"/>
              </a:rPr>
              <a:t>игры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67674" y="5276849"/>
            <a:ext cx="3552825" cy="1295400"/>
            <a:chOff x="8067674" y="5276849"/>
            <a:chExt cx="3552825" cy="1295400"/>
          </a:xfrm>
        </p:grpSpPr>
        <p:sp>
          <p:nvSpPr>
            <p:cNvPr id="17" name="object 17"/>
            <p:cNvSpPr/>
            <p:nvPr/>
          </p:nvSpPr>
          <p:spPr>
            <a:xfrm>
              <a:off x="8067674" y="5276849"/>
              <a:ext cx="3552825" cy="1295400"/>
            </a:xfrm>
            <a:custGeom>
              <a:avLst/>
              <a:gdLst/>
              <a:ahLst/>
              <a:cxnLst/>
              <a:rect l="l" t="t" r="r" b="b"/>
              <a:pathLst>
                <a:path w="3552825" h="1295400">
                  <a:moveTo>
                    <a:pt x="3409949" y="1295399"/>
                  </a:moveTo>
                  <a:lnTo>
                    <a:pt x="142874" y="1295399"/>
                  </a:lnTo>
                  <a:lnTo>
                    <a:pt x="128799" y="1294719"/>
                  </a:lnTo>
                  <a:lnTo>
                    <a:pt x="88197" y="1284523"/>
                  </a:lnTo>
                  <a:lnTo>
                    <a:pt x="52278" y="1263023"/>
                  </a:lnTo>
                  <a:lnTo>
                    <a:pt x="24054" y="1231916"/>
                  </a:lnTo>
                  <a:lnTo>
                    <a:pt x="6116" y="1193936"/>
                  </a:lnTo>
                  <a:lnTo>
                    <a:pt x="0" y="1152524"/>
                  </a:lnTo>
                  <a:lnTo>
                    <a:pt x="0" y="142874"/>
                  </a:lnTo>
                  <a:lnTo>
                    <a:pt x="6116" y="101461"/>
                  </a:lnTo>
                  <a:lnTo>
                    <a:pt x="24054" y="63482"/>
                  </a:lnTo>
                  <a:lnTo>
                    <a:pt x="52278" y="32375"/>
                  </a:lnTo>
                  <a:lnTo>
                    <a:pt x="88197" y="10875"/>
                  </a:lnTo>
                  <a:lnTo>
                    <a:pt x="128799" y="679"/>
                  </a:lnTo>
                  <a:lnTo>
                    <a:pt x="142874" y="0"/>
                  </a:lnTo>
                  <a:lnTo>
                    <a:pt x="3409949" y="0"/>
                  </a:lnTo>
                  <a:lnTo>
                    <a:pt x="3451360" y="6117"/>
                  </a:lnTo>
                  <a:lnTo>
                    <a:pt x="3489340" y="24056"/>
                  </a:lnTo>
                  <a:lnTo>
                    <a:pt x="3520448" y="52280"/>
                  </a:lnTo>
                  <a:lnTo>
                    <a:pt x="3541947" y="88198"/>
                  </a:lnTo>
                  <a:lnTo>
                    <a:pt x="3552144" y="128800"/>
                  </a:lnTo>
                  <a:lnTo>
                    <a:pt x="3552824" y="142874"/>
                  </a:lnTo>
                  <a:lnTo>
                    <a:pt x="3552824" y="1152524"/>
                  </a:lnTo>
                  <a:lnTo>
                    <a:pt x="3546705" y="1193936"/>
                  </a:lnTo>
                  <a:lnTo>
                    <a:pt x="3528767" y="1231916"/>
                  </a:lnTo>
                  <a:lnTo>
                    <a:pt x="3500543" y="1263023"/>
                  </a:lnTo>
                  <a:lnTo>
                    <a:pt x="3464624" y="1284523"/>
                  </a:lnTo>
                  <a:lnTo>
                    <a:pt x="3424023" y="1294719"/>
                  </a:lnTo>
                  <a:lnTo>
                    <a:pt x="3409949" y="12953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67662" y="5276849"/>
              <a:ext cx="3552825" cy="1295400"/>
            </a:xfrm>
            <a:custGeom>
              <a:avLst/>
              <a:gdLst/>
              <a:ahLst/>
              <a:cxnLst/>
              <a:rect l="l" t="t" r="r" b="b"/>
              <a:pathLst>
                <a:path w="3552825" h="1295400">
                  <a:moveTo>
                    <a:pt x="19050" y="1018628"/>
                  </a:moveTo>
                  <a:lnTo>
                    <a:pt x="0" y="1018628"/>
                  </a:lnTo>
                  <a:lnTo>
                    <a:pt x="0" y="1075778"/>
                  </a:lnTo>
                  <a:lnTo>
                    <a:pt x="19050" y="1075778"/>
                  </a:lnTo>
                  <a:lnTo>
                    <a:pt x="19050" y="1018628"/>
                  </a:lnTo>
                  <a:close/>
                </a:path>
                <a:path w="3552825" h="1295400">
                  <a:moveTo>
                    <a:pt x="19050" y="923861"/>
                  </a:moveTo>
                  <a:lnTo>
                    <a:pt x="0" y="923861"/>
                  </a:lnTo>
                  <a:lnTo>
                    <a:pt x="0" y="981011"/>
                  </a:lnTo>
                  <a:lnTo>
                    <a:pt x="19050" y="981011"/>
                  </a:lnTo>
                  <a:lnTo>
                    <a:pt x="19050" y="923861"/>
                  </a:lnTo>
                  <a:close/>
                </a:path>
                <a:path w="3552825" h="1295400">
                  <a:moveTo>
                    <a:pt x="19050" y="829094"/>
                  </a:moveTo>
                  <a:lnTo>
                    <a:pt x="0" y="829094"/>
                  </a:lnTo>
                  <a:lnTo>
                    <a:pt x="0" y="886244"/>
                  </a:lnTo>
                  <a:lnTo>
                    <a:pt x="19050" y="886244"/>
                  </a:lnTo>
                  <a:lnTo>
                    <a:pt x="19050" y="829094"/>
                  </a:lnTo>
                  <a:close/>
                </a:path>
                <a:path w="3552825" h="1295400">
                  <a:moveTo>
                    <a:pt x="19050" y="734326"/>
                  </a:moveTo>
                  <a:lnTo>
                    <a:pt x="0" y="734326"/>
                  </a:lnTo>
                  <a:lnTo>
                    <a:pt x="0" y="791476"/>
                  </a:lnTo>
                  <a:lnTo>
                    <a:pt x="19050" y="791476"/>
                  </a:lnTo>
                  <a:lnTo>
                    <a:pt x="19050" y="734326"/>
                  </a:lnTo>
                  <a:close/>
                </a:path>
                <a:path w="3552825" h="1295400">
                  <a:moveTo>
                    <a:pt x="19050" y="639559"/>
                  </a:moveTo>
                  <a:lnTo>
                    <a:pt x="0" y="639559"/>
                  </a:lnTo>
                  <a:lnTo>
                    <a:pt x="0" y="696709"/>
                  </a:lnTo>
                  <a:lnTo>
                    <a:pt x="19050" y="696709"/>
                  </a:lnTo>
                  <a:lnTo>
                    <a:pt x="19050" y="639559"/>
                  </a:lnTo>
                  <a:close/>
                </a:path>
                <a:path w="3552825" h="1295400">
                  <a:moveTo>
                    <a:pt x="19050" y="544791"/>
                  </a:moveTo>
                  <a:lnTo>
                    <a:pt x="0" y="544791"/>
                  </a:lnTo>
                  <a:lnTo>
                    <a:pt x="0" y="601941"/>
                  </a:lnTo>
                  <a:lnTo>
                    <a:pt x="19050" y="601941"/>
                  </a:lnTo>
                  <a:lnTo>
                    <a:pt x="19050" y="544791"/>
                  </a:lnTo>
                  <a:close/>
                </a:path>
                <a:path w="3552825" h="1295400">
                  <a:moveTo>
                    <a:pt x="19050" y="450011"/>
                  </a:moveTo>
                  <a:lnTo>
                    <a:pt x="0" y="450011"/>
                  </a:lnTo>
                  <a:lnTo>
                    <a:pt x="0" y="507161"/>
                  </a:lnTo>
                  <a:lnTo>
                    <a:pt x="19050" y="507161"/>
                  </a:lnTo>
                  <a:lnTo>
                    <a:pt x="19050" y="450011"/>
                  </a:lnTo>
                  <a:close/>
                </a:path>
                <a:path w="3552825" h="1295400">
                  <a:moveTo>
                    <a:pt x="19050" y="355244"/>
                  </a:moveTo>
                  <a:lnTo>
                    <a:pt x="0" y="355244"/>
                  </a:lnTo>
                  <a:lnTo>
                    <a:pt x="0" y="412394"/>
                  </a:lnTo>
                  <a:lnTo>
                    <a:pt x="19050" y="412394"/>
                  </a:lnTo>
                  <a:lnTo>
                    <a:pt x="19050" y="355244"/>
                  </a:lnTo>
                  <a:close/>
                </a:path>
                <a:path w="3552825" h="1295400">
                  <a:moveTo>
                    <a:pt x="19050" y="260477"/>
                  </a:moveTo>
                  <a:lnTo>
                    <a:pt x="0" y="260477"/>
                  </a:lnTo>
                  <a:lnTo>
                    <a:pt x="0" y="317627"/>
                  </a:lnTo>
                  <a:lnTo>
                    <a:pt x="19050" y="317627"/>
                  </a:lnTo>
                  <a:lnTo>
                    <a:pt x="19050" y="260477"/>
                  </a:lnTo>
                  <a:close/>
                </a:path>
                <a:path w="3552825" h="1295400">
                  <a:moveTo>
                    <a:pt x="19050" y="165709"/>
                  </a:moveTo>
                  <a:lnTo>
                    <a:pt x="0" y="165709"/>
                  </a:lnTo>
                  <a:lnTo>
                    <a:pt x="0" y="222859"/>
                  </a:lnTo>
                  <a:lnTo>
                    <a:pt x="19050" y="222859"/>
                  </a:lnTo>
                  <a:lnTo>
                    <a:pt x="19050" y="165709"/>
                  </a:lnTo>
                  <a:close/>
                </a:path>
                <a:path w="3552825" h="1295400">
                  <a:moveTo>
                    <a:pt x="20231" y="1168666"/>
                  </a:moveTo>
                  <a:lnTo>
                    <a:pt x="19646" y="1164729"/>
                  </a:lnTo>
                  <a:lnTo>
                    <a:pt x="19050" y="1152525"/>
                  </a:lnTo>
                  <a:lnTo>
                    <a:pt x="19050" y="1113396"/>
                  </a:lnTo>
                  <a:lnTo>
                    <a:pt x="0" y="1113396"/>
                  </a:lnTo>
                  <a:lnTo>
                    <a:pt x="0" y="1152525"/>
                  </a:lnTo>
                  <a:lnTo>
                    <a:pt x="685" y="1166609"/>
                  </a:lnTo>
                  <a:lnTo>
                    <a:pt x="1358" y="1171143"/>
                  </a:lnTo>
                  <a:lnTo>
                    <a:pt x="20231" y="1168666"/>
                  </a:lnTo>
                  <a:close/>
                </a:path>
                <a:path w="3552825" h="1295400">
                  <a:moveTo>
                    <a:pt x="36830" y="79209"/>
                  </a:moveTo>
                  <a:lnTo>
                    <a:pt x="20510" y="69418"/>
                  </a:lnTo>
                  <a:lnTo>
                    <a:pt x="16891" y="75463"/>
                  </a:lnTo>
                  <a:lnTo>
                    <a:pt x="10883" y="88201"/>
                  </a:lnTo>
                  <a:lnTo>
                    <a:pt x="6121" y="101473"/>
                  </a:lnTo>
                  <a:lnTo>
                    <a:pt x="2717" y="114998"/>
                  </a:lnTo>
                  <a:lnTo>
                    <a:pt x="850" y="127647"/>
                  </a:lnTo>
                  <a:lnTo>
                    <a:pt x="19799" y="129679"/>
                  </a:lnTo>
                  <a:lnTo>
                    <a:pt x="21412" y="118719"/>
                  </a:lnTo>
                  <a:lnTo>
                    <a:pt x="24358" y="106984"/>
                  </a:lnTo>
                  <a:lnTo>
                    <a:pt x="28486" y="95491"/>
                  </a:lnTo>
                  <a:lnTo>
                    <a:pt x="33693" y="84455"/>
                  </a:lnTo>
                  <a:lnTo>
                    <a:pt x="36830" y="79209"/>
                  </a:lnTo>
                  <a:close/>
                </a:path>
                <a:path w="3552825" h="1295400">
                  <a:moveTo>
                    <a:pt x="61442" y="1245654"/>
                  </a:moveTo>
                  <a:lnTo>
                    <a:pt x="33693" y="1210957"/>
                  </a:lnTo>
                  <a:lnTo>
                    <a:pt x="29857" y="1202829"/>
                  </a:lnTo>
                  <a:lnTo>
                    <a:pt x="12471" y="1210576"/>
                  </a:lnTo>
                  <a:lnTo>
                    <a:pt x="32385" y="1243126"/>
                  </a:lnTo>
                  <a:lnTo>
                    <a:pt x="48920" y="1259979"/>
                  </a:lnTo>
                  <a:lnTo>
                    <a:pt x="61442" y="1245654"/>
                  </a:lnTo>
                  <a:close/>
                </a:path>
                <a:path w="3552825" h="1295400">
                  <a:moveTo>
                    <a:pt x="105194" y="25006"/>
                  </a:moveTo>
                  <a:lnTo>
                    <a:pt x="99402" y="6870"/>
                  </a:lnTo>
                  <a:lnTo>
                    <a:pt x="88201" y="10883"/>
                  </a:lnTo>
                  <a:lnTo>
                    <a:pt x="75463" y="16891"/>
                  </a:lnTo>
                  <a:lnTo>
                    <a:pt x="63487" y="24066"/>
                  </a:lnTo>
                  <a:lnTo>
                    <a:pt x="52285" y="32385"/>
                  </a:lnTo>
                  <a:lnTo>
                    <a:pt x="46304" y="37807"/>
                  </a:lnTo>
                  <a:lnTo>
                    <a:pt x="59182" y="51816"/>
                  </a:lnTo>
                  <a:lnTo>
                    <a:pt x="64363" y="47117"/>
                  </a:lnTo>
                  <a:lnTo>
                    <a:pt x="74079" y="39903"/>
                  </a:lnTo>
                  <a:lnTo>
                    <a:pt x="84455" y="33693"/>
                  </a:lnTo>
                  <a:lnTo>
                    <a:pt x="95491" y="28486"/>
                  </a:lnTo>
                  <a:lnTo>
                    <a:pt x="105194" y="25006"/>
                  </a:lnTo>
                  <a:close/>
                </a:path>
                <a:path w="3552825" h="1295400">
                  <a:moveTo>
                    <a:pt x="142392" y="1276337"/>
                  </a:moveTo>
                  <a:lnTo>
                    <a:pt x="95491" y="1266926"/>
                  </a:lnTo>
                  <a:lnTo>
                    <a:pt x="90855" y="1264742"/>
                  </a:lnTo>
                  <a:lnTo>
                    <a:pt x="82854" y="1282001"/>
                  </a:lnTo>
                  <a:lnTo>
                    <a:pt x="128803" y="1294726"/>
                  </a:lnTo>
                  <a:lnTo>
                    <a:pt x="142316" y="1295374"/>
                  </a:lnTo>
                  <a:lnTo>
                    <a:pt x="142392" y="1276337"/>
                  </a:lnTo>
                  <a:close/>
                </a:path>
                <a:path w="3552825" h="1295400">
                  <a:moveTo>
                    <a:pt x="200025" y="0"/>
                  </a:moveTo>
                  <a:lnTo>
                    <a:pt x="142875" y="0"/>
                  </a:lnTo>
                  <a:lnTo>
                    <a:pt x="139039" y="190"/>
                  </a:lnTo>
                  <a:lnTo>
                    <a:pt x="139547" y="19215"/>
                  </a:lnTo>
                  <a:lnTo>
                    <a:pt x="142875" y="19050"/>
                  </a:lnTo>
                  <a:lnTo>
                    <a:pt x="200025" y="19050"/>
                  </a:lnTo>
                  <a:lnTo>
                    <a:pt x="200025" y="0"/>
                  </a:lnTo>
                  <a:close/>
                </a:path>
                <a:path w="3552825" h="1295400">
                  <a:moveTo>
                    <a:pt x="237096" y="1276350"/>
                  </a:moveTo>
                  <a:lnTo>
                    <a:pt x="179946" y="1276350"/>
                  </a:lnTo>
                  <a:lnTo>
                    <a:pt x="179946" y="1295400"/>
                  </a:lnTo>
                  <a:lnTo>
                    <a:pt x="237096" y="1295400"/>
                  </a:lnTo>
                  <a:lnTo>
                    <a:pt x="237096" y="1276350"/>
                  </a:lnTo>
                  <a:close/>
                </a:path>
                <a:path w="3552825" h="1295400">
                  <a:moveTo>
                    <a:pt x="294805" y="0"/>
                  </a:moveTo>
                  <a:lnTo>
                    <a:pt x="237655" y="0"/>
                  </a:lnTo>
                  <a:lnTo>
                    <a:pt x="237655" y="19050"/>
                  </a:lnTo>
                  <a:lnTo>
                    <a:pt x="294805" y="19050"/>
                  </a:lnTo>
                  <a:lnTo>
                    <a:pt x="294805" y="0"/>
                  </a:lnTo>
                  <a:close/>
                </a:path>
                <a:path w="3552825" h="1295400">
                  <a:moveTo>
                    <a:pt x="331863" y="1276350"/>
                  </a:moveTo>
                  <a:lnTo>
                    <a:pt x="274713" y="1276350"/>
                  </a:lnTo>
                  <a:lnTo>
                    <a:pt x="274713" y="1295400"/>
                  </a:lnTo>
                  <a:lnTo>
                    <a:pt x="331863" y="1295400"/>
                  </a:lnTo>
                  <a:lnTo>
                    <a:pt x="331863" y="1276350"/>
                  </a:lnTo>
                  <a:close/>
                </a:path>
                <a:path w="3552825" h="1295400">
                  <a:moveTo>
                    <a:pt x="389572" y="0"/>
                  </a:moveTo>
                  <a:lnTo>
                    <a:pt x="332422" y="0"/>
                  </a:lnTo>
                  <a:lnTo>
                    <a:pt x="332422" y="19050"/>
                  </a:lnTo>
                  <a:lnTo>
                    <a:pt x="389572" y="19050"/>
                  </a:lnTo>
                  <a:lnTo>
                    <a:pt x="389572" y="0"/>
                  </a:lnTo>
                  <a:close/>
                </a:path>
                <a:path w="3552825" h="1295400">
                  <a:moveTo>
                    <a:pt x="426631" y="1276350"/>
                  </a:moveTo>
                  <a:lnTo>
                    <a:pt x="369481" y="1276350"/>
                  </a:lnTo>
                  <a:lnTo>
                    <a:pt x="369481" y="1295400"/>
                  </a:lnTo>
                  <a:lnTo>
                    <a:pt x="426631" y="1295400"/>
                  </a:lnTo>
                  <a:lnTo>
                    <a:pt x="426631" y="1276350"/>
                  </a:lnTo>
                  <a:close/>
                </a:path>
                <a:path w="3552825" h="1295400">
                  <a:moveTo>
                    <a:pt x="484339" y="0"/>
                  </a:moveTo>
                  <a:lnTo>
                    <a:pt x="427189" y="0"/>
                  </a:lnTo>
                  <a:lnTo>
                    <a:pt x="427189" y="19050"/>
                  </a:lnTo>
                  <a:lnTo>
                    <a:pt x="484339" y="19050"/>
                  </a:lnTo>
                  <a:lnTo>
                    <a:pt x="484339" y="0"/>
                  </a:lnTo>
                  <a:close/>
                </a:path>
                <a:path w="3552825" h="1295400">
                  <a:moveTo>
                    <a:pt x="521398" y="1276350"/>
                  </a:moveTo>
                  <a:lnTo>
                    <a:pt x="464248" y="1276350"/>
                  </a:lnTo>
                  <a:lnTo>
                    <a:pt x="464248" y="1295400"/>
                  </a:lnTo>
                  <a:lnTo>
                    <a:pt x="521398" y="1295400"/>
                  </a:lnTo>
                  <a:lnTo>
                    <a:pt x="521398" y="1276350"/>
                  </a:lnTo>
                  <a:close/>
                </a:path>
                <a:path w="3552825" h="1295400">
                  <a:moveTo>
                    <a:pt x="579107" y="0"/>
                  </a:moveTo>
                  <a:lnTo>
                    <a:pt x="521957" y="0"/>
                  </a:lnTo>
                  <a:lnTo>
                    <a:pt x="521957" y="19050"/>
                  </a:lnTo>
                  <a:lnTo>
                    <a:pt x="579107" y="19050"/>
                  </a:lnTo>
                  <a:lnTo>
                    <a:pt x="579107" y="0"/>
                  </a:lnTo>
                  <a:close/>
                </a:path>
                <a:path w="3552825" h="1295400">
                  <a:moveTo>
                    <a:pt x="616165" y="1276350"/>
                  </a:moveTo>
                  <a:lnTo>
                    <a:pt x="559015" y="1276350"/>
                  </a:lnTo>
                  <a:lnTo>
                    <a:pt x="559015" y="1295400"/>
                  </a:lnTo>
                  <a:lnTo>
                    <a:pt x="616165" y="1295400"/>
                  </a:lnTo>
                  <a:lnTo>
                    <a:pt x="616165" y="1276350"/>
                  </a:lnTo>
                  <a:close/>
                </a:path>
                <a:path w="3552825" h="1295400">
                  <a:moveTo>
                    <a:pt x="673874" y="0"/>
                  </a:moveTo>
                  <a:lnTo>
                    <a:pt x="616724" y="0"/>
                  </a:lnTo>
                  <a:lnTo>
                    <a:pt x="616724" y="19050"/>
                  </a:lnTo>
                  <a:lnTo>
                    <a:pt x="673874" y="19050"/>
                  </a:lnTo>
                  <a:lnTo>
                    <a:pt x="673874" y="0"/>
                  </a:lnTo>
                  <a:close/>
                </a:path>
                <a:path w="3552825" h="1295400">
                  <a:moveTo>
                    <a:pt x="710933" y="1276350"/>
                  </a:moveTo>
                  <a:lnTo>
                    <a:pt x="653783" y="1276350"/>
                  </a:lnTo>
                  <a:lnTo>
                    <a:pt x="653783" y="1295400"/>
                  </a:lnTo>
                  <a:lnTo>
                    <a:pt x="710933" y="1295400"/>
                  </a:lnTo>
                  <a:lnTo>
                    <a:pt x="710933" y="1276350"/>
                  </a:lnTo>
                  <a:close/>
                </a:path>
                <a:path w="3552825" h="1295400">
                  <a:moveTo>
                    <a:pt x="768642" y="0"/>
                  </a:moveTo>
                  <a:lnTo>
                    <a:pt x="711492" y="0"/>
                  </a:lnTo>
                  <a:lnTo>
                    <a:pt x="711492" y="19050"/>
                  </a:lnTo>
                  <a:lnTo>
                    <a:pt x="768642" y="19050"/>
                  </a:lnTo>
                  <a:lnTo>
                    <a:pt x="768642" y="0"/>
                  </a:lnTo>
                  <a:close/>
                </a:path>
                <a:path w="3552825" h="1295400">
                  <a:moveTo>
                    <a:pt x="805700" y="1276350"/>
                  </a:moveTo>
                  <a:lnTo>
                    <a:pt x="748550" y="1276350"/>
                  </a:lnTo>
                  <a:lnTo>
                    <a:pt x="748550" y="1295400"/>
                  </a:lnTo>
                  <a:lnTo>
                    <a:pt x="805700" y="1295400"/>
                  </a:lnTo>
                  <a:lnTo>
                    <a:pt x="805700" y="1276350"/>
                  </a:lnTo>
                  <a:close/>
                </a:path>
                <a:path w="3552825" h="1295400">
                  <a:moveTo>
                    <a:pt x="863409" y="0"/>
                  </a:moveTo>
                  <a:lnTo>
                    <a:pt x="806259" y="0"/>
                  </a:lnTo>
                  <a:lnTo>
                    <a:pt x="806259" y="19050"/>
                  </a:lnTo>
                  <a:lnTo>
                    <a:pt x="863409" y="19050"/>
                  </a:lnTo>
                  <a:lnTo>
                    <a:pt x="863409" y="0"/>
                  </a:lnTo>
                  <a:close/>
                </a:path>
                <a:path w="3552825" h="1295400">
                  <a:moveTo>
                    <a:pt x="900468" y="1276350"/>
                  </a:moveTo>
                  <a:lnTo>
                    <a:pt x="843318" y="1276350"/>
                  </a:lnTo>
                  <a:lnTo>
                    <a:pt x="843318" y="1295400"/>
                  </a:lnTo>
                  <a:lnTo>
                    <a:pt x="900468" y="1295400"/>
                  </a:lnTo>
                  <a:lnTo>
                    <a:pt x="900468" y="1276350"/>
                  </a:lnTo>
                  <a:close/>
                </a:path>
                <a:path w="3552825" h="1295400">
                  <a:moveTo>
                    <a:pt x="958176" y="0"/>
                  </a:moveTo>
                  <a:lnTo>
                    <a:pt x="901026" y="0"/>
                  </a:lnTo>
                  <a:lnTo>
                    <a:pt x="901026" y="19050"/>
                  </a:lnTo>
                  <a:lnTo>
                    <a:pt x="958176" y="19050"/>
                  </a:lnTo>
                  <a:lnTo>
                    <a:pt x="958176" y="0"/>
                  </a:lnTo>
                  <a:close/>
                </a:path>
                <a:path w="3552825" h="1295400">
                  <a:moveTo>
                    <a:pt x="995248" y="1276350"/>
                  </a:moveTo>
                  <a:lnTo>
                    <a:pt x="938098" y="1276350"/>
                  </a:lnTo>
                  <a:lnTo>
                    <a:pt x="938098" y="1295400"/>
                  </a:lnTo>
                  <a:lnTo>
                    <a:pt x="995248" y="1295400"/>
                  </a:lnTo>
                  <a:lnTo>
                    <a:pt x="995248" y="1276350"/>
                  </a:lnTo>
                  <a:close/>
                </a:path>
                <a:path w="3552825" h="1295400">
                  <a:moveTo>
                    <a:pt x="1052957" y="0"/>
                  </a:moveTo>
                  <a:lnTo>
                    <a:pt x="995807" y="0"/>
                  </a:lnTo>
                  <a:lnTo>
                    <a:pt x="995807" y="19050"/>
                  </a:lnTo>
                  <a:lnTo>
                    <a:pt x="1052957" y="19050"/>
                  </a:lnTo>
                  <a:lnTo>
                    <a:pt x="1052957" y="0"/>
                  </a:lnTo>
                  <a:close/>
                </a:path>
                <a:path w="3552825" h="1295400">
                  <a:moveTo>
                    <a:pt x="1090015" y="1276350"/>
                  </a:moveTo>
                  <a:lnTo>
                    <a:pt x="1032865" y="1276350"/>
                  </a:lnTo>
                  <a:lnTo>
                    <a:pt x="1032865" y="1295400"/>
                  </a:lnTo>
                  <a:lnTo>
                    <a:pt x="1090015" y="1295400"/>
                  </a:lnTo>
                  <a:lnTo>
                    <a:pt x="1090015" y="1276350"/>
                  </a:lnTo>
                  <a:close/>
                </a:path>
                <a:path w="3552825" h="1295400">
                  <a:moveTo>
                    <a:pt x="1147724" y="0"/>
                  </a:moveTo>
                  <a:lnTo>
                    <a:pt x="1090574" y="0"/>
                  </a:lnTo>
                  <a:lnTo>
                    <a:pt x="1090574" y="19050"/>
                  </a:lnTo>
                  <a:lnTo>
                    <a:pt x="1147724" y="19050"/>
                  </a:lnTo>
                  <a:lnTo>
                    <a:pt x="1147724" y="0"/>
                  </a:lnTo>
                  <a:close/>
                </a:path>
                <a:path w="3552825" h="1295400">
                  <a:moveTo>
                    <a:pt x="1184783" y="1276350"/>
                  </a:moveTo>
                  <a:lnTo>
                    <a:pt x="1127633" y="1276350"/>
                  </a:lnTo>
                  <a:lnTo>
                    <a:pt x="1127633" y="1295400"/>
                  </a:lnTo>
                  <a:lnTo>
                    <a:pt x="1184783" y="1295400"/>
                  </a:lnTo>
                  <a:lnTo>
                    <a:pt x="1184783" y="1276350"/>
                  </a:lnTo>
                  <a:close/>
                </a:path>
                <a:path w="3552825" h="1295400">
                  <a:moveTo>
                    <a:pt x="1242491" y="0"/>
                  </a:moveTo>
                  <a:lnTo>
                    <a:pt x="1185341" y="0"/>
                  </a:lnTo>
                  <a:lnTo>
                    <a:pt x="1185341" y="19050"/>
                  </a:lnTo>
                  <a:lnTo>
                    <a:pt x="1242491" y="19050"/>
                  </a:lnTo>
                  <a:lnTo>
                    <a:pt x="1242491" y="0"/>
                  </a:lnTo>
                  <a:close/>
                </a:path>
                <a:path w="3552825" h="1295400">
                  <a:moveTo>
                    <a:pt x="1279550" y="1276350"/>
                  </a:moveTo>
                  <a:lnTo>
                    <a:pt x="1222400" y="1276350"/>
                  </a:lnTo>
                  <a:lnTo>
                    <a:pt x="1222400" y="1295400"/>
                  </a:lnTo>
                  <a:lnTo>
                    <a:pt x="1279550" y="1295400"/>
                  </a:lnTo>
                  <a:lnTo>
                    <a:pt x="1279550" y="1276350"/>
                  </a:lnTo>
                  <a:close/>
                </a:path>
                <a:path w="3552825" h="1295400">
                  <a:moveTo>
                    <a:pt x="1337259" y="0"/>
                  </a:moveTo>
                  <a:lnTo>
                    <a:pt x="1280109" y="0"/>
                  </a:lnTo>
                  <a:lnTo>
                    <a:pt x="1280109" y="19050"/>
                  </a:lnTo>
                  <a:lnTo>
                    <a:pt x="1337259" y="19050"/>
                  </a:lnTo>
                  <a:lnTo>
                    <a:pt x="1337259" y="0"/>
                  </a:lnTo>
                  <a:close/>
                </a:path>
                <a:path w="3552825" h="1295400">
                  <a:moveTo>
                    <a:pt x="1374317" y="1276350"/>
                  </a:moveTo>
                  <a:lnTo>
                    <a:pt x="1317167" y="1276350"/>
                  </a:lnTo>
                  <a:lnTo>
                    <a:pt x="1317167" y="1295400"/>
                  </a:lnTo>
                  <a:lnTo>
                    <a:pt x="1374317" y="1295400"/>
                  </a:lnTo>
                  <a:lnTo>
                    <a:pt x="1374317" y="1276350"/>
                  </a:lnTo>
                  <a:close/>
                </a:path>
                <a:path w="3552825" h="1295400">
                  <a:moveTo>
                    <a:pt x="1432026" y="0"/>
                  </a:moveTo>
                  <a:lnTo>
                    <a:pt x="1374876" y="0"/>
                  </a:lnTo>
                  <a:lnTo>
                    <a:pt x="1374876" y="19050"/>
                  </a:lnTo>
                  <a:lnTo>
                    <a:pt x="1432026" y="19050"/>
                  </a:lnTo>
                  <a:lnTo>
                    <a:pt x="1432026" y="0"/>
                  </a:lnTo>
                  <a:close/>
                </a:path>
                <a:path w="3552825" h="1295400">
                  <a:moveTo>
                    <a:pt x="1469085" y="1276350"/>
                  </a:moveTo>
                  <a:lnTo>
                    <a:pt x="1411935" y="1276350"/>
                  </a:lnTo>
                  <a:lnTo>
                    <a:pt x="1411935" y="1295400"/>
                  </a:lnTo>
                  <a:lnTo>
                    <a:pt x="1469085" y="1295400"/>
                  </a:lnTo>
                  <a:lnTo>
                    <a:pt x="1469085" y="1276350"/>
                  </a:lnTo>
                  <a:close/>
                </a:path>
                <a:path w="3552825" h="1295400">
                  <a:moveTo>
                    <a:pt x="1526794" y="0"/>
                  </a:moveTo>
                  <a:lnTo>
                    <a:pt x="1469644" y="0"/>
                  </a:lnTo>
                  <a:lnTo>
                    <a:pt x="1469644" y="19050"/>
                  </a:lnTo>
                  <a:lnTo>
                    <a:pt x="1526794" y="19050"/>
                  </a:lnTo>
                  <a:lnTo>
                    <a:pt x="1526794" y="0"/>
                  </a:lnTo>
                  <a:close/>
                </a:path>
                <a:path w="3552825" h="1295400">
                  <a:moveTo>
                    <a:pt x="1563852" y="1276350"/>
                  </a:moveTo>
                  <a:lnTo>
                    <a:pt x="1506702" y="1276350"/>
                  </a:lnTo>
                  <a:lnTo>
                    <a:pt x="1506702" y="1295400"/>
                  </a:lnTo>
                  <a:lnTo>
                    <a:pt x="1563852" y="1295400"/>
                  </a:lnTo>
                  <a:lnTo>
                    <a:pt x="1563852" y="1276350"/>
                  </a:lnTo>
                  <a:close/>
                </a:path>
                <a:path w="3552825" h="1295400">
                  <a:moveTo>
                    <a:pt x="1621561" y="0"/>
                  </a:moveTo>
                  <a:lnTo>
                    <a:pt x="1564411" y="0"/>
                  </a:lnTo>
                  <a:lnTo>
                    <a:pt x="1564411" y="19050"/>
                  </a:lnTo>
                  <a:lnTo>
                    <a:pt x="1621561" y="19050"/>
                  </a:lnTo>
                  <a:lnTo>
                    <a:pt x="1621561" y="0"/>
                  </a:lnTo>
                  <a:close/>
                </a:path>
                <a:path w="3552825" h="1295400">
                  <a:moveTo>
                    <a:pt x="1658620" y="1276350"/>
                  </a:moveTo>
                  <a:lnTo>
                    <a:pt x="1601470" y="1276350"/>
                  </a:lnTo>
                  <a:lnTo>
                    <a:pt x="1601470" y="1295400"/>
                  </a:lnTo>
                  <a:lnTo>
                    <a:pt x="1658620" y="1295400"/>
                  </a:lnTo>
                  <a:lnTo>
                    <a:pt x="1658620" y="1276350"/>
                  </a:lnTo>
                  <a:close/>
                </a:path>
                <a:path w="3552825" h="1295400">
                  <a:moveTo>
                    <a:pt x="1716328" y="0"/>
                  </a:moveTo>
                  <a:lnTo>
                    <a:pt x="1659178" y="0"/>
                  </a:lnTo>
                  <a:lnTo>
                    <a:pt x="1659178" y="19050"/>
                  </a:lnTo>
                  <a:lnTo>
                    <a:pt x="1716328" y="19050"/>
                  </a:lnTo>
                  <a:lnTo>
                    <a:pt x="1716328" y="0"/>
                  </a:lnTo>
                  <a:close/>
                </a:path>
                <a:path w="3552825" h="1295400">
                  <a:moveTo>
                    <a:pt x="1753387" y="1276350"/>
                  </a:moveTo>
                  <a:lnTo>
                    <a:pt x="1696237" y="1276350"/>
                  </a:lnTo>
                  <a:lnTo>
                    <a:pt x="1696237" y="1295400"/>
                  </a:lnTo>
                  <a:lnTo>
                    <a:pt x="1753387" y="1295400"/>
                  </a:lnTo>
                  <a:lnTo>
                    <a:pt x="1753387" y="1276350"/>
                  </a:lnTo>
                  <a:close/>
                </a:path>
                <a:path w="3552825" h="1295400">
                  <a:moveTo>
                    <a:pt x="1811096" y="0"/>
                  </a:moveTo>
                  <a:lnTo>
                    <a:pt x="1753946" y="0"/>
                  </a:lnTo>
                  <a:lnTo>
                    <a:pt x="1753946" y="19050"/>
                  </a:lnTo>
                  <a:lnTo>
                    <a:pt x="1811096" y="19050"/>
                  </a:lnTo>
                  <a:lnTo>
                    <a:pt x="1811096" y="0"/>
                  </a:lnTo>
                  <a:close/>
                </a:path>
                <a:path w="3552825" h="1295400">
                  <a:moveTo>
                    <a:pt x="1848167" y="1276350"/>
                  </a:moveTo>
                  <a:lnTo>
                    <a:pt x="1791017" y="1276350"/>
                  </a:lnTo>
                  <a:lnTo>
                    <a:pt x="1791017" y="1295400"/>
                  </a:lnTo>
                  <a:lnTo>
                    <a:pt x="1848167" y="1295400"/>
                  </a:lnTo>
                  <a:lnTo>
                    <a:pt x="1848167" y="1276350"/>
                  </a:lnTo>
                  <a:close/>
                </a:path>
                <a:path w="3552825" h="1295400">
                  <a:moveTo>
                    <a:pt x="1905876" y="0"/>
                  </a:moveTo>
                  <a:lnTo>
                    <a:pt x="1848726" y="0"/>
                  </a:lnTo>
                  <a:lnTo>
                    <a:pt x="1848726" y="19050"/>
                  </a:lnTo>
                  <a:lnTo>
                    <a:pt x="1905876" y="19050"/>
                  </a:lnTo>
                  <a:lnTo>
                    <a:pt x="1905876" y="0"/>
                  </a:lnTo>
                  <a:close/>
                </a:path>
                <a:path w="3552825" h="1295400">
                  <a:moveTo>
                    <a:pt x="1942934" y="1276350"/>
                  </a:moveTo>
                  <a:lnTo>
                    <a:pt x="1885784" y="1276350"/>
                  </a:lnTo>
                  <a:lnTo>
                    <a:pt x="1885784" y="1295400"/>
                  </a:lnTo>
                  <a:lnTo>
                    <a:pt x="1942934" y="1295400"/>
                  </a:lnTo>
                  <a:lnTo>
                    <a:pt x="1942934" y="1276350"/>
                  </a:lnTo>
                  <a:close/>
                </a:path>
                <a:path w="3552825" h="1295400">
                  <a:moveTo>
                    <a:pt x="2000643" y="0"/>
                  </a:moveTo>
                  <a:lnTo>
                    <a:pt x="1943493" y="0"/>
                  </a:lnTo>
                  <a:lnTo>
                    <a:pt x="1943493" y="19050"/>
                  </a:lnTo>
                  <a:lnTo>
                    <a:pt x="2000643" y="19050"/>
                  </a:lnTo>
                  <a:lnTo>
                    <a:pt x="2000643" y="0"/>
                  </a:lnTo>
                  <a:close/>
                </a:path>
                <a:path w="3552825" h="1295400">
                  <a:moveTo>
                    <a:pt x="2037702" y="1276350"/>
                  </a:moveTo>
                  <a:lnTo>
                    <a:pt x="1980552" y="1276350"/>
                  </a:lnTo>
                  <a:lnTo>
                    <a:pt x="1980552" y="1295400"/>
                  </a:lnTo>
                  <a:lnTo>
                    <a:pt x="2037702" y="1295400"/>
                  </a:lnTo>
                  <a:lnTo>
                    <a:pt x="2037702" y="1276350"/>
                  </a:lnTo>
                  <a:close/>
                </a:path>
                <a:path w="3552825" h="1295400">
                  <a:moveTo>
                    <a:pt x="2095411" y="0"/>
                  </a:moveTo>
                  <a:lnTo>
                    <a:pt x="2038261" y="0"/>
                  </a:lnTo>
                  <a:lnTo>
                    <a:pt x="2038261" y="19050"/>
                  </a:lnTo>
                  <a:lnTo>
                    <a:pt x="2095411" y="19050"/>
                  </a:lnTo>
                  <a:lnTo>
                    <a:pt x="2095411" y="0"/>
                  </a:lnTo>
                  <a:close/>
                </a:path>
                <a:path w="3552825" h="1295400">
                  <a:moveTo>
                    <a:pt x="2132469" y="1276350"/>
                  </a:moveTo>
                  <a:lnTo>
                    <a:pt x="2075319" y="1276350"/>
                  </a:lnTo>
                  <a:lnTo>
                    <a:pt x="2075319" y="1295400"/>
                  </a:lnTo>
                  <a:lnTo>
                    <a:pt x="2132469" y="1295400"/>
                  </a:lnTo>
                  <a:lnTo>
                    <a:pt x="2132469" y="1276350"/>
                  </a:lnTo>
                  <a:close/>
                </a:path>
                <a:path w="3552825" h="1295400">
                  <a:moveTo>
                    <a:pt x="2190178" y="0"/>
                  </a:moveTo>
                  <a:lnTo>
                    <a:pt x="2133028" y="0"/>
                  </a:lnTo>
                  <a:lnTo>
                    <a:pt x="2133028" y="19050"/>
                  </a:lnTo>
                  <a:lnTo>
                    <a:pt x="2190178" y="19050"/>
                  </a:lnTo>
                  <a:lnTo>
                    <a:pt x="2190178" y="0"/>
                  </a:lnTo>
                  <a:close/>
                </a:path>
                <a:path w="3552825" h="1295400">
                  <a:moveTo>
                    <a:pt x="2227237" y="1276350"/>
                  </a:moveTo>
                  <a:lnTo>
                    <a:pt x="2170087" y="1276350"/>
                  </a:lnTo>
                  <a:lnTo>
                    <a:pt x="2170087" y="1295400"/>
                  </a:lnTo>
                  <a:lnTo>
                    <a:pt x="2227237" y="1295400"/>
                  </a:lnTo>
                  <a:lnTo>
                    <a:pt x="2227237" y="1276350"/>
                  </a:lnTo>
                  <a:close/>
                </a:path>
                <a:path w="3552825" h="1295400">
                  <a:moveTo>
                    <a:pt x="2284946" y="0"/>
                  </a:moveTo>
                  <a:lnTo>
                    <a:pt x="2227796" y="0"/>
                  </a:lnTo>
                  <a:lnTo>
                    <a:pt x="2227796" y="19050"/>
                  </a:lnTo>
                  <a:lnTo>
                    <a:pt x="2284946" y="19050"/>
                  </a:lnTo>
                  <a:lnTo>
                    <a:pt x="2284946" y="0"/>
                  </a:lnTo>
                  <a:close/>
                </a:path>
                <a:path w="3552825" h="1295400">
                  <a:moveTo>
                    <a:pt x="2322004" y="1276350"/>
                  </a:moveTo>
                  <a:lnTo>
                    <a:pt x="2264854" y="1276350"/>
                  </a:lnTo>
                  <a:lnTo>
                    <a:pt x="2264854" y="1295400"/>
                  </a:lnTo>
                  <a:lnTo>
                    <a:pt x="2322004" y="1295400"/>
                  </a:lnTo>
                  <a:lnTo>
                    <a:pt x="2322004" y="1276350"/>
                  </a:lnTo>
                  <a:close/>
                </a:path>
                <a:path w="3552825" h="1295400">
                  <a:moveTo>
                    <a:pt x="2379713" y="0"/>
                  </a:moveTo>
                  <a:lnTo>
                    <a:pt x="2322563" y="0"/>
                  </a:lnTo>
                  <a:lnTo>
                    <a:pt x="2322563" y="19050"/>
                  </a:lnTo>
                  <a:lnTo>
                    <a:pt x="2379713" y="19050"/>
                  </a:lnTo>
                  <a:lnTo>
                    <a:pt x="2379713" y="0"/>
                  </a:lnTo>
                  <a:close/>
                </a:path>
                <a:path w="3552825" h="1295400">
                  <a:moveTo>
                    <a:pt x="2416772" y="1276350"/>
                  </a:moveTo>
                  <a:lnTo>
                    <a:pt x="2359622" y="1276350"/>
                  </a:lnTo>
                  <a:lnTo>
                    <a:pt x="2359622" y="1295400"/>
                  </a:lnTo>
                  <a:lnTo>
                    <a:pt x="2416772" y="1295400"/>
                  </a:lnTo>
                  <a:lnTo>
                    <a:pt x="2416772" y="1276350"/>
                  </a:lnTo>
                  <a:close/>
                </a:path>
                <a:path w="3552825" h="1295400">
                  <a:moveTo>
                    <a:pt x="2474480" y="0"/>
                  </a:moveTo>
                  <a:lnTo>
                    <a:pt x="2417330" y="0"/>
                  </a:lnTo>
                  <a:lnTo>
                    <a:pt x="2417330" y="19050"/>
                  </a:lnTo>
                  <a:lnTo>
                    <a:pt x="2474480" y="19050"/>
                  </a:lnTo>
                  <a:lnTo>
                    <a:pt x="2474480" y="0"/>
                  </a:lnTo>
                  <a:close/>
                </a:path>
                <a:path w="3552825" h="1295400">
                  <a:moveTo>
                    <a:pt x="2511539" y="1276350"/>
                  </a:moveTo>
                  <a:lnTo>
                    <a:pt x="2454389" y="1276350"/>
                  </a:lnTo>
                  <a:lnTo>
                    <a:pt x="2454389" y="1295400"/>
                  </a:lnTo>
                  <a:lnTo>
                    <a:pt x="2511539" y="1295400"/>
                  </a:lnTo>
                  <a:lnTo>
                    <a:pt x="2511539" y="1276350"/>
                  </a:lnTo>
                  <a:close/>
                </a:path>
                <a:path w="3552825" h="1295400">
                  <a:moveTo>
                    <a:pt x="2569248" y="0"/>
                  </a:moveTo>
                  <a:lnTo>
                    <a:pt x="2512098" y="0"/>
                  </a:lnTo>
                  <a:lnTo>
                    <a:pt x="2512098" y="19050"/>
                  </a:lnTo>
                  <a:lnTo>
                    <a:pt x="2569248" y="19050"/>
                  </a:lnTo>
                  <a:lnTo>
                    <a:pt x="2569248" y="0"/>
                  </a:lnTo>
                  <a:close/>
                </a:path>
                <a:path w="3552825" h="1295400">
                  <a:moveTo>
                    <a:pt x="2606319" y="1276350"/>
                  </a:moveTo>
                  <a:lnTo>
                    <a:pt x="2549169" y="1276350"/>
                  </a:lnTo>
                  <a:lnTo>
                    <a:pt x="2549169" y="1295400"/>
                  </a:lnTo>
                  <a:lnTo>
                    <a:pt x="2606319" y="1295400"/>
                  </a:lnTo>
                  <a:lnTo>
                    <a:pt x="2606319" y="1276350"/>
                  </a:lnTo>
                  <a:close/>
                </a:path>
                <a:path w="3552825" h="1295400">
                  <a:moveTo>
                    <a:pt x="2664028" y="0"/>
                  </a:moveTo>
                  <a:lnTo>
                    <a:pt x="2606878" y="0"/>
                  </a:lnTo>
                  <a:lnTo>
                    <a:pt x="2606878" y="19050"/>
                  </a:lnTo>
                  <a:lnTo>
                    <a:pt x="2664028" y="19050"/>
                  </a:lnTo>
                  <a:lnTo>
                    <a:pt x="2664028" y="0"/>
                  </a:lnTo>
                  <a:close/>
                </a:path>
                <a:path w="3552825" h="1295400">
                  <a:moveTo>
                    <a:pt x="2701086" y="1276350"/>
                  </a:moveTo>
                  <a:lnTo>
                    <a:pt x="2643936" y="1276350"/>
                  </a:lnTo>
                  <a:lnTo>
                    <a:pt x="2643936" y="1295400"/>
                  </a:lnTo>
                  <a:lnTo>
                    <a:pt x="2701086" y="1295400"/>
                  </a:lnTo>
                  <a:lnTo>
                    <a:pt x="2701086" y="1276350"/>
                  </a:lnTo>
                  <a:close/>
                </a:path>
                <a:path w="3552825" h="1295400">
                  <a:moveTo>
                    <a:pt x="2758795" y="0"/>
                  </a:moveTo>
                  <a:lnTo>
                    <a:pt x="2701645" y="0"/>
                  </a:lnTo>
                  <a:lnTo>
                    <a:pt x="2701645" y="19050"/>
                  </a:lnTo>
                  <a:lnTo>
                    <a:pt x="2758795" y="19050"/>
                  </a:lnTo>
                  <a:lnTo>
                    <a:pt x="2758795" y="0"/>
                  </a:lnTo>
                  <a:close/>
                </a:path>
                <a:path w="3552825" h="1295400">
                  <a:moveTo>
                    <a:pt x="2795854" y="1276350"/>
                  </a:moveTo>
                  <a:lnTo>
                    <a:pt x="2738704" y="1276350"/>
                  </a:lnTo>
                  <a:lnTo>
                    <a:pt x="2738704" y="1295400"/>
                  </a:lnTo>
                  <a:lnTo>
                    <a:pt x="2795854" y="1295400"/>
                  </a:lnTo>
                  <a:lnTo>
                    <a:pt x="2795854" y="1276350"/>
                  </a:lnTo>
                  <a:close/>
                </a:path>
                <a:path w="3552825" h="1295400">
                  <a:moveTo>
                    <a:pt x="2853563" y="0"/>
                  </a:moveTo>
                  <a:lnTo>
                    <a:pt x="2796413" y="0"/>
                  </a:lnTo>
                  <a:lnTo>
                    <a:pt x="2796413" y="19050"/>
                  </a:lnTo>
                  <a:lnTo>
                    <a:pt x="2853563" y="19050"/>
                  </a:lnTo>
                  <a:lnTo>
                    <a:pt x="2853563" y="0"/>
                  </a:lnTo>
                  <a:close/>
                </a:path>
                <a:path w="3552825" h="1295400">
                  <a:moveTo>
                    <a:pt x="2890621" y="1276350"/>
                  </a:moveTo>
                  <a:lnTo>
                    <a:pt x="2833471" y="1276350"/>
                  </a:lnTo>
                  <a:lnTo>
                    <a:pt x="2833471" y="1295400"/>
                  </a:lnTo>
                  <a:lnTo>
                    <a:pt x="2890621" y="1295400"/>
                  </a:lnTo>
                  <a:lnTo>
                    <a:pt x="2890621" y="1276350"/>
                  </a:lnTo>
                  <a:close/>
                </a:path>
                <a:path w="3552825" h="1295400">
                  <a:moveTo>
                    <a:pt x="2948330" y="0"/>
                  </a:moveTo>
                  <a:lnTo>
                    <a:pt x="2891180" y="0"/>
                  </a:lnTo>
                  <a:lnTo>
                    <a:pt x="2891180" y="19050"/>
                  </a:lnTo>
                  <a:lnTo>
                    <a:pt x="2948330" y="19050"/>
                  </a:lnTo>
                  <a:lnTo>
                    <a:pt x="2948330" y="0"/>
                  </a:lnTo>
                  <a:close/>
                </a:path>
                <a:path w="3552825" h="1295400">
                  <a:moveTo>
                    <a:pt x="2985389" y="1276350"/>
                  </a:moveTo>
                  <a:lnTo>
                    <a:pt x="2928239" y="1276350"/>
                  </a:lnTo>
                  <a:lnTo>
                    <a:pt x="2928239" y="1295400"/>
                  </a:lnTo>
                  <a:lnTo>
                    <a:pt x="2985389" y="1295400"/>
                  </a:lnTo>
                  <a:lnTo>
                    <a:pt x="2985389" y="1276350"/>
                  </a:lnTo>
                  <a:close/>
                </a:path>
                <a:path w="3552825" h="1295400">
                  <a:moveTo>
                    <a:pt x="3043097" y="0"/>
                  </a:moveTo>
                  <a:lnTo>
                    <a:pt x="2985947" y="0"/>
                  </a:lnTo>
                  <a:lnTo>
                    <a:pt x="2985947" y="19050"/>
                  </a:lnTo>
                  <a:lnTo>
                    <a:pt x="3043097" y="19050"/>
                  </a:lnTo>
                  <a:lnTo>
                    <a:pt x="3043097" y="0"/>
                  </a:lnTo>
                  <a:close/>
                </a:path>
                <a:path w="3552825" h="1295400">
                  <a:moveTo>
                    <a:pt x="3080156" y="1276350"/>
                  </a:moveTo>
                  <a:lnTo>
                    <a:pt x="3023006" y="1276350"/>
                  </a:lnTo>
                  <a:lnTo>
                    <a:pt x="3023006" y="1295400"/>
                  </a:lnTo>
                  <a:lnTo>
                    <a:pt x="3080156" y="1295400"/>
                  </a:lnTo>
                  <a:lnTo>
                    <a:pt x="3080156" y="1276350"/>
                  </a:lnTo>
                  <a:close/>
                </a:path>
                <a:path w="3552825" h="1295400">
                  <a:moveTo>
                    <a:pt x="3137865" y="0"/>
                  </a:moveTo>
                  <a:lnTo>
                    <a:pt x="3080715" y="0"/>
                  </a:lnTo>
                  <a:lnTo>
                    <a:pt x="3080715" y="19050"/>
                  </a:lnTo>
                  <a:lnTo>
                    <a:pt x="3137865" y="19050"/>
                  </a:lnTo>
                  <a:lnTo>
                    <a:pt x="3137865" y="0"/>
                  </a:lnTo>
                  <a:close/>
                </a:path>
                <a:path w="3552825" h="1295400">
                  <a:moveTo>
                    <a:pt x="3174923" y="1276350"/>
                  </a:moveTo>
                  <a:lnTo>
                    <a:pt x="3117773" y="1276350"/>
                  </a:lnTo>
                  <a:lnTo>
                    <a:pt x="3117773" y="1295400"/>
                  </a:lnTo>
                  <a:lnTo>
                    <a:pt x="3174923" y="1295400"/>
                  </a:lnTo>
                  <a:lnTo>
                    <a:pt x="3174923" y="1276350"/>
                  </a:lnTo>
                  <a:close/>
                </a:path>
                <a:path w="3552825" h="1295400">
                  <a:moveTo>
                    <a:pt x="3232632" y="0"/>
                  </a:moveTo>
                  <a:lnTo>
                    <a:pt x="3175482" y="0"/>
                  </a:lnTo>
                  <a:lnTo>
                    <a:pt x="3175482" y="19050"/>
                  </a:lnTo>
                  <a:lnTo>
                    <a:pt x="3232632" y="19050"/>
                  </a:lnTo>
                  <a:lnTo>
                    <a:pt x="3232632" y="0"/>
                  </a:lnTo>
                  <a:close/>
                </a:path>
                <a:path w="3552825" h="1295400">
                  <a:moveTo>
                    <a:pt x="3269691" y="1276350"/>
                  </a:moveTo>
                  <a:lnTo>
                    <a:pt x="3212541" y="1276350"/>
                  </a:lnTo>
                  <a:lnTo>
                    <a:pt x="3212541" y="1295400"/>
                  </a:lnTo>
                  <a:lnTo>
                    <a:pt x="3269691" y="1295400"/>
                  </a:lnTo>
                  <a:lnTo>
                    <a:pt x="3269691" y="1276350"/>
                  </a:lnTo>
                  <a:close/>
                </a:path>
                <a:path w="3552825" h="1295400">
                  <a:moveTo>
                    <a:pt x="3327400" y="0"/>
                  </a:moveTo>
                  <a:lnTo>
                    <a:pt x="3270250" y="0"/>
                  </a:lnTo>
                  <a:lnTo>
                    <a:pt x="3270250" y="19050"/>
                  </a:lnTo>
                  <a:lnTo>
                    <a:pt x="3327400" y="19050"/>
                  </a:lnTo>
                  <a:lnTo>
                    <a:pt x="3327400" y="0"/>
                  </a:lnTo>
                  <a:close/>
                </a:path>
                <a:path w="3552825" h="1295400">
                  <a:moveTo>
                    <a:pt x="3364471" y="1276350"/>
                  </a:moveTo>
                  <a:lnTo>
                    <a:pt x="3307321" y="1276350"/>
                  </a:lnTo>
                  <a:lnTo>
                    <a:pt x="3307321" y="1295400"/>
                  </a:lnTo>
                  <a:lnTo>
                    <a:pt x="3364471" y="1295400"/>
                  </a:lnTo>
                  <a:lnTo>
                    <a:pt x="3364471" y="1276350"/>
                  </a:lnTo>
                  <a:close/>
                </a:path>
                <a:path w="3552825" h="1295400">
                  <a:moveTo>
                    <a:pt x="3422510" y="609"/>
                  </a:moveTo>
                  <a:lnTo>
                    <a:pt x="3409950" y="0"/>
                  </a:lnTo>
                  <a:lnTo>
                    <a:pt x="3365030" y="0"/>
                  </a:lnTo>
                  <a:lnTo>
                    <a:pt x="3365030" y="19050"/>
                  </a:lnTo>
                  <a:lnTo>
                    <a:pt x="3409950" y="19050"/>
                  </a:lnTo>
                  <a:lnTo>
                    <a:pt x="3420834" y="19583"/>
                  </a:lnTo>
                  <a:lnTo>
                    <a:pt x="3420872" y="19050"/>
                  </a:lnTo>
                  <a:lnTo>
                    <a:pt x="3422510" y="609"/>
                  </a:lnTo>
                  <a:close/>
                </a:path>
                <a:path w="3552825" h="1295400">
                  <a:moveTo>
                    <a:pt x="3461778" y="1285557"/>
                  </a:moveTo>
                  <a:lnTo>
                    <a:pt x="3454870" y="1267815"/>
                  </a:lnTo>
                  <a:lnTo>
                    <a:pt x="3445853" y="1271054"/>
                  </a:lnTo>
                  <a:lnTo>
                    <a:pt x="3434118" y="1274000"/>
                  </a:lnTo>
                  <a:lnTo>
                    <a:pt x="3422154" y="1275765"/>
                  </a:lnTo>
                  <a:lnTo>
                    <a:pt x="3409950" y="1276350"/>
                  </a:lnTo>
                  <a:lnTo>
                    <a:pt x="3402088" y="1276350"/>
                  </a:lnTo>
                  <a:lnTo>
                    <a:pt x="3402088" y="1295400"/>
                  </a:lnTo>
                  <a:lnTo>
                    <a:pt x="3409950" y="1295400"/>
                  </a:lnTo>
                  <a:lnTo>
                    <a:pt x="3424034" y="1294726"/>
                  </a:lnTo>
                  <a:lnTo>
                    <a:pt x="3437839" y="1292682"/>
                  </a:lnTo>
                  <a:lnTo>
                    <a:pt x="3451364" y="1289291"/>
                  </a:lnTo>
                  <a:lnTo>
                    <a:pt x="3461778" y="1285557"/>
                  </a:lnTo>
                  <a:close/>
                </a:path>
                <a:path w="3552825" h="1295400">
                  <a:moveTo>
                    <a:pt x="3513137" y="44221"/>
                  </a:moveTo>
                  <a:lnTo>
                    <a:pt x="3477374" y="16891"/>
                  </a:lnTo>
                  <a:lnTo>
                    <a:pt x="3462375" y="10071"/>
                  </a:lnTo>
                  <a:lnTo>
                    <a:pt x="3455378" y="27774"/>
                  </a:lnTo>
                  <a:lnTo>
                    <a:pt x="3457346" y="28486"/>
                  </a:lnTo>
                  <a:lnTo>
                    <a:pt x="3468382" y="33693"/>
                  </a:lnTo>
                  <a:lnTo>
                    <a:pt x="3478758" y="39903"/>
                  </a:lnTo>
                  <a:lnTo>
                    <a:pt x="3488474" y="47117"/>
                  </a:lnTo>
                  <a:lnTo>
                    <a:pt x="3497516" y="55321"/>
                  </a:lnTo>
                  <a:lnTo>
                    <a:pt x="3499383" y="57378"/>
                  </a:lnTo>
                  <a:lnTo>
                    <a:pt x="3513137" y="44221"/>
                  </a:lnTo>
                  <a:close/>
                </a:path>
                <a:path w="3552825" h="1295400">
                  <a:moveTo>
                    <a:pt x="3536543" y="1218679"/>
                  </a:moveTo>
                  <a:lnTo>
                    <a:pt x="3519665" y="1209852"/>
                  </a:lnTo>
                  <a:lnTo>
                    <a:pt x="3519144" y="1210957"/>
                  </a:lnTo>
                  <a:lnTo>
                    <a:pt x="3512934" y="1221333"/>
                  </a:lnTo>
                  <a:lnTo>
                    <a:pt x="3505720" y="1231049"/>
                  </a:lnTo>
                  <a:lnTo>
                    <a:pt x="3497516" y="1240091"/>
                  </a:lnTo>
                  <a:lnTo>
                    <a:pt x="3488474" y="1248295"/>
                  </a:lnTo>
                  <a:lnTo>
                    <a:pt x="3485235" y="1250696"/>
                  </a:lnTo>
                  <a:lnTo>
                    <a:pt x="3496818" y="1265809"/>
                  </a:lnTo>
                  <a:lnTo>
                    <a:pt x="3528771" y="1231925"/>
                  </a:lnTo>
                  <a:lnTo>
                    <a:pt x="3535934" y="1219949"/>
                  </a:lnTo>
                  <a:lnTo>
                    <a:pt x="3536543" y="1218679"/>
                  </a:lnTo>
                  <a:close/>
                </a:path>
                <a:path w="3552825" h="1295400">
                  <a:moveTo>
                    <a:pt x="3552520" y="136398"/>
                  </a:moveTo>
                  <a:lnTo>
                    <a:pt x="3541953" y="88201"/>
                  </a:lnTo>
                  <a:lnTo>
                    <a:pt x="3536797" y="77279"/>
                  </a:lnTo>
                  <a:lnTo>
                    <a:pt x="3519881" y="86029"/>
                  </a:lnTo>
                  <a:lnTo>
                    <a:pt x="3524351" y="95491"/>
                  </a:lnTo>
                  <a:lnTo>
                    <a:pt x="3528479" y="106984"/>
                  </a:lnTo>
                  <a:lnTo>
                    <a:pt x="3531425" y="118719"/>
                  </a:lnTo>
                  <a:lnTo>
                    <a:pt x="3533190" y="130683"/>
                  </a:lnTo>
                  <a:lnTo>
                    <a:pt x="3533508" y="137261"/>
                  </a:lnTo>
                  <a:lnTo>
                    <a:pt x="3552520" y="136398"/>
                  </a:lnTo>
                  <a:close/>
                </a:path>
                <a:path w="3552825" h="1295400">
                  <a:moveTo>
                    <a:pt x="3552825" y="1121829"/>
                  </a:moveTo>
                  <a:lnTo>
                    <a:pt x="3533775" y="1121829"/>
                  </a:lnTo>
                  <a:lnTo>
                    <a:pt x="3533775" y="1152525"/>
                  </a:lnTo>
                  <a:lnTo>
                    <a:pt x="3533190" y="1164729"/>
                  </a:lnTo>
                  <a:lnTo>
                    <a:pt x="3531463" y="1176413"/>
                  </a:lnTo>
                  <a:lnTo>
                    <a:pt x="3550158" y="1180084"/>
                  </a:lnTo>
                  <a:lnTo>
                    <a:pt x="3552152" y="1166609"/>
                  </a:lnTo>
                  <a:lnTo>
                    <a:pt x="3552240" y="1164729"/>
                  </a:lnTo>
                  <a:lnTo>
                    <a:pt x="3552825" y="1152525"/>
                  </a:lnTo>
                  <a:lnTo>
                    <a:pt x="3552825" y="1121829"/>
                  </a:lnTo>
                  <a:close/>
                </a:path>
                <a:path w="3552825" h="1295400">
                  <a:moveTo>
                    <a:pt x="3552825" y="1027061"/>
                  </a:moveTo>
                  <a:lnTo>
                    <a:pt x="3533775" y="1027061"/>
                  </a:lnTo>
                  <a:lnTo>
                    <a:pt x="3533775" y="1084211"/>
                  </a:lnTo>
                  <a:lnTo>
                    <a:pt x="3552825" y="1084211"/>
                  </a:lnTo>
                  <a:lnTo>
                    <a:pt x="3552825" y="1027061"/>
                  </a:lnTo>
                  <a:close/>
                </a:path>
                <a:path w="3552825" h="1295400">
                  <a:moveTo>
                    <a:pt x="3552825" y="932294"/>
                  </a:moveTo>
                  <a:lnTo>
                    <a:pt x="3533775" y="932294"/>
                  </a:lnTo>
                  <a:lnTo>
                    <a:pt x="3533775" y="989444"/>
                  </a:lnTo>
                  <a:lnTo>
                    <a:pt x="3552825" y="989444"/>
                  </a:lnTo>
                  <a:lnTo>
                    <a:pt x="3552825" y="932294"/>
                  </a:lnTo>
                  <a:close/>
                </a:path>
                <a:path w="3552825" h="1295400">
                  <a:moveTo>
                    <a:pt x="3552825" y="837526"/>
                  </a:moveTo>
                  <a:lnTo>
                    <a:pt x="3533775" y="837526"/>
                  </a:lnTo>
                  <a:lnTo>
                    <a:pt x="3533775" y="894676"/>
                  </a:lnTo>
                  <a:lnTo>
                    <a:pt x="3552825" y="894676"/>
                  </a:lnTo>
                  <a:lnTo>
                    <a:pt x="3552825" y="837526"/>
                  </a:lnTo>
                  <a:close/>
                </a:path>
                <a:path w="3552825" h="1295400">
                  <a:moveTo>
                    <a:pt x="3552825" y="742759"/>
                  </a:moveTo>
                  <a:lnTo>
                    <a:pt x="3533775" y="742759"/>
                  </a:lnTo>
                  <a:lnTo>
                    <a:pt x="3533775" y="799909"/>
                  </a:lnTo>
                  <a:lnTo>
                    <a:pt x="3552825" y="799909"/>
                  </a:lnTo>
                  <a:lnTo>
                    <a:pt x="3552825" y="742759"/>
                  </a:lnTo>
                  <a:close/>
                </a:path>
                <a:path w="3552825" h="1295400">
                  <a:moveTo>
                    <a:pt x="3552825" y="647979"/>
                  </a:moveTo>
                  <a:lnTo>
                    <a:pt x="3533775" y="647979"/>
                  </a:lnTo>
                  <a:lnTo>
                    <a:pt x="3533775" y="705129"/>
                  </a:lnTo>
                  <a:lnTo>
                    <a:pt x="3552825" y="705129"/>
                  </a:lnTo>
                  <a:lnTo>
                    <a:pt x="3552825" y="647979"/>
                  </a:lnTo>
                  <a:close/>
                </a:path>
                <a:path w="3552825" h="1295400">
                  <a:moveTo>
                    <a:pt x="3552825" y="553212"/>
                  </a:moveTo>
                  <a:lnTo>
                    <a:pt x="3533775" y="553212"/>
                  </a:lnTo>
                  <a:lnTo>
                    <a:pt x="3533775" y="610362"/>
                  </a:lnTo>
                  <a:lnTo>
                    <a:pt x="3552825" y="610362"/>
                  </a:lnTo>
                  <a:lnTo>
                    <a:pt x="3552825" y="553212"/>
                  </a:lnTo>
                  <a:close/>
                </a:path>
                <a:path w="3552825" h="1295400">
                  <a:moveTo>
                    <a:pt x="3552825" y="458444"/>
                  </a:moveTo>
                  <a:lnTo>
                    <a:pt x="3533775" y="458444"/>
                  </a:lnTo>
                  <a:lnTo>
                    <a:pt x="3533775" y="515594"/>
                  </a:lnTo>
                  <a:lnTo>
                    <a:pt x="3552825" y="515594"/>
                  </a:lnTo>
                  <a:lnTo>
                    <a:pt x="3552825" y="458444"/>
                  </a:lnTo>
                  <a:close/>
                </a:path>
                <a:path w="3552825" h="1295400">
                  <a:moveTo>
                    <a:pt x="3552825" y="363677"/>
                  </a:moveTo>
                  <a:lnTo>
                    <a:pt x="3533775" y="363677"/>
                  </a:lnTo>
                  <a:lnTo>
                    <a:pt x="3533775" y="420827"/>
                  </a:lnTo>
                  <a:lnTo>
                    <a:pt x="3552825" y="420827"/>
                  </a:lnTo>
                  <a:lnTo>
                    <a:pt x="3552825" y="363677"/>
                  </a:lnTo>
                  <a:close/>
                </a:path>
                <a:path w="3552825" h="1295400">
                  <a:moveTo>
                    <a:pt x="3552825" y="268909"/>
                  </a:moveTo>
                  <a:lnTo>
                    <a:pt x="3533775" y="268909"/>
                  </a:lnTo>
                  <a:lnTo>
                    <a:pt x="3533775" y="326059"/>
                  </a:lnTo>
                  <a:lnTo>
                    <a:pt x="3552825" y="326059"/>
                  </a:lnTo>
                  <a:lnTo>
                    <a:pt x="3552825" y="268909"/>
                  </a:lnTo>
                  <a:close/>
                </a:path>
                <a:path w="3552825" h="1295400">
                  <a:moveTo>
                    <a:pt x="3552825" y="174142"/>
                  </a:moveTo>
                  <a:lnTo>
                    <a:pt x="3533775" y="174142"/>
                  </a:lnTo>
                  <a:lnTo>
                    <a:pt x="3533775" y="231292"/>
                  </a:lnTo>
                  <a:lnTo>
                    <a:pt x="3552825" y="231292"/>
                  </a:lnTo>
                  <a:lnTo>
                    <a:pt x="3552825" y="17414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2200" y="5851524"/>
              <a:ext cx="171450" cy="1524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296200" y="5811511"/>
            <a:ext cx="1357630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spc="60" dirty="0">
                <a:solidFill>
                  <a:srgbClr val="AAAAAA"/>
                </a:solidFill>
                <a:latin typeface="Arial"/>
                <a:cs typeface="Arial"/>
              </a:rPr>
              <a:t>Скриншот</a:t>
            </a:r>
            <a:r>
              <a:rPr sz="1300" b="1" spc="-2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AAAAAA"/>
                </a:solidFill>
                <a:latin typeface="Arial"/>
                <a:cs typeface="Arial"/>
              </a:rPr>
              <a:t>кода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1499" y="1381124"/>
            <a:ext cx="11049000" cy="3705225"/>
            <a:chOff x="571499" y="1381124"/>
            <a:chExt cx="11049000" cy="3705225"/>
          </a:xfrm>
        </p:grpSpPr>
        <p:sp>
          <p:nvSpPr>
            <p:cNvPr id="22" name="object 22"/>
            <p:cNvSpPr/>
            <p:nvPr/>
          </p:nvSpPr>
          <p:spPr>
            <a:xfrm>
              <a:off x="571499" y="1381124"/>
              <a:ext cx="11049000" cy="3705225"/>
            </a:xfrm>
            <a:custGeom>
              <a:avLst/>
              <a:gdLst/>
              <a:ahLst/>
              <a:cxnLst/>
              <a:rect l="l" t="t" r="r" b="b"/>
              <a:pathLst>
                <a:path w="11049000" h="3705225">
                  <a:moveTo>
                    <a:pt x="10858499" y="3705224"/>
                  </a:moveTo>
                  <a:lnTo>
                    <a:pt x="190499" y="3705224"/>
                  </a:lnTo>
                  <a:lnTo>
                    <a:pt x="171733" y="3704318"/>
                  </a:lnTo>
                  <a:lnTo>
                    <a:pt x="117598" y="3690722"/>
                  </a:lnTo>
                  <a:lnTo>
                    <a:pt x="69706" y="3662057"/>
                  </a:lnTo>
                  <a:lnTo>
                    <a:pt x="32075" y="3620580"/>
                  </a:lnTo>
                  <a:lnTo>
                    <a:pt x="8156" y="3569940"/>
                  </a:lnTo>
                  <a:lnTo>
                    <a:pt x="0" y="3514724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10858499" y="0"/>
                  </a:lnTo>
                  <a:lnTo>
                    <a:pt x="10913714" y="8156"/>
                  </a:lnTo>
                  <a:lnTo>
                    <a:pt x="10964354" y="32075"/>
                  </a:lnTo>
                  <a:lnTo>
                    <a:pt x="11005830" y="69706"/>
                  </a:lnTo>
                  <a:lnTo>
                    <a:pt x="11034497" y="117598"/>
                  </a:lnTo>
                  <a:lnTo>
                    <a:pt x="11048092" y="171733"/>
                  </a:lnTo>
                  <a:lnTo>
                    <a:pt x="11048999" y="190499"/>
                  </a:lnTo>
                  <a:lnTo>
                    <a:pt x="11048999" y="3514724"/>
                  </a:lnTo>
                  <a:lnTo>
                    <a:pt x="11040841" y="3569940"/>
                  </a:lnTo>
                  <a:lnTo>
                    <a:pt x="11016922" y="3620580"/>
                  </a:lnTo>
                  <a:lnTo>
                    <a:pt x="10979292" y="3662057"/>
                  </a:lnTo>
                  <a:lnTo>
                    <a:pt x="10931398" y="3690722"/>
                  </a:lnTo>
                  <a:lnTo>
                    <a:pt x="10877264" y="3704318"/>
                  </a:lnTo>
                  <a:lnTo>
                    <a:pt x="10858499" y="3705224"/>
                  </a:lnTo>
                  <a:close/>
                </a:path>
              </a:pathLst>
            </a:custGeom>
            <a:solidFill>
              <a:srgbClr val="F0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1487" y="1381124"/>
              <a:ext cx="11049000" cy="3705225"/>
            </a:xfrm>
            <a:custGeom>
              <a:avLst/>
              <a:gdLst/>
              <a:ahLst/>
              <a:cxnLst/>
              <a:rect l="l" t="t" r="r" b="b"/>
              <a:pathLst>
                <a:path w="11049000" h="3705225">
                  <a:moveTo>
                    <a:pt x="28575" y="3452482"/>
                  </a:moveTo>
                  <a:lnTo>
                    <a:pt x="0" y="3452482"/>
                  </a:lnTo>
                  <a:lnTo>
                    <a:pt x="0" y="3509632"/>
                  </a:lnTo>
                  <a:lnTo>
                    <a:pt x="28575" y="3509632"/>
                  </a:lnTo>
                  <a:lnTo>
                    <a:pt x="28575" y="3452482"/>
                  </a:lnTo>
                  <a:close/>
                </a:path>
                <a:path w="11049000" h="3705225">
                  <a:moveTo>
                    <a:pt x="28575" y="3366871"/>
                  </a:moveTo>
                  <a:lnTo>
                    <a:pt x="0" y="3366871"/>
                  </a:lnTo>
                  <a:lnTo>
                    <a:pt x="0" y="3424021"/>
                  </a:lnTo>
                  <a:lnTo>
                    <a:pt x="28575" y="3424021"/>
                  </a:lnTo>
                  <a:lnTo>
                    <a:pt x="28575" y="3366871"/>
                  </a:lnTo>
                  <a:close/>
                </a:path>
                <a:path w="11049000" h="3705225">
                  <a:moveTo>
                    <a:pt x="28575" y="3281248"/>
                  </a:moveTo>
                  <a:lnTo>
                    <a:pt x="0" y="3281248"/>
                  </a:lnTo>
                  <a:lnTo>
                    <a:pt x="0" y="3338398"/>
                  </a:lnTo>
                  <a:lnTo>
                    <a:pt x="28575" y="3338398"/>
                  </a:lnTo>
                  <a:lnTo>
                    <a:pt x="28575" y="3281248"/>
                  </a:lnTo>
                  <a:close/>
                </a:path>
                <a:path w="11049000" h="3705225">
                  <a:moveTo>
                    <a:pt x="28575" y="3195637"/>
                  </a:moveTo>
                  <a:lnTo>
                    <a:pt x="0" y="3195637"/>
                  </a:lnTo>
                  <a:lnTo>
                    <a:pt x="0" y="3252787"/>
                  </a:lnTo>
                  <a:lnTo>
                    <a:pt x="28575" y="3252787"/>
                  </a:lnTo>
                  <a:lnTo>
                    <a:pt x="28575" y="3195637"/>
                  </a:lnTo>
                  <a:close/>
                </a:path>
                <a:path w="11049000" h="3705225">
                  <a:moveTo>
                    <a:pt x="28575" y="3110026"/>
                  </a:moveTo>
                  <a:lnTo>
                    <a:pt x="0" y="3110026"/>
                  </a:lnTo>
                  <a:lnTo>
                    <a:pt x="0" y="3167176"/>
                  </a:lnTo>
                  <a:lnTo>
                    <a:pt x="28575" y="3167176"/>
                  </a:lnTo>
                  <a:lnTo>
                    <a:pt x="28575" y="3110026"/>
                  </a:lnTo>
                  <a:close/>
                </a:path>
                <a:path w="11049000" h="3705225">
                  <a:moveTo>
                    <a:pt x="28575" y="3024416"/>
                  </a:moveTo>
                  <a:lnTo>
                    <a:pt x="0" y="3024416"/>
                  </a:lnTo>
                  <a:lnTo>
                    <a:pt x="0" y="3081566"/>
                  </a:lnTo>
                  <a:lnTo>
                    <a:pt x="28575" y="3081566"/>
                  </a:lnTo>
                  <a:lnTo>
                    <a:pt x="28575" y="3024416"/>
                  </a:lnTo>
                  <a:close/>
                </a:path>
                <a:path w="11049000" h="3705225">
                  <a:moveTo>
                    <a:pt x="28575" y="2938805"/>
                  </a:moveTo>
                  <a:lnTo>
                    <a:pt x="0" y="2938805"/>
                  </a:lnTo>
                  <a:lnTo>
                    <a:pt x="0" y="2995955"/>
                  </a:lnTo>
                  <a:lnTo>
                    <a:pt x="28575" y="2995955"/>
                  </a:lnTo>
                  <a:lnTo>
                    <a:pt x="28575" y="2938805"/>
                  </a:lnTo>
                  <a:close/>
                </a:path>
                <a:path w="11049000" h="3705225">
                  <a:moveTo>
                    <a:pt x="28575" y="2853182"/>
                  </a:moveTo>
                  <a:lnTo>
                    <a:pt x="0" y="2853182"/>
                  </a:lnTo>
                  <a:lnTo>
                    <a:pt x="0" y="2910332"/>
                  </a:lnTo>
                  <a:lnTo>
                    <a:pt x="28575" y="2910332"/>
                  </a:lnTo>
                  <a:lnTo>
                    <a:pt x="28575" y="2853182"/>
                  </a:lnTo>
                  <a:close/>
                </a:path>
                <a:path w="11049000" h="3705225">
                  <a:moveTo>
                    <a:pt x="28575" y="2767571"/>
                  </a:moveTo>
                  <a:lnTo>
                    <a:pt x="0" y="2767571"/>
                  </a:lnTo>
                  <a:lnTo>
                    <a:pt x="0" y="2824721"/>
                  </a:lnTo>
                  <a:lnTo>
                    <a:pt x="28575" y="2824721"/>
                  </a:lnTo>
                  <a:lnTo>
                    <a:pt x="28575" y="2767571"/>
                  </a:lnTo>
                  <a:close/>
                </a:path>
                <a:path w="11049000" h="3705225">
                  <a:moveTo>
                    <a:pt x="28575" y="2681960"/>
                  </a:moveTo>
                  <a:lnTo>
                    <a:pt x="0" y="2681960"/>
                  </a:lnTo>
                  <a:lnTo>
                    <a:pt x="0" y="2739110"/>
                  </a:lnTo>
                  <a:lnTo>
                    <a:pt x="28575" y="2739110"/>
                  </a:lnTo>
                  <a:lnTo>
                    <a:pt x="28575" y="2681960"/>
                  </a:lnTo>
                  <a:close/>
                </a:path>
                <a:path w="11049000" h="3705225">
                  <a:moveTo>
                    <a:pt x="28575" y="2596350"/>
                  </a:moveTo>
                  <a:lnTo>
                    <a:pt x="0" y="2596350"/>
                  </a:lnTo>
                  <a:lnTo>
                    <a:pt x="0" y="2653500"/>
                  </a:lnTo>
                  <a:lnTo>
                    <a:pt x="28575" y="2653500"/>
                  </a:lnTo>
                  <a:lnTo>
                    <a:pt x="28575" y="2596350"/>
                  </a:lnTo>
                  <a:close/>
                </a:path>
                <a:path w="11049000" h="3705225">
                  <a:moveTo>
                    <a:pt x="28575" y="2510739"/>
                  </a:moveTo>
                  <a:lnTo>
                    <a:pt x="0" y="2510739"/>
                  </a:lnTo>
                  <a:lnTo>
                    <a:pt x="0" y="2567889"/>
                  </a:lnTo>
                  <a:lnTo>
                    <a:pt x="28575" y="2567889"/>
                  </a:lnTo>
                  <a:lnTo>
                    <a:pt x="28575" y="2510739"/>
                  </a:lnTo>
                  <a:close/>
                </a:path>
                <a:path w="11049000" h="3705225">
                  <a:moveTo>
                    <a:pt x="28575" y="2425128"/>
                  </a:moveTo>
                  <a:lnTo>
                    <a:pt x="0" y="2425128"/>
                  </a:lnTo>
                  <a:lnTo>
                    <a:pt x="0" y="2482278"/>
                  </a:lnTo>
                  <a:lnTo>
                    <a:pt x="28575" y="2482278"/>
                  </a:lnTo>
                  <a:lnTo>
                    <a:pt x="28575" y="2425128"/>
                  </a:lnTo>
                  <a:close/>
                </a:path>
                <a:path w="11049000" h="3705225">
                  <a:moveTo>
                    <a:pt x="28575" y="2339517"/>
                  </a:moveTo>
                  <a:lnTo>
                    <a:pt x="0" y="2339517"/>
                  </a:lnTo>
                  <a:lnTo>
                    <a:pt x="0" y="2396667"/>
                  </a:lnTo>
                  <a:lnTo>
                    <a:pt x="28575" y="2396667"/>
                  </a:lnTo>
                  <a:lnTo>
                    <a:pt x="28575" y="2339517"/>
                  </a:lnTo>
                  <a:close/>
                </a:path>
                <a:path w="11049000" h="3705225">
                  <a:moveTo>
                    <a:pt x="28575" y="2253894"/>
                  </a:moveTo>
                  <a:lnTo>
                    <a:pt x="0" y="2253894"/>
                  </a:lnTo>
                  <a:lnTo>
                    <a:pt x="0" y="2311044"/>
                  </a:lnTo>
                  <a:lnTo>
                    <a:pt x="28575" y="2311044"/>
                  </a:lnTo>
                  <a:lnTo>
                    <a:pt x="28575" y="2253894"/>
                  </a:lnTo>
                  <a:close/>
                </a:path>
                <a:path w="11049000" h="3705225">
                  <a:moveTo>
                    <a:pt x="28575" y="2168283"/>
                  </a:moveTo>
                  <a:lnTo>
                    <a:pt x="0" y="2168283"/>
                  </a:lnTo>
                  <a:lnTo>
                    <a:pt x="0" y="2225433"/>
                  </a:lnTo>
                  <a:lnTo>
                    <a:pt x="28575" y="2225433"/>
                  </a:lnTo>
                  <a:lnTo>
                    <a:pt x="28575" y="2168283"/>
                  </a:lnTo>
                  <a:close/>
                </a:path>
                <a:path w="11049000" h="3705225">
                  <a:moveTo>
                    <a:pt x="28575" y="2082673"/>
                  </a:moveTo>
                  <a:lnTo>
                    <a:pt x="0" y="2082673"/>
                  </a:lnTo>
                  <a:lnTo>
                    <a:pt x="0" y="2139823"/>
                  </a:lnTo>
                  <a:lnTo>
                    <a:pt x="28575" y="2139823"/>
                  </a:lnTo>
                  <a:lnTo>
                    <a:pt x="28575" y="2082673"/>
                  </a:lnTo>
                  <a:close/>
                </a:path>
                <a:path w="11049000" h="3705225">
                  <a:moveTo>
                    <a:pt x="28575" y="1997062"/>
                  </a:moveTo>
                  <a:lnTo>
                    <a:pt x="0" y="1997062"/>
                  </a:lnTo>
                  <a:lnTo>
                    <a:pt x="0" y="2054212"/>
                  </a:lnTo>
                  <a:lnTo>
                    <a:pt x="28575" y="2054212"/>
                  </a:lnTo>
                  <a:lnTo>
                    <a:pt x="28575" y="1997062"/>
                  </a:lnTo>
                  <a:close/>
                </a:path>
                <a:path w="11049000" h="3705225">
                  <a:moveTo>
                    <a:pt x="28575" y="1911451"/>
                  </a:moveTo>
                  <a:lnTo>
                    <a:pt x="0" y="1911451"/>
                  </a:lnTo>
                  <a:lnTo>
                    <a:pt x="0" y="1968601"/>
                  </a:lnTo>
                  <a:lnTo>
                    <a:pt x="28575" y="1968601"/>
                  </a:lnTo>
                  <a:lnTo>
                    <a:pt x="28575" y="1911451"/>
                  </a:lnTo>
                  <a:close/>
                </a:path>
                <a:path w="11049000" h="3705225">
                  <a:moveTo>
                    <a:pt x="28575" y="1825828"/>
                  </a:moveTo>
                  <a:lnTo>
                    <a:pt x="0" y="1825828"/>
                  </a:lnTo>
                  <a:lnTo>
                    <a:pt x="0" y="1882978"/>
                  </a:lnTo>
                  <a:lnTo>
                    <a:pt x="28575" y="1882978"/>
                  </a:lnTo>
                  <a:lnTo>
                    <a:pt x="28575" y="1825828"/>
                  </a:lnTo>
                  <a:close/>
                </a:path>
                <a:path w="11049000" h="3705225">
                  <a:moveTo>
                    <a:pt x="28575" y="1740217"/>
                  </a:moveTo>
                  <a:lnTo>
                    <a:pt x="0" y="1740217"/>
                  </a:lnTo>
                  <a:lnTo>
                    <a:pt x="0" y="1797367"/>
                  </a:lnTo>
                  <a:lnTo>
                    <a:pt x="28575" y="1797367"/>
                  </a:lnTo>
                  <a:lnTo>
                    <a:pt x="28575" y="1740217"/>
                  </a:lnTo>
                  <a:close/>
                </a:path>
                <a:path w="11049000" h="3705225">
                  <a:moveTo>
                    <a:pt x="28575" y="1654606"/>
                  </a:moveTo>
                  <a:lnTo>
                    <a:pt x="0" y="1654606"/>
                  </a:lnTo>
                  <a:lnTo>
                    <a:pt x="0" y="1711756"/>
                  </a:lnTo>
                  <a:lnTo>
                    <a:pt x="28575" y="1711756"/>
                  </a:lnTo>
                  <a:lnTo>
                    <a:pt x="28575" y="1654606"/>
                  </a:lnTo>
                  <a:close/>
                </a:path>
                <a:path w="11049000" h="3705225">
                  <a:moveTo>
                    <a:pt x="28575" y="1568996"/>
                  </a:moveTo>
                  <a:lnTo>
                    <a:pt x="0" y="1568996"/>
                  </a:lnTo>
                  <a:lnTo>
                    <a:pt x="0" y="1626146"/>
                  </a:lnTo>
                  <a:lnTo>
                    <a:pt x="28575" y="1626146"/>
                  </a:lnTo>
                  <a:lnTo>
                    <a:pt x="28575" y="1568996"/>
                  </a:lnTo>
                  <a:close/>
                </a:path>
                <a:path w="11049000" h="3705225">
                  <a:moveTo>
                    <a:pt x="28575" y="1483385"/>
                  </a:moveTo>
                  <a:lnTo>
                    <a:pt x="0" y="1483385"/>
                  </a:lnTo>
                  <a:lnTo>
                    <a:pt x="0" y="1540535"/>
                  </a:lnTo>
                  <a:lnTo>
                    <a:pt x="28575" y="1540535"/>
                  </a:lnTo>
                  <a:lnTo>
                    <a:pt x="28575" y="1483385"/>
                  </a:lnTo>
                  <a:close/>
                </a:path>
                <a:path w="11049000" h="3705225">
                  <a:moveTo>
                    <a:pt x="28575" y="1397774"/>
                  </a:moveTo>
                  <a:lnTo>
                    <a:pt x="0" y="1397774"/>
                  </a:lnTo>
                  <a:lnTo>
                    <a:pt x="0" y="1454924"/>
                  </a:lnTo>
                  <a:lnTo>
                    <a:pt x="28575" y="1454924"/>
                  </a:lnTo>
                  <a:lnTo>
                    <a:pt x="28575" y="1397774"/>
                  </a:lnTo>
                  <a:close/>
                </a:path>
                <a:path w="11049000" h="3705225">
                  <a:moveTo>
                    <a:pt x="28575" y="1312151"/>
                  </a:moveTo>
                  <a:lnTo>
                    <a:pt x="0" y="1312151"/>
                  </a:lnTo>
                  <a:lnTo>
                    <a:pt x="0" y="1369301"/>
                  </a:lnTo>
                  <a:lnTo>
                    <a:pt x="28575" y="1369301"/>
                  </a:lnTo>
                  <a:lnTo>
                    <a:pt x="28575" y="1312151"/>
                  </a:lnTo>
                  <a:close/>
                </a:path>
                <a:path w="11049000" h="3705225">
                  <a:moveTo>
                    <a:pt x="28575" y="1226540"/>
                  </a:moveTo>
                  <a:lnTo>
                    <a:pt x="0" y="1226540"/>
                  </a:lnTo>
                  <a:lnTo>
                    <a:pt x="0" y="1283690"/>
                  </a:lnTo>
                  <a:lnTo>
                    <a:pt x="28575" y="1283690"/>
                  </a:lnTo>
                  <a:lnTo>
                    <a:pt x="28575" y="1226540"/>
                  </a:lnTo>
                  <a:close/>
                </a:path>
                <a:path w="11049000" h="3705225">
                  <a:moveTo>
                    <a:pt x="28575" y="1140929"/>
                  </a:moveTo>
                  <a:lnTo>
                    <a:pt x="0" y="1140929"/>
                  </a:lnTo>
                  <a:lnTo>
                    <a:pt x="0" y="1198079"/>
                  </a:lnTo>
                  <a:lnTo>
                    <a:pt x="28575" y="1198079"/>
                  </a:lnTo>
                  <a:lnTo>
                    <a:pt x="28575" y="1140929"/>
                  </a:lnTo>
                  <a:close/>
                </a:path>
                <a:path w="11049000" h="3705225">
                  <a:moveTo>
                    <a:pt x="28575" y="1055319"/>
                  </a:moveTo>
                  <a:lnTo>
                    <a:pt x="0" y="1055319"/>
                  </a:lnTo>
                  <a:lnTo>
                    <a:pt x="0" y="1112469"/>
                  </a:lnTo>
                  <a:lnTo>
                    <a:pt x="28575" y="1112469"/>
                  </a:lnTo>
                  <a:lnTo>
                    <a:pt x="28575" y="1055319"/>
                  </a:lnTo>
                  <a:close/>
                </a:path>
                <a:path w="11049000" h="3705225">
                  <a:moveTo>
                    <a:pt x="28575" y="969708"/>
                  </a:moveTo>
                  <a:lnTo>
                    <a:pt x="0" y="969708"/>
                  </a:lnTo>
                  <a:lnTo>
                    <a:pt x="0" y="1026858"/>
                  </a:lnTo>
                  <a:lnTo>
                    <a:pt x="28575" y="1026858"/>
                  </a:lnTo>
                  <a:lnTo>
                    <a:pt x="28575" y="969708"/>
                  </a:lnTo>
                  <a:close/>
                </a:path>
                <a:path w="11049000" h="3705225">
                  <a:moveTo>
                    <a:pt x="28575" y="884097"/>
                  </a:moveTo>
                  <a:lnTo>
                    <a:pt x="0" y="884097"/>
                  </a:lnTo>
                  <a:lnTo>
                    <a:pt x="0" y="941247"/>
                  </a:lnTo>
                  <a:lnTo>
                    <a:pt x="28575" y="941247"/>
                  </a:lnTo>
                  <a:lnTo>
                    <a:pt x="28575" y="884097"/>
                  </a:lnTo>
                  <a:close/>
                </a:path>
                <a:path w="11049000" h="3705225">
                  <a:moveTo>
                    <a:pt x="28575" y="798474"/>
                  </a:moveTo>
                  <a:lnTo>
                    <a:pt x="0" y="798474"/>
                  </a:lnTo>
                  <a:lnTo>
                    <a:pt x="0" y="855624"/>
                  </a:lnTo>
                  <a:lnTo>
                    <a:pt x="28575" y="855624"/>
                  </a:lnTo>
                  <a:lnTo>
                    <a:pt x="28575" y="798474"/>
                  </a:lnTo>
                  <a:close/>
                </a:path>
                <a:path w="11049000" h="3705225">
                  <a:moveTo>
                    <a:pt x="28575" y="712863"/>
                  </a:moveTo>
                  <a:lnTo>
                    <a:pt x="0" y="712863"/>
                  </a:lnTo>
                  <a:lnTo>
                    <a:pt x="0" y="770013"/>
                  </a:lnTo>
                  <a:lnTo>
                    <a:pt x="28575" y="770013"/>
                  </a:lnTo>
                  <a:lnTo>
                    <a:pt x="28575" y="712863"/>
                  </a:lnTo>
                  <a:close/>
                </a:path>
                <a:path w="11049000" h="3705225">
                  <a:moveTo>
                    <a:pt x="28575" y="627253"/>
                  </a:moveTo>
                  <a:lnTo>
                    <a:pt x="0" y="627253"/>
                  </a:lnTo>
                  <a:lnTo>
                    <a:pt x="0" y="684403"/>
                  </a:lnTo>
                  <a:lnTo>
                    <a:pt x="28575" y="684403"/>
                  </a:lnTo>
                  <a:lnTo>
                    <a:pt x="28575" y="627253"/>
                  </a:lnTo>
                  <a:close/>
                </a:path>
                <a:path w="11049000" h="3705225">
                  <a:moveTo>
                    <a:pt x="28575" y="541642"/>
                  </a:moveTo>
                  <a:lnTo>
                    <a:pt x="0" y="541642"/>
                  </a:lnTo>
                  <a:lnTo>
                    <a:pt x="0" y="598792"/>
                  </a:lnTo>
                  <a:lnTo>
                    <a:pt x="28575" y="598792"/>
                  </a:lnTo>
                  <a:lnTo>
                    <a:pt x="28575" y="541642"/>
                  </a:lnTo>
                  <a:close/>
                </a:path>
                <a:path w="11049000" h="3705225">
                  <a:moveTo>
                    <a:pt x="28575" y="456031"/>
                  </a:moveTo>
                  <a:lnTo>
                    <a:pt x="0" y="456031"/>
                  </a:lnTo>
                  <a:lnTo>
                    <a:pt x="0" y="513181"/>
                  </a:lnTo>
                  <a:lnTo>
                    <a:pt x="28575" y="513181"/>
                  </a:lnTo>
                  <a:lnTo>
                    <a:pt x="28575" y="456031"/>
                  </a:lnTo>
                  <a:close/>
                </a:path>
                <a:path w="11049000" h="3705225">
                  <a:moveTo>
                    <a:pt x="28575" y="370408"/>
                  </a:moveTo>
                  <a:lnTo>
                    <a:pt x="0" y="370408"/>
                  </a:lnTo>
                  <a:lnTo>
                    <a:pt x="0" y="427558"/>
                  </a:lnTo>
                  <a:lnTo>
                    <a:pt x="28575" y="427558"/>
                  </a:lnTo>
                  <a:lnTo>
                    <a:pt x="28575" y="370408"/>
                  </a:lnTo>
                  <a:close/>
                </a:path>
                <a:path w="11049000" h="3705225">
                  <a:moveTo>
                    <a:pt x="28575" y="284797"/>
                  </a:moveTo>
                  <a:lnTo>
                    <a:pt x="0" y="284797"/>
                  </a:lnTo>
                  <a:lnTo>
                    <a:pt x="0" y="341947"/>
                  </a:lnTo>
                  <a:lnTo>
                    <a:pt x="28575" y="341947"/>
                  </a:lnTo>
                  <a:lnTo>
                    <a:pt x="28575" y="284797"/>
                  </a:lnTo>
                  <a:close/>
                </a:path>
                <a:path w="11049000" h="3705225">
                  <a:moveTo>
                    <a:pt x="28575" y="199186"/>
                  </a:moveTo>
                  <a:lnTo>
                    <a:pt x="0" y="199186"/>
                  </a:lnTo>
                  <a:lnTo>
                    <a:pt x="0" y="256336"/>
                  </a:lnTo>
                  <a:lnTo>
                    <a:pt x="28575" y="256336"/>
                  </a:lnTo>
                  <a:lnTo>
                    <a:pt x="28575" y="199186"/>
                  </a:lnTo>
                  <a:close/>
                </a:path>
                <a:path w="11049000" h="3705225">
                  <a:moveTo>
                    <a:pt x="43243" y="123583"/>
                  </a:moveTo>
                  <a:lnTo>
                    <a:pt x="17259" y="111785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1092" y="170497"/>
                  </a:lnTo>
                  <a:lnTo>
                    <a:pt x="29502" y="173494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3243" y="123583"/>
                  </a:lnTo>
                  <a:close/>
                </a:path>
                <a:path w="11049000" h="3705225">
                  <a:moveTo>
                    <a:pt x="44602" y="3584511"/>
                  </a:moveTo>
                  <a:lnTo>
                    <a:pt x="40906" y="3576701"/>
                  </a:lnTo>
                  <a:lnTo>
                    <a:pt x="35509" y="3561664"/>
                  </a:lnTo>
                  <a:lnTo>
                    <a:pt x="31661" y="3546322"/>
                  </a:lnTo>
                  <a:lnTo>
                    <a:pt x="29972" y="3534867"/>
                  </a:lnTo>
                  <a:lnTo>
                    <a:pt x="1638" y="3538423"/>
                  </a:lnTo>
                  <a:lnTo>
                    <a:pt x="3632" y="3551898"/>
                  </a:lnTo>
                  <a:lnTo>
                    <a:pt x="8166" y="3569944"/>
                  </a:lnTo>
                  <a:lnTo>
                    <a:pt x="14503" y="3587635"/>
                  </a:lnTo>
                  <a:lnTo>
                    <a:pt x="18846" y="3596830"/>
                  </a:lnTo>
                  <a:lnTo>
                    <a:pt x="44602" y="3584511"/>
                  </a:lnTo>
                  <a:close/>
                </a:path>
                <a:path w="11049000" h="3705225">
                  <a:moveTo>
                    <a:pt x="90627" y="63195"/>
                  </a:moveTo>
                  <a:lnTo>
                    <a:pt x="72999" y="40728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572" y="85496"/>
                  </a:lnTo>
                  <a:lnTo>
                    <a:pt x="55422" y="101244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90627" y="63195"/>
                  </a:lnTo>
                  <a:close/>
                </a:path>
                <a:path w="11049000" h="3705225">
                  <a:moveTo>
                    <a:pt x="93243" y="3643985"/>
                  </a:moveTo>
                  <a:lnTo>
                    <a:pt x="87833" y="3639959"/>
                  </a:lnTo>
                  <a:lnTo>
                    <a:pt x="76009" y="3629228"/>
                  </a:lnTo>
                  <a:lnTo>
                    <a:pt x="65278" y="3617404"/>
                  </a:lnTo>
                  <a:lnTo>
                    <a:pt x="57289" y="3606647"/>
                  </a:lnTo>
                  <a:lnTo>
                    <a:pt x="33769" y="3622865"/>
                  </a:lnTo>
                  <a:lnTo>
                    <a:pt x="43167" y="3635527"/>
                  </a:lnTo>
                  <a:lnTo>
                    <a:pt x="55803" y="3649434"/>
                  </a:lnTo>
                  <a:lnTo>
                    <a:pt x="69710" y="3662057"/>
                  </a:lnTo>
                  <a:lnTo>
                    <a:pt x="76085" y="3666794"/>
                  </a:lnTo>
                  <a:lnTo>
                    <a:pt x="93243" y="3643985"/>
                  </a:lnTo>
                  <a:close/>
                </a:path>
                <a:path w="11049000" h="3705225">
                  <a:moveTo>
                    <a:pt x="160718" y="31394"/>
                  </a:moveTo>
                  <a:lnTo>
                    <a:pt x="155460" y="3314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8171" y="23990"/>
                  </a:lnTo>
                  <a:lnTo>
                    <a:pt x="112026" y="48971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718" y="31394"/>
                  </a:lnTo>
                  <a:close/>
                </a:path>
                <a:path w="11049000" h="3705225">
                  <a:moveTo>
                    <a:pt x="163906" y="3674313"/>
                  </a:moveTo>
                  <a:lnTo>
                    <a:pt x="158915" y="3673576"/>
                  </a:lnTo>
                  <a:lnTo>
                    <a:pt x="143573" y="3669728"/>
                  </a:lnTo>
                  <a:lnTo>
                    <a:pt x="128536" y="3664331"/>
                  </a:lnTo>
                  <a:lnTo>
                    <a:pt x="114808" y="3657854"/>
                  </a:lnTo>
                  <a:lnTo>
                    <a:pt x="101447" y="3683101"/>
                  </a:lnTo>
                  <a:lnTo>
                    <a:pt x="117602" y="3690734"/>
                  </a:lnTo>
                  <a:lnTo>
                    <a:pt x="135293" y="3697071"/>
                  </a:lnTo>
                  <a:lnTo>
                    <a:pt x="153339" y="3701605"/>
                  </a:lnTo>
                  <a:lnTo>
                    <a:pt x="159207" y="3702469"/>
                  </a:lnTo>
                  <a:lnTo>
                    <a:pt x="163906" y="3674313"/>
                  </a:lnTo>
                  <a:close/>
                </a:path>
                <a:path w="11049000" h="3705225">
                  <a:moveTo>
                    <a:pt x="245414" y="3676561"/>
                  </a:moveTo>
                  <a:lnTo>
                    <a:pt x="188620" y="3676561"/>
                  </a:lnTo>
                  <a:lnTo>
                    <a:pt x="188264" y="3705123"/>
                  </a:lnTo>
                  <a:lnTo>
                    <a:pt x="245414" y="3705123"/>
                  </a:lnTo>
                  <a:lnTo>
                    <a:pt x="245414" y="3676561"/>
                  </a:lnTo>
                  <a:close/>
                </a:path>
                <a:path w="11049000" h="3705225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11049000" h="3705225">
                  <a:moveTo>
                    <a:pt x="331025" y="3676650"/>
                  </a:moveTo>
                  <a:lnTo>
                    <a:pt x="273875" y="3676650"/>
                  </a:lnTo>
                  <a:lnTo>
                    <a:pt x="273875" y="3705225"/>
                  </a:lnTo>
                  <a:lnTo>
                    <a:pt x="331025" y="3705225"/>
                  </a:lnTo>
                  <a:lnTo>
                    <a:pt x="331025" y="3676650"/>
                  </a:lnTo>
                  <a:close/>
                </a:path>
                <a:path w="11049000" h="3705225">
                  <a:moveTo>
                    <a:pt x="333273" y="0"/>
                  </a:moveTo>
                  <a:lnTo>
                    <a:pt x="276123" y="0"/>
                  </a:lnTo>
                  <a:lnTo>
                    <a:pt x="276123" y="28575"/>
                  </a:lnTo>
                  <a:lnTo>
                    <a:pt x="333273" y="28575"/>
                  </a:lnTo>
                  <a:lnTo>
                    <a:pt x="333273" y="0"/>
                  </a:lnTo>
                  <a:close/>
                </a:path>
                <a:path w="11049000" h="3705225">
                  <a:moveTo>
                    <a:pt x="416636" y="3676650"/>
                  </a:moveTo>
                  <a:lnTo>
                    <a:pt x="359486" y="3676650"/>
                  </a:lnTo>
                  <a:lnTo>
                    <a:pt x="359486" y="3705225"/>
                  </a:lnTo>
                  <a:lnTo>
                    <a:pt x="416636" y="3705225"/>
                  </a:lnTo>
                  <a:lnTo>
                    <a:pt x="416636" y="3676650"/>
                  </a:lnTo>
                  <a:close/>
                </a:path>
                <a:path w="11049000" h="3705225">
                  <a:moveTo>
                    <a:pt x="418884" y="0"/>
                  </a:moveTo>
                  <a:lnTo>
                    <a:pt x="361734" y="0"/>
                  </a:lnTo>
                  <a:lnTo>
                    <a:pt x="361734" y="28575"/>
                  </a:lnTo>
                  <a:lnTo>
                    <a:pt x="418884" y="28575"/>
                  </a:lnTo>
                  <a:lnTo>
                    <a:pt x="418884" y="0"/>
                  </a:lnTo>
                  <a:close/>
                </a:path>
                <a:path w="11049000" h="3705225">
                  <a:moveTo>
                    <a:pt x="502246" y="3676650"/>
                  </a:moveTo>
                  <a:lnTo>
                    <a:pt x="445096" y="3676650"/>
                  </a:lnTo>
                  <a:lnTo>
                    <a:pt x="445096" y="3705225"/>
                  </a:lnTo>
                  <a:lnTo>
                    <a:pt x="502246" y="3705225"/>
                  </a:lnTo>
                  <a:lnTo>
                    <a:pt x="502246" y="3676650"/>
                  </a:lnTo>
                  <a:close/>
                </a:path>
                <a:path w="11049000" h="3705225">
                  <a:moveTo>
                    <a:pt x="504494" y="0"/>
                  </a:moveTo>
                  <a:lnTo>
                    <a:pt x="447344" y="0"/>
                  </a:lnTo>
                  <a:lnTo>
                    <a:pt x="447344" y="28575"/>
                  </a:lnTo>
                  <a:lnTo>
                    <a:pt x="504494" y="28575"/>
                  </a:lnTo>
                  <a:lnTo>
                    <a:pt x="504494" y="0"/>
                  </a:lnTo>
                  <a:close/>
                </a:path>
                <a:path w="11049000" h="3705225">
                  <a:moveTo>
                    <a:pt x="587870" y="3676650"/>
                  </a:moveTo>
                  <a:lnTo>
                    <a:pt x="530720" y="3676650"/>
                  </a:lnTo>
                  <a:lnTo>
                    <a:pt x="530720" y="3705225"/>
                  </a:lnTo>
                  <a:lnTo>
                    <a:pt x="587870" y="3705225"/>
                  </a:lnTo>
                  <a:lnTo>
                    <a:pt x="587870" y="3676650"/>
                  </a:lnTo>
                  <a:close/>
                </a:path>
                <a:path w="11049000" h="3705225">
                  <a:moveTo>
                    <a:pt x="590105" y="0"/>
                  </a:moveTo>
                  <a:lnTo>
                    <a:pt x="532955" y="0"/>
                  </a:lnTo>
                  <a:lnTo>
                    <a:pt x="532955" y="28575"/>
                  </a:lnTo>
                  <a:lnTo>
                    <a:pt x="590105" y="28575"/>
                  </a:lnTo>
                  <a:lnTo>
                    <a:pt x="590105" y="0"/>
                  </a:lnTo>
                  <a:close/>
                </a:path>
                <a:path w="11049000" h="3705225">
                  <a:moveTo>
                    <a:pt x="673481" y="3676650"/>
                  </a:moveTo>
                  <a:lnTo>
                    <a:pt x="616331" y="3676650"/>
                  </a:lnTo>
                  <a:lnTo>
                    <a:pt x="616331" y="3705225"/>
                  </a:lnTo>
                  <a:lnTo>
                    <a:pt x="673481" y="3705225"/>
                  </a:lnTo>
                  <a:lnTo>
                    <a:pt x="673481" y="3676650"/>
                  </a:lnTo>
                  <a:close/>
                </a:path>
                <a:path w="11049000" h="3705225">
                  <a:moveTo>
                    <a:pt x="675716" y="0"/>
                  </a:moveTo>
                  <a:lnTo>
                    <a:pt x="618566" y="0"/>
                  </a:lnTo>
                  <a:lnTo>
                    <a:pt x="618566" y="28575"/>
                  </a:lnTo>
                  <a:lnTo>
                    <a:pt x="675716" y="28575"/>
                  </a:lnTo>
                  <a:lnTo>
                    <a:pt x="675716" y="0"/>
                  </a:lnTo>
                  <a:close/>
                </a:path>
                <a:path w="11049000" h="3705225">
                  <a:moveTo>
                    <a:pt x="759091" y="3676650"/>
                  </a:moveTo>
                  <a:lnTo>
                    <a:pt x="701941" y="3676650"/>
                  </a:lnTo>
                  <a:lnTo>
                    <a:pt x="701941" y="3705225"/>
                  </a:lnTo>
                  <a:lnTo>
                    <a:pt x="759091" y="3705225"/>
                  </a:lnTo>
                  <a:lnTo>
                    <a:pt x="759091" y="3676650"/>
                  </a:lnTo>
                  <a:close/>
                </a:path>
                <a:path w="11049000" h="3705225">
                  <a:moveTo>
                    <a:pt x="761339" y="0"/>
                  </a:moveTo>
                  <a:lnTo>
                    <a:pt x="704189" y="0"/>
                  </a:lnTo>
                  <a:lnTo>
                    <a:pt x="704189" y="28575"/>
                  </a:lnTo>
                  <a:lnTo>
                    <a:pt x="761339" y="28575"/>
                  </a:lnTo>
                  <a:lnTo>
                    <a:pt x="761339" y="0"/>
                  </a:lnTo>
                  <a:close/>
                </a:path>
                <a:path w="11049000" h="3705225">
                  <a:moveTo>
                    <a:pt x="844702" y="3676650"/>
                  </a:moveTo>
                  <a:lnTo>
                    <a:pt x="787552" y="3676650"/>
                  </a:lnTo>
                  <a:lnTo>
                    <a:pt x="787552" y="3705225"/>
                  </a:lnTo>
                  <a:lnTo>
                    <a:pt x="844702" y="3705225"/>
                  </a:lnTo>
                  <a:lnTo>
                    <a:pt x="844702" y="3676650"/>
                  </a:lnTo>
                  <a:close/>
                </a:path>
                <a:path w="11049000" h="3705225">
                  <a:moveTo>
                    <a:pt x="846950" y="0"/>
                  </a:moveTo>
                  <a:lnTo>
                    <a:pt x="789800" y="0"/>
                  </a:lnTo>
                  <a:lnTo>
                    <a:pt x="789800" y="28575"/>
                  </a:lnTo>
                  <a:lnTo>
                    <a:pt x="846950" y="28575"/>
                  </a:lnTo>
                  <a:lnTo>
                    <a:pt x="846950" y="0"/>
                  </a:lnTo>
                  <a:close/>
                </a:path>
                <a:path w="11049000" h="3705225">
                  <a:moveTo>
                    <a:pt x="930313" y="3676650"/>
                  </a:moveTo>
                  <a:lnTo>
                    <a:pt x="873163" y="3676650"/>
                  </a:lnTo>
                  <a:lnTo>
                    <a:pt x="873163" y="3705225"/>
                  </a:lnTo>
                  <a:lnTo>
                    <a:pt x="930313" y="3705225"/>
                  </a:lnTo>
                  <a:lnTo>
                    <a:pt x="930313" y="3676650"/>
                  </a:lnTo>
                  <a:close/>
                </a:path>
                <a:path w="11049000" h="3705225">
                  <a:moveTo>
                    <a:pt x="932561" y="0"/>
                  </a:moveTo>
                  <a:lnTo>
                    <a:pt x="875411" y="0"/>
                  </a:lnTo>
                  <a:lnTo>
                    <a:pt x="875411" y="28575"/>
                  </a:lnTo>
                  <a:lnTo>
                    <a:pt x="932561" y="28575"/>
                  </a:lnTo>
                  <a:lnTo>
                    <a:pt x="932561" y="0"/>
                  </a:lnTo>
                  <a:close/>
                </a:path>
                <a:path w="11049000" h="3705225">
                  <a:moveTo>
                    <a:pt x="1015936" y="3676650"/>
                  </a:moveTo>
                  <a:lnTo>
                    <a:pt x="958786" y="3676650"/>
                  </a:lnTo>
                  <a:lnTo>
                    <a:pt x="958786" y="3705225"/>
                  </a:lnTo>
                  <a:lnTo>
                    <a:pt x="1015936" y="3705225"/>
                  </a:lnTo>
                  <a:lnTo>
                    <a:pt x="1015936" y="3676650"/>
                  </a:lnTo>
                  <a:close/>
                </a:path>
                <a:path w="11049000" h="3705225">
                  <a:moveTo>
                    <a:pt x="1018171" y="0"/>
                  </a:moveTo>
                  <a:lnTo>
                    <a:pt x="961021" y="0"/>
                  </a:lnTo>
                  <a:lnTo>
                    <a:pt x="961021" y="28575"/>
                  </a:lnTo>
                  <a:lnTo>
                    <a:pt x="1018171" y="28575"/>
                  </a:lnTo>
                  <a:lnTo>
                    <a:pt x="1018171" y="0"/>
                  </a:lnTo>
                  <a:close/>
                </a:path>
                <a:path w="11049000" h="3705225">
                  <a:moveTo>
                    <a:pt x="1101547" y="3676650"/>
                  </a:moveTo>
                  <a:lnTo>
                    <a:pt x="1044397" y="3676650"/>
                  </a:lnTo>
                  <a:lnTo>
                    <a:pt x="1044397" y="3705225"/>
                  </a:lnTo>
                  <a:lnTo>
                    <a:pt x="1101547" y="3705225"/>
                  </a:lnTo>
                  <a:lnTo>
                    <a:pt x="1101547" y="3676650"/>
                  </a:lnTo>
                  <a:close/>
                </a:path>
                <a:path w="11049000" h="3705225">
                  <a:moveTo>
                    <a:pt x="1103782" y="0"/>
                  </a:moveTo>
                  <a:lnTo>
                    <a:pt x="1046632" y="0"/>
                  </a:lnTo>
                  <a:lnTo>
                    <a:pt x="1046632" y="28575"/>
                  </a:lnTo>
                  <a:lnTo>
                    <a:pt x="1103782" y="28575"/>
                  </a:lnTo>
                  <a:lnTo>
                    <a:pt x="1103782" y="0"/>
                  </a:lnTo>
                  <a:close/>
                </a:path>
                <a:path w="11049000" h="3705225">
                  <a:moveTo>
                    <a:pt x="1187157" y="3676650"/>
                  </a:moveTo>
                  <a:lnTo>
                    <a:pt x="1130007" y="3676650"/>
                  </a:lnTo>
                  <a:lnTo>
                    <a:pt x="1130007" y="3705225"/>
                  </a:lnTo>
                  <a:lnTo>
                    <a:pt x="1187157" y="3705225"/>
                  </a:lnTo>
                  <a:lnTo>
                    <a:pt x="1187157" y="3676650"/>
                  </a:lnTo>
                  <a:close/>
                </a:path>
                <a:path w="11049000" h="3705225">
                  <a:moveTo>
                    <a:pt x="1189393" y="0"/>
                  </a:moveTo>
                  <a:lnTo>
                    <a:pt x="1132243" y="0"/>
                  </a:lnTo>
                  <a:lnTo>
                    <a:pt x="1132243" y="28575"/>
                  </a:lnTo>
                  <a:lnTo>
                    <a:pt x="1189393" y="28575"/>
                  </a:lnTo>
                  <a:lnTo>
                    <a:pt x="1189393" y="0"/>
                  </a:lnTo>
                  <a:close/>
                </a:path>
                <a:path w="11049000" h="3705225">
                  <a:moveTo>
                    <a:pt x="1272768" y="3676650"/>
                  </a:moveTo>
                  <a:lnTo>
                    <a:pt x="1215618" y="3676650"/>
                  </a:lnTo>
                  <a:lnTo>
                    <a:pt x="1215618" y="3705225"/>
                  </a:lnTo>
                  <a:lnTo>
                    <a:pt x="1272768" y="3705225"/>
                  </a:lnTo>
                  <a:lnTo>
                    <a:pt x="1272768" y="3676650"/>
                  </a:lnTo>
                  <a:close/>
                </a:path>
                <a:path w="11049000" h="3705225">
                  <a:moveTo>
                    <a:pt x="1275016" y="0"/>
                  </a:moveTo>
                  <a:lnTo>
                    <a:pt x="1217866" y="0"/>
                  </a:lnTo>
                  <a:lnTo>
                    <a:pt x="1217866" y="28575"/>
                  </a:lnTo>
                  <a:lnTo>
                    <a:pt x="1275016" y="28575"/>
                  </a:lnTo>
                  <a:lnTo>
                    <a:pt x="1275016" y="0"/>
                  </a:lnTo>
                  <a:close/>
                </a:path>
                <a:path w="11049000" h="3705225">
                  <a:moveTo>
                    <a:pt x="1358379" y="3676650"/>
                  </a:moveTo>
                  <a:lnTo>
                    <a:pt x="1301229" y="3676650"/>
                  </a:lnTo>
                  <a:lnTo>
                    <a:pt x="1301229" y="3705225"/>
                  </a:lnTo>
                  <a:lnTo>
                    <a:pt x="1358379" y="3705225"/>
                  </a:lnTo>
                  <a:lnTo>
                    <a:pt x="1358379" y="3676650"/>
                  </a:lnTo>
                  <a:close/>
                </a:path>
                <a:path w="11049000" h="3705225">
                  <a:moveTo>
                    <a:pt x="1360627" y="0"/>
                  </a:moveTo>
                  <a:lnTo>
                    <a:pt x="1303477" y="0"/>
                  </a:lnTo>
                  <a:lnTo>
                    <a:pt x="1303477" y="28575"/>
                  </a:lnTo>
                  <a:lnTo>
                    <a:pt x="1360627" y="28575"/>
                  </a:lnTo>
                  <a:lnTo>
                    <a:pt x="1360627" y="0"/>
                  </a:lnTo>
                  <a:close/>
                </a:path>
                <a:path w="11049000" h="3705225">
                  <a:moveTo>
                    <a:pt x="1443990" y="3676650"/>
                  </a:moveTo>
                  <a:lnTo>
                    <a:pt x="1386840" y="3676650"/>
                  </a:lnTo>
                  <a:lnTo>
                    <a:pt x="1386840" y="3705225"/>
                  </a:lnTo>
                  <a:lnTo>
                    <a:pt x="1443990" y="3705225"/>
                  </a:lnTo>
                  <a:lnTo>
                    <a:pt x="1443990" y="3676650"/>
                  </a:lnTo>
                  <a:close/>
                </a:path>
                <a:path w="11049000" h="3705225">
                  <a:moveTo>
                    <a:pt x="1446237" y="0"/>
                  </a:moveTo>
                  <a:lnTo>
                    <a:pt x="1389087" y="0"/>
                  </a:lnTo>
                  <a:lnTo>
                    <a:pt x="1389087" y="28575"/>
                  </a:lnTo>
                  <a:lnTo>
                    <a:pt x="1446237" y="28575"/>
                  </a:lnTo>
                  <a:lnTo>
                    <a:pt x="1446237" y="0"/>
                  </a:lnTo>
                  <a:close/>
                </a:path>
                <a:path w="11049000" h="3705225">
                  <a:moveTo>
                    <a:pt x="1529613" y="3676650"/>
                  </a:moveTo>
                  <a:lnTo>
                    <a:pt x="1472463" y="3676650"/>
                  </a:lnTo>
                  <a:lnTo>
                    <a:pt x="1472463" y="3705225"/>
                  </a:lnTo>
                  <a:lnTo>
                    <a:pt x="1529613" y="3705225"/>
                  </a:lnTo>
                  <a:lnTo>
                    <a:pt x="1529613" y="3676650"/>
                  </a:lnTo>
                  <a:close/>
                </a:path>
                <a:path w="11049000" h="3705225">
                  <a:moveTo>
                    <a:pt x="1531848" y="0"/>
                  </a:moveTo>
                  <a:lnTo>
                    <a:pt x="1474698" y="0"/>
                  </a:lnTo>
                  <a:lnTo>
                    <a:pt x="1474698" y="28575"/>
                  </a:lnTo>
                  <a:lnTo>
                    <a:pt x="1531848" y="28575"/>
                  </a:lnTo>
                  <a:lnTo>
                    <a:pt x="1531848" y="0"/>
                  </a:lnTo>
                  <a:close/>
                </a:path>
                <a:path w="11049000" h="3705225">
                  <a:moveTo>
                    <a:pt x="1615224" y="3676650"/>
                  </a:moveTo>
                  <a:lnTo>
                    <a:pt x="1558074" y="3676650"/>
                  </a:lnTo>
                  <a:lnTo>
                    <a:pt x="1558074" y="3705225"/>
                  </a:lnTo>
                  <a:lnTo>
                    <a:pt x="1615224" y="3705225"/>
                  </a:lnTo>
                  <a:lnTo>
                    <a:pt x="1615224" y="3676650"/>
                  </a:lnTo>
                  <a:close/>
                </a:path>
                <a:path w="11049000" h="3705225">
                  <a:moveTo>
                    <a:pt x="1617459" y="0"/>
                  </a:moveTo>
                  <a:lnTo>
                    <a:pt x="1560309" y="0"/>
                  </a:lnTo>
                  <a:lnTo>
                    <a:pt x="1560309" y="28575"/>
                  </a:lnTo>
                  <a:lnTo>
                    <a:pt x="1617459" y="28575"/>
                  </a:lnTo>
                  <a:lnTo>
                    <a:pt x="1617459" y="0"/>
                  </a:lnTo>
                  <a:close/>
                </a:path>
                <a:path w="11049000" h="3705225">
                  <a:moveTo>
                    <a:pt x="1700834" y="3676650"/>
                  </a:moveTo>
                  <a:lnTo>
                    <a:pt x="1643684" y="3676650"/>
                  </a:lnTo>
                  <a:lnTo>
                    <a:pt x="1643684" y="3705225"/>
                  </a:lnTo>
                  <a:lnTo>
                    <a:pt x="1700834" y="3705225"/>
                  </a:lnTo>
                  <a:lnTo>
                    <a:pt x="1700834" y="3676650"/>
                  </a:lnTo>
                  <a:close/>
                </a:path>
                <a:path w="11049000" h="3705225">
                  <a:moveTo>
                    <a:pt x="1703070" y="0"/>
                  </a:moveTo>
                  <a:lnTo>
                    <a:pt x="1645920" y="0"/>
                  </a:lnTo>
                  <a:lnTo>
                    <a:pt x="1645920" y="28575"/>
                  </a:lnTo>
                  <a:lnTo>
                    <a:pt x="1703070" y="28575"/>
                  </a:lnTo>
                  <a:lnTo>
                    <a:pt x="1703070" y="0"/>
                  </a:lnTo>
                  <a:close/>
                </a:path>
                <a:path w="11049000" h="3705225">
                  <a:moveTo>
                    <a:pt x="1786445" y="3676650"/>
                  </a:moveTo>
                  <a:lnTo>
                    <a:pt x="1729295" y="3676650"/>
                  </a:lnTo>
                  <a:lnTo>
                    <a:pt x="1729295" y="3705225"/>
                  </a:lnTo>
                  <a:lnTo>
                    <a:pt x="1786445" y="3705225"/>
                  </a:lnTo>
                  <a:lnTo>
                    <a:pt x="1786445" y="3676650"/>
                  </a:lnTo>
                  <a:close/>
                </a:path>
                <a:path w="11049000" h="3705225">
                  <a:moveTo>
                    <a:pt x="1788693" y="0"/>
                  </a:moveTo>
                  <a:lnTo>
                    <a:pt x="1731543" y="0"/>
                  </a:lnTo>
                  <a:lnTo>
                    <a:pt x="1731543" y="28575"/>
                  </a:lnTo>
                  <a:lnTo>
                    <a:pt x="1788693" y="28575"/>
                  </a:lnTo>
                  <a:lnTo>
                    <a:pt x="1788693" y="0"/>
                  </a:lnTo>
                  <a:close/>
                </a:path>
                <a:path w="11049000" h="3705225">
                  <a:moveTo>
                    <a:pt x="1872056" y="3676650"/>
                  </a:moveTo>
                  <a:lnTo>
                    <a:pt x="1814906" y="3676650"/>
                  </a:lnTo>
                  <a:lnTo>
                    <a:pt x="1814906" y="3705225"/>
                  </a:lnTo>
                  <a:lnTo>
                    <a:pt x="1872056" y="3705225"/>
                  </a:lnTo>
                  <a:lnTo>
                    <a:pt x="1872056" y="3676650"/>
                  </a:lnTo>
                  <a:close/>
                </a:path>
                <a:path w="11049000" h="3705225">
                  <a:moveTo>
                    <a:pt x="1874304" y="0"/>
                  </a:moveTo>
                  <a:lnTo>
                    <a:pt x="1817154" y="0"/>
                  </a:lnTo>
                  <a:lnTo>
                    <a:pt x="1817154" y="28575"/>
                  </a:lnTo>
                  <a:lnTo>
                    <a:pt x="1874304" y="28575"/>
                  </a:lnTo>
                  <a:lnTo>
                    <a:pt x="1874304" y="0"/>
                  </a:lnTo>
                  <a:close/>
                </a:path>
                <a:path w="11049000" h="3705225">
                  <a:moveTo>
                    <a:pt x="1957666" y="3676650"/>
                  </a:moveTo>
                  <a:lnTo>
                    <a:pt x="1900516" y="3676650"/>
                  </a:lnTo>
                  <a:lnTo>
                    <a:pt x="1900516" y="3705225"/>
                  </a:lnTo>
                  <a:lnTo>
                    <a:pt x="1957666" y="3705225"/>
                  </a:lnTo>
                  <a:lnTo>
                    <a:pt x="1957666" y="3676650"/>
                  </a:lnTo>
                  <a:close/>
                </a:path>
                <a:path w="11049000" h="3705225">
                  <a:moveTo>
                    <a:pt x="1959914" y="0"/>
                  </a:moveTo>
                  <a:lnTo>
                    <a:pt x="1902764" y="0"/>
                  </a:lnTo>
                  <a:lnTo>
                    <a:pt x="1902764" y="28575"/>
                  </a:lnTo>
                  <a:lnTo>
                    <a:pt x="1959914" y="28575"/>
                  </a:lnTo>
                  <a:lnTo>
                    <a:pt x="1959914" y="0"/>
                  </a:lnTo>
                  <a:close/>
                </a:path>
                <a:path w="11049000" h="3705225">
                  <a:moveTo>
                    <a:pt x="2043277" y="3676650"/>
                  </a:moveTo>
                  <a:lnTo>
                    <a:pt x="1986127" y="3676650"/>
                  </a:lnTo>
                  <a:lnTo>
                    <a:pt x="1986127" y="3705225"/>
                  </a:lnTo>
                  <a:lnTo>
                    <a:pt x="2043277" y="3705225"/>
                  </a:lnTo>
                  <a:lnTo>
                    <a:pt x="2043277" y="3676650"/>
                  </a:lnTo>
                  <a:close/>
                </a:path>
                <a:path w="11049000" h="3705225">
                  <a:moveTo>
                    <a:pt x="2045525" y="0"/>
                  </a:moveTo>
                  <a:lnTo>
                    <a:pt x="1988375" y="0"/>
                  </a:lnTo>
                  <a:lnTo>
                    <a:pt x="1988375" y="28575"/>
                  </a:lnTo>
                  <a:lnTo>
                    <a:pt x="2045525" y="28575"/>
                  </a:lnTo>
                  <a:lnTo>
                    <a:pt x="2045525" y="0"/>
                  </a:lnTo>
                  <a:close/>
                </a:path>
                <a:path w="11049000" h="3705225">
                  <a:moveTo>
                    <a:pt x="2128901" y="3676650"/>
                  </a:moveTo>
                  <a:lnTo>
                    <a:pt x="2071751" y="3676650"/>
                  </a:lnTo>
                  <a:lnTo>
                    <a:pt x="2071751" y="3705225"/>
                  </a:lnTo>
                  <a:lnTo>
                    <a:pt x="2128901" y="3705225"/>
                  </a:lnTo>
                  <a:lnTo>
                    <a:pt x="2128901" y="3676650"/>
                  </a:lnTo>
                  <a:close/>
                </a:path>
                <a:path w="11049000" h="3705225">
                  <a:moveTo>
                    <a:pt x="2131136" y="0"/>
                  </a:moveTo>
                  <a:lnTo>
                    <a:pt x="2073986" y="0"/>
                  </a:lnTo>
                  <a:lnTo>
                    <a:pt x="2073986" y="28575"/>
                  </a:lnTo>
                  <a:lnTo>
                    <a:pt x="2131136" y="28575"/>
                  </a:lnTo>
                  <a:lnTo>
                    <a:pt x="2131136" y="0"/>
                  </a:lnTo>
                  <a:close/>
                </a:path>
                <a:path w="11049000" h="3705225">
                  <a:moveTo>
                    <a:pt x="2214511" y="3676650"/>
                  </a:moveTo>
                  <a:lnTo>
                    <a:pt x="2157361" y="3676650"/>
                  </a:lnTo>
                  <a:lnTo>
                    <a:pt x="2157361" y="3705225"/>
                  </a:lnTo>
                  <a:lnTo>
                    <a:pt x="2214511" y="3705225"/>
                  </a:lnTo>
                  <a:lnTo>
                    <a:pt x="2214511" y="3676650"/>
                  </a:lnTo>
                  <a:close/>
                </a:path>
                <a:path w="11049000" h="3705225">
                  <a:moveTo>
                    <a:pt x="2216759" y="0"/>
                  </a:moveTo>
                  <a:lnTo>
                    <a:pt x="2159609" y="0"/>
                  </a:lnTo>
                  <a:lnTo>
                    <a:pt x="2159609" y="28575"/>
                  </a:lnTo>
                  <a:lnTo>
                    <a:pt x="2216759" y="28575"/>
                  </a:lnTo>
                  <a:lnTo>
                    <a:pt x="2216759" y="0"/>
                  </a:lnTo>
                  <a:close/>
                </a:path>
                <a:path w="11049000" h="3705225">
                  <a:moveTo>
                    <a:pt x="2300122" y="3676650"/>
                  </a:moveTo>
                  <a:lnTo>
                    <a:pt x="2242972" y="3676650"/>
                  </a:lnTo>
                  <a:lnTo>
                    <a:pt x="2242972" y="3705225"/>
                  </a:lnTo>
                  <a:lnTo>
                    <a:pt x="2300122" y="3705225"/>
                  </a:lnTo>
                  <a:lnTo>
                    <a:pt x="2300122" y="3676650"/>
                  </a:lnTo>
                  <a:close/>
                </a:path>
                <a:path w="11049000" h="3705225">
                  <a:moveTo>
                    <a:pt x="2302370" y="0"/>
                  </a:moveTo>
                  <a:lnTo>
                    <a:pt x="2245220" y="0"/>
                  </a:lnTo>
                  <a:lnTo>
                    <a:pt x="2245220" y="28575"/>
                  </a:lnTo>
                  <a:lnTo>
                    <a:pt x="2302370" y="28575"/>
                  </a:lnTo>
                  <a:lnTo>
                    <a:pt x="2302370" y="0"/>
                  </a:lnTo>
                  <a:close/>
                </a:path>
                <a:path w="11049000" h="3705225">
                  <a:moveTo>
                    <a:pt x="2385733" y="3676650"/>
                  </a:moveTo>
                  <a:lnTo>
                    <a:pt x="2328583" y="3676650"/>
                  </a:lnTo>
                  <a:lnTo>
                    <a:pt x="2328583" y="3705225"/>
                  </a:lnTo>
                  <a:lnTo>
                    <a:pt x="2385733" y="3705225"/>
                  </a:lnTo>
                  <a:lnTo>
                    <a:pt x="2385733" y="3676650"/>
                  </a:lnTo>
                  <a:close/>
                </a:path>
                <a:path w="11049000" h="3705225">
                  <a:moveTo>
                    <a:pt x="2387981" y="0"/>
                  </a:moveTo>
                  <a:lnTo>
                    <a:pt x="2330831" y="0"/>
                  </a:lnTo>
                  <a:lnTo>
                    <a:pt x="2330831" y="28575"/>
                  </a:lnTo>
                  <a:lnTo>
                    <a:pt x="2387981" y="28575"/>
                  </a:lnTo>
                  <a:lnTo>
                    <a:pt x="2387981" y="0"/>
                  </a:lnTo>
                  <a:close/>
                </a:path>
                <a:path w="11049000" h="3705225">
                  <a:moveTo>
                    <a:pt x="2471343" y="3676650"/>
                  </a:moveTo>
                  <a:lnTo>
                    <a:pt x="2414206" y="3676650"/>
                  </a:lnTo>
                  <a:lnTo>
                    <a:pt x="2414206" y="3705225"/>
                  </a:lnTo>
                  <a:lnTo>
                    <a:pt x="2471343" y="3705225"/>
                  </a:lnTo>
                  <a:lnTo>
                    <a:pt x="2471343" y="3676650"/>
                  </a:lnTo>
                  <a:close/>
                </a:path>
                <a:path w="11049000" h="3705225">
                  <a:moveTo>
                    <a:pt x="2473591" y="0"/>
                  </a:moveTo>
                  <a:lnTo>
                    <a:pt x="2416441" y="0"/>
                  </a:lnTo>
                  <a:lnTo>
                    <a:pt x="2416441" y="28575"/>
                  </a:lnTo>
                  <a:lnTo>
                    <a:pt x="2473591" y="28575"/>
                  </a:lnTo>
                  <a:lnTo>
                    <a:pt x="2473591" y="0"/>
                  </a:lnTo>
                  <a:close/>
                </a:path>
                <a:path w="11049000" h="3705225">
                  <a:moveTo>
                    <a:pt x="2556967" y="3676650"/>
                  </a:moveTo>
                  <a:lnTo>
                    <a:pt x="2499817" y="3676650"/>
                  </a:lnTo>
                  <a:lnTo>
                    <a:pt x="2499817" y="3705225"/>
                  </a:lnTo>
                  <a:lnTo>
                    <a:pt x="2556967" y="3705225"/>
                  </a:lnTo>
                  <a:lnTo>
                    <a:pt x="2556967" y="3676650"/>
                  </a:lnTo>
                  <a:close/>
                </a:path>
                <a:path w="11049000" h="3705225">
                  <a:moveTo>
                    <a:pt x="2559202" y="0"/>
                  </a:moveTo>
                  <a:lnTo>
                    <a:pt x="2502052" y="0"/>
                  </a:lnTo>
                  <a:lnTo>
                    <a:pt x="2502052" y="28575"/>
                  </a:lnTo>
                  <a:lnTo>
                    <a:pt x="2559202" y="28575"/>
                  </a:lnTo>
                  <a:lnTo>
                    <a:pt x="2559202" y="0"/>
                  </a:lnTo>
                  <a:close/>
                </a:path>
                <a:path w="11049000" h="3705225">
                  <a:moveTo>
                    <a:pt x="2642578" y="3676650"/>
                  </a:moveTo>
                  <a:lnTo>
                    <a:pt x="2585428" y="3676650"/>
                  </a:lnTo>
                  <a:lnTo>
                    <a:pt x="2585428" y="3705225"/>
                  </a:lnTo>
                  <a:lnTo>
                    <a:pt x="2642578" y="3705225"/>
                  </a:lnTo>
                  <a:lnTo>
                    <a:pt x="2642578" y="3676650"/>
                  </a:lnTo>
                  <a:close/>
                </a:path>
                <a:path w="11049000" h="3705225">
                  <a:moveTo>
                    <a:pt x="2644813" y="0"/>
                  </a:moveTo>
                  <a:lnTo>
                    <a:pt x="2587663" y="0"/>
                  </a:lnTo>
                  <a:lnTo>
                    <a:pt x="2587663" y="28575"/>
                  </a:lnTo>
                  <a:lnTo>
                    <a:pt x="2644813" y="28575"/>
                  </a:lnTo>
                  <a:lnTo>
                    <a:pt x="2644813" y="0"/>
                  </a:lnTo>
                  <a:close/>
                </a:path>
                <a:path w="11049000" h="3705225">
                  <a:moveTo>
                    <a:pt x="2728188" y="3676650"/>
                  </a:moveTo>
                  <a:lnTo>
                    <a:pt x="2671038" y="3676650"/>
                  </a:lnTo>
                  <a:lnTo>
                    <a:pt x="2671038" y="3705225"/>
                  </a:lnTo>
                  <a:lnTo>
                    <a:pt x="2728188" y="3705225"/>
                  </a:lnTo>
                  <a:lnTo>
                    <a:pt x="2728188" y="3676650"/>
                  </a:lnTo>
                  <a:close/>
                </a:path>
                <a:path w="11049000" h="3705225">
                  <a:moveTo>
                    <a:pt x="2730436" y="0"/>
                  </a:moveTo>
                  <a:lnTo>
                    <a:pt x="2673286" y="0"/>
                  </a:lnTo>
                  <a:lnTo>
                    <a:pt x="2673286" y="28575"/>
                  </a:lnTo>
                  <a:lnTo>
                    <a:pt x="2730436" y="28575"/>
                  </a:lnTo>
                  <a:lnTo>
                    <a:pt x="2730436" y="0"/>
                  </a:lnTo>
                  <a:close/>
                </a:path>
                <a:path w="11049000" h="3705225">
                  <a:moveTo>
                    <a:pt x="2813799" y="3676650"/>
                  </a:moveTo>
                  <a:lnTo>
                    <a:pt x="2756649" y="3676650"/>
                  </a:lnTo>
                  <a:lnTo>
                    <a:pt x="2756649" y="3705225"/>
                  </a:lnTo>
                  <a:lnTo>
                    <a:pt x="2813799" y="3705225"/>
                  </a:lnTo>
                  <a:lnTo>
                    <a:pt x="2813799" y="3676650"/>
                  </a:lnTo>
                  <a:close/>
                </a:path>
                <a:path w="11049000" h="3705225">
                  <a:moveTo>
                    <a:pt x="2816047" y="0"/>
                  </a:moveTo>
                  <a:lnTo>
                    <a:pt x="2758897" y="0"/>
                  </a:lnTo>
                  <a:lnTo>
                    <a:pt x="2758897" y="28575"/>
                  </a:lnTo>
                  <a:lnTo>
                    <a:pt x="2816047" y="28575"/>
                  </a:lnTo>
                  <a:lnTo>
                    <a:pt x="2816047" y="0"/>
                  </a:lnTo>
                  <a:close/>
                </a:path>
                <a:path w="11049000" h="3705225">
                  <a:moveTo>
                    <a:pt x="2899410" y="3676650"/>
                  </a:moveTo>
                  <a:lnTo>
                    <a:pt x="2842260" y="3676650"/>
                  </a:lnTo>
                  <a:lnTo>
                    <a:pt x="2842260" y="3705225"/>
                  </a:lnTo>
                  <a:lnTo>
                    <a:pt x="2899410" y="3705225"/>
                  </a:lnTo>
                  <a:lnTo>
                    <a:pt x="2899410" y="3676650"/>
                  </a:lnTo>
                  <a:close/>
                </a:path>
                <a:path w="11049000" h="3705225">
                  <a:moveTo>
                    <a:pt x="2901658" y="0"/>
                  </a:moveTo>
                  <a:lnTo>
                    <a:pt x="2844508" y="0"/>
                  </a:lnTo>
                  <a:lnTo>
                    <a:pt x="2844508" y="28575"/>
                  </a:lnTo>
                  <a:lnTo>
                    <a:pt x="2901658" y="28575"/>
                  </a:lnTo>
                  <a:lnTo>
                    <a:pt x="2901658" y="0"/>
                  </a:lnTo>
                  <a:close/>
                </a:path>
                <a:path w="11049000" h="3705225">
                  <a:moveTo>
                    <a:pt x="2985020" y="3676650"/>
                  </a:moveTo>
                  <a:lnTo>
                    <a:pt x="2927870" y="3676650"/>
                  </a:lnTo>
                  <a:lnTo>
                    <a:pt x="2927870" y="3705225"/>
                  </a:lnTo>
                  <a:lnTo>
                    <a:pt x="2985020" y="3705225"/>
                  </a:lnTo>
                  <a:lnTo>
                    <a:pt x="2985020" y="3676650"/>
                  </a:lnTo>
                  <a:close/>
                </a:path>
                <a:path w="11049000" h="3705225">
                  <a:moveTo>
                    <a:pt x="2987268" y="0"/>
                  </a:moveTo>
                  <a:lnTo>
                    <a:pt x="2930118" y="0"/>
                  </a:lnTo>
                  <a:lnTo>
                    <a:pt x="2930118" y="28575"/>
                  </a:lnTo>
                  <a:lnTo>
                    <a:pt x="2987268" y="28575"/>
                  </a:lnTo>
                  <a:lnTo>
                    <a:pt x="2987268" y="0"/>
                  </a:lnTo>
                  <a:close/>
                </a:path>
                <a:path w="11049000" h="3705225">
                  <a:moveTo>
                    <a:pt x="3070644" y="3676650"/>
                  </a:moveTo>
                  <a:lnTo>
                    <a:pt x="3013494" y="3676650"/>
                  </a:lnTo>
                  <a:lnTo>
                    <a:pt x="3013494" y="3705225"/>
                  </a:lnTo>
                  <a:lnTo>
                    <a:pt x="3070644" y="3705225"/>
                  </a:lnTo>
                  <a:lnTo>
                    <a:pt x="3070644" y="3676650"/>
                  </a:lnTo>
                  <a:close/>
                </a:path>
                <a:path w="11049000" h="3705225">
                  <a:moveTo>
                    <a:pt x="3072879" y="0"/>
                  </a:moveTo>
                  <a:lnTo>
                    <a:pt x="3015729" y="0"/>
                  </a:lnTo>
                  <a:lnTo>
                    <a:pt x="3015729" y="28575"/>
                  </a:lnTo>
                  <a:lnTo>
                    <a:pt x="3072879" y="28575"/>
                  </a:lnTo>
                  <a:lnTo>
                    <a:pt x="3072879" y="0"/>
                  </a:lnTo>
                  <a:close/>
                </a:path>
                <a:path w="11049000" h="3705225">
                  <a:moveTo>
                    <a:pt x="3156254" y="3676650"/>
                  </a:moveTo>
                  <a:lnTo>
                    <a:pt x="3099104" y="3676650"/>
                  </a:lnTo>
                  <a:lnTo>
                    <a:pt x="3099104" y="3705225"/>
                  </a:lnTo>
                  <a:lnTo>
                    <a:pt x="3156254" y="3705225"/>
                  </a:lnTo>
                  <a:lnTo>
                    <a:pt x="3156254" y="3676650"/>
                  </a:lnTo>
                  <a:close/>
                </a:path>
                <a:path w="11049000" h="3705225">
                  <a:moveTo>
                    <a:pt x="3158502" y="0"/>
                  </a:moveTo>
                  <a:lnTo>
                    <a:pt x="3101340" y="0"/>
                  </a:lnTo>
                  <a:lnTo>
                    <a:pt x="3101340" y="28575"/>
                  </a:lnTo>
                  <a:lnTo>
                    <a:pt x="3158502" y="28575"/>
                  </a:lnTo>
                  <a:lnTo>
                    <a:pt x="3158502" y="0"/>
                  </a:lnTo>
                  <a:close/>
                </a:path>
                <a:path w="11049000" h="3705225">
                  <a:moveTo>
                    <a:pt x="3241865" y="3676650"/>
                  </a:moveTo>
                  <a:lnTo>
                    <a:pt x="3184715" y="3676650"/>
                  </a:lnTo>
                  <a:lnTo>
                    <a:pt x="3184715" y="3705225"/>
                  </a:lnTo>
                  <a:lnTo>
                    <a:pt x="3241865" y="3705225"/>
                  </a:lnTo>
                  <a:lnTo>
                    <a:pt x="3241865" y="3676650"/>
                  </a:lnTo>
                  <a:close/>
                </a:path>
                <a:path w="11049000" h="3705225">
                  <a:moveTo>
                    <a:pt x="3244113" y="0"/>
                  </a:moveTo>
                  <a:lnTo>
                    <a:pt x="3186963" y="0"/>
                  </a:lnTo>
                  <a:lnTo>
                    <a:pt x="3186963" y="28575"/>
                  </a:lnTo>
                  <a:lnTo>
                    <a:pt x="3244113" y="28575"/>
                  </a:lnTo>
                  <a:lnTo>
                    <a:pt x="3244113" y="0"/>
                  </a:lnTo>
                  <a:close/>
                </a:path>
                <a:path w="11049000" h="3705225">
                  <a:moveTo>
                    <a:pt x="3327476" y="3676650"/>
                  </a:moveTo>
                  <a:lnTo>
                    <a:pt x="3270326" y="3676650"/>
                  </a:lnTo>
                  <a:lnTo>
                    <a:pt x="3270326" y="3705225"/>
                  </a:lnTo>
                  <a:lnTo>
                    <a:pt x="3327476" y="3705225"/>
                  </a:lnTo>
                  <a:lnTo>
                    <a:pt x="3327476" y="3676650"/>
                  </a:lnTo>
                  <a:close/>
                </a:path>
                <a:path w="11049000" h="3705225">
                  <a:moveTo>
                    <a:pt x="3329724" y="0"/>
                  </a:moveTo>
                  <a:lnTo>
                    <a:pt x="3272574" y="0"/>
                  </a:lnTo>
                  <a:lnTo>
                    <a:pt x="3272574" y="28575"/>
                  </a:lnTo>
                  <a:lnTo>
                    <a:pt x="3329724" y="28575"/>
                  </a:lnTo>
                  <a:lnTo>
                    <a:pt x="3329724" y="0"/>
                  </a:lnTo>
                  <a:close/>
                </a:path>
                <a:path w="11049000" h="3705225">
                  <a:moveTo>
                    <a:pt x="3413087" y="3676650"/>
                  </a:moveTo>
                  <a:lnTo>
                    <a:pt x="3355937" y="3676650"/>
                  </a:lnTo>
                  <a:lnTo>
                    <a:pt x="3355937" y="3705225"/>
                  </a:lnTo>
                  <a:lnTo>
                    <a:pt x="3413087" y="3705225"/>
                  </a:lnTo>
                  <a:lnTo>
                    <a:pt x="3413087" y="3676650"/>
                  </a:lnTo>
                  <a:close/>
                </a:path>
                <a:path w="11049000" h="3705225">
                  <a:moveTo>
                    <a:pt x="3415334" y="0"/>
                  </a:moveTo>
                  <a:lnTo>
                    <a:pt x="3358184" y="0"/>
                  </a:lnTo>
                  <a:lnTo>
                    <a:pt x="3358184" y="28575"/>
                  </a:lnTo>
                  <a:lnTo>
                    <a:pt x="3415334" y="28575"/>
                  </a:lnTo>
                  <a:lnTo>
                    <a:pt x="3415334" y="0"/>
                  </a:lnTo>
                  <a:close/>
                </a:path>
                <a:path w="11049000" h="3705225">
                  <a:moveTo>
                    <a:pt x="3498710" y="3676650"/>
                  </a:moveTo>
                  <a:lnTo>
                    <a:pt x="3441560" y="3676650"/>
                  </a:lnTo>
                  <a:lnTo>
                    <a:pt x="3441560" y="3705225"/>
                  </a:lnTo>
                  <a:lnTo>
                    <a:pt x="3498710" y="3705225"/>
                  </a:lnTo>
                  <a:lnTo>
                    <a:pt x="3498710" y="3676650"/>
                  </a:lnTo>
                  <a:close/>
                </a:path>
                <a:path w="11049000" h="3705225">
                  <a:moveTo>
                    <a:pt x="3500945" y="0"/>
                  </a:moveTo>
                  <a:lnTo>
                    <a:pt x="3443795" y="0"/>
                  </a:lnTo>
                  <a:lnTo>
                    <a:pt x="3443795" y="28575"/>
                  </a:lnTo>
                  <a:lnTo>
                    <a:pt x="3500945" y="28575"/>
                  </a:lnTo>
                  <a:lnTo>
                    <a:pt x="3500945" y="0"/>
                  </a:lnTo>
                  <a:close/>
                </a:path>
                <a:path w="11049000" h="3705225">
                  <a:moveTo>
                    <a:pt x="3584321" y="3676650"/>
                  </a:moveTo>
                  <a:lnTo>
                    <a:pt x="3527171" y="3676650"/>
                  </a:lnTo>
                  <a:lnTo>
                    <a:pt x="3527171" y="3705225"/>
                  </a:lnTo>
                  <a:lnTo>
                    <a:pt x="3584321" y="3705225"/>
                  </a:lnTo>
                  <a:lnTo>
                    <a:pt x="3584321" y="3676650"/>
                  </a:lnTo>
                  <a:close/>
                </a:path>
                <a:path w="11049000" h="3705225">
                  <a:moveTo>
                    <a:pt x="3586556" y="0"/>
                  </a:moveTo>
                  <a:lnTo>
                    <a:pt x="3529406" y="0"/>
                  </a:lnTo>
                  <a:lnTo>
                    <a:pt x="3529406" y="28575"/>
                  </a:lnTo>
                  <a:lnTo>
                    <a:pt x="3586556" y="28575"/>
                  </a:lnTo>
                  <a:lnTo>
                    <a:pt x="3586556" y="0"/>
                  </a:lnTo>
                  <a:close/>
                </a:path>
                <a:path w="11049000" h="3705225">
                  <a:moveTo>
                    <a:pt x="3669931" y="3676650"/>
                  </a:moveTo>
                  <a:lnTo>
                    <a:pt x="3612781" y="3676650"/>
                  </a:lnTo>
                  <a:lnTo>
                    <a:pt x="3612781" y="3705225"/>
                  </a:lnTo>
                  <a:lnTo>
                    <a:pt x="3669931" y="3705225"/>
                  </a:lnTo>
                  <a:lnTo>
                    <a:pt x="3669931" y="3676650"/>
                  </a:lnTo>
                  <a:close/>
                </a:path>
                <a:path w="11049000" h="3705225">
                  <a:moveTo>
                    <a:pt x="3672179" y="0"/>
                  </a:moveTo>
                  <a:lnTo>
                    <a:pt x="3615029" y="0"/>
                  </a:lnTo>
                  <a:lnTo>
                    <a:pt x="3615029" y="28575"/>
                  </a:lnTo>
                  <a:lnTo>
                    <a:pt x="3672179" y="28575"/>
                  </a:lnTo>
                  <a:lnTo>
                    <a:pt x="3672179" y="0"/>
                  </a:lnTo>
                  <a:close/>
                </a:path>
                <a:path w="11049000" h="3705225">
                  <a:moveTo>
                    <a:pt x="3755542" y="3676650"/>
                  </a:moveTo>
                  <a:lnTo>
                    <a:pt x="3698392" y="3676650"/>
                  </a:lnTo>
                  <a:lnTo>
                    <a:pt x="3698392" y="3705225"/>
                  </a:lnTo>
                  <a:lnTo>
                    <a:pt x="3755542" y="3705225"/>
                  </a:lnTo>
                  <a:lnTo>
                    <a:pt x="3755542" y="3676650"/>
                  </a:lnTo>
                  <a:close/>
                </a:path>
                <a:path w="11049000" h="3705225">
                  <a:moveTo>
                    <a:pt x="3757790" y="0"/>
                  </a:moveTo>
                  <a:lnTo>
                    <a:pt x="3700640" y="0"/>
                  </a:lnTo>
                  <a:lnTo>
                    <a:pt x="3700640" y="28575"/>
                  </a:lnTo>
                  <a:lnTo>
                    <a:pt x="3757790" y="28575"/>
                  </a:lnTo>
                  <a:lnTo>
                    <a:pt x="3757790" y="0"/>
                  </a:lnTo>
                  <a:close/>
                </a:path>
                <a:path w="11049000" h="3705225">
                  <a:moveTo>
                    <a:pt x="3841153" y="3676650"/>
                  </a:moveTo>
                  <a:lnTo>
                    <a:pt x="3784003" y="3676650"/>
                  </a:lnTo>
                  <a:lnTo>
                    <a:pt x="3784003" y="3705225"/>
                  </a:lnTo>
                  <a:lnTo>
                    <a:pt x="3841153" y="3705225"/>
                  </a:lnTo>
                  <a:lnTo>
                    <a:pt x="3841153" y="3676650"/>
                  </a:lnTo>
                  <a:close/>
                </a:path>
                <a:path w="11049000" h="3705225">
                  <a:moveTo>
                    <a:pt x="3843401" y="0"/>
                  </a:moveTo>
                  <a:lnTo>
                    <a:pt x="3786251" y="0"/>
                  </a:lnTo>
                  <a:lnTo>
                    <a:pt x="3786251" y="28575"/>
                  </a:lnTo>
                  <a:lnTo>
                    <a:pt x="3843401" y="28575"/>
                  </a:lnTo>
                  <a:lnTo>
                    <a:pt x="3843401" y="0"/>
                  </a:lnTo>
                  <a:close/>
                </a:path>
                <a:path w="11049000" h="3705225">
                  <a:moveTo>
                    <a:pt x="3926763" y="3676650"/>
                  </a:moveTo>
                  <a:lnTo>
                    <a:pt x="3869613" y="3676650"/>
                  </a:lnTo>
                  <a:lnTo>
                    <a:pt x="3869613" y="3705225"/>
                  </a:lnTo>
                  <a:lnTo>
                    <a:pt x="3926763" y="3705225"/>
                  </a:lnTo>
                  <a:lnTo>
                    <a:pt x="3926763" y="3676650"/>
                  </a:lnTo>
                  <a:close/>
                </a:path>
                <a:path w="11049000" h="3705225">
                  <a:moveTo>
                    <a:pt x="3929011" y="0"/>
                  </a:moveTo>
                  <a:lnTo>
                    <a:pt x="3871861" y="0"/>
                  </a:lnTo>
                  <a:lnTo>
                    <a:pt x="3871861" y="28575"/>
                  </a:lnTo>
                  <a:lnTo>
                    <a:pt x="3929011" y="28575"/>
                  </a:lnTo>
                  <a:lnTo>
                    <a:pt x="3929011" y="0"/>
                  </a:lnTo>
                  <a:close/>
                </a:path>
                <a:path w="11049000" h="3705225">
                  <a:moveTo>
                    <a:pt x="4012387" y="3676650"/>
                  </a:moveTo>
                  <a:lnTo>
                    <a:pt x="3955237" y="3676650"/>
                  </a:lnTo>
                  <a:lnTo>
                    <a:pt x="3955237" y="3705225"/>
                  </a:lnTo>
                  <a:lnTo>
                    <a:pt x="4012387" y="3705225"/>
                  </a:lnTo>
                  <a:lnTo>
                    <a:pt x="4012387" y="3676650"/>
                  </a:lnTo>
                  <a:close/>
                </a:path>
                <a:path w="11049000" h="3705225">
                  <a:moveTo>
                    <a:pt x="4014622" y="0"/>
                  </a:moveTo>
                  <a:lnTo>
                    <a:pt x="3957472" y="0"/>
                  </a:lnTo>
                  <a:lnTo>
                    <a:pt x="3957472" y="28575"/>
                  </a:lnTo>
                  <a:lnTo>
                    <a:pt x="4014622" y="28575"/>
                  </a:lnTo>
                  <a:lnTo>
                    <a:pt x="4014622" y="0"/>
                  </a:lnTo>
                  <a:close/>
                </a:path>
                <a:path w="11049000" h="3705225">
                  <a:moveTo>
                    <a:pt x="4097998" y="3676650"/>
                  </a:moveTo>
                  <a:lnTo>
                    <a:pt x="4040848" y="3676650"/>
                  </a:lnTo>
                  <a:lnTo>
                    <a:pt x="4040848" y="3705225"/>
                  </a:lnTo>
                  <a:lnTo>
                    <a:pt x="4097998" y="3705225"/>
                  </a:lnTo>
                  <a:lnTo>
                    <a:pt x="4097998" y="3676650"/>
                  </a:lnTo>
                  <a:close/>
                </a:path>
                <a:path w="11049000" h="3705225">
                  <a:moveTo>
                    <a:pt x="4100233" y="0"/>
                  </a:moveTo>
                  <a:lnTo>
                    <a:pt x="4043083" y="0"/>
                  </a:lnTo>
                  <a:lnTo>
                    <a:pt x="4043083" y="28575"/>
                  </a:lnTo>
                  <a:lnTo>
                    <a:pt x="4100233" y="28575"/>
                  </a:lnTo>
                  <a:lnTo>
                    <a:pt x="4100233" y="0"/>
                  </a:lnTo>
                  <a:close/>
                </a:path>
                <a:path w="11049000" h="3705225">
                  <a:moveTo>
                    <a:pt x="4183608" y="3676650"/>
                  </a:moveTo>
                  <a:lnTo>
                    <a:pt x="4126458" y="3676650"/>
                  </a:lnTo>
                  <a:lnTo>
                    <a:pt x="4126458" y="3705225"/>
                  </a:lnTo>
                  <a:lnTo>
                    <a:pt x="4183608" y="3705225"/>
                  </a:lnTo>
                  <a:lnTo>
                    <a:pt x="4183608" y="3676650"/>
                  </a:lnTo>
                  <a:close/>
                </a:path>
                <a:path w="11049000" h="3705225">
                  <a:moveTo>
                    <a:pt x="4185856" y="0"/>
                  </a:moveTo>
                  <a:lnTo>
                    <a:pt x="4128706" y="0"/>
                  </a:lnTo>
                  <a:lnTo>
                    <a:pt x="4128706" y="28575"/>
                  </a:lnTo>
                  <a:lnTo>
                    <a:pt x="4185856" y="28575"/>
                  </a:lnTo>
                  <a:lnTo>
                    <a:pt x="4185856" y="0"/>
                  </a:lnTo>
                  <a:close/>
                </a:path>
                <a:path w="11049000" h="3705225">
                  <a:moveTo>
                    <a:pt x="4269219" y="3676650"/>
                  </a:moveTo>
                  <a:lnTo>
                    <a:pt x="4212069" y="3676650"/>
                  </a:lnTo>
                  <a:lnTo>
                    <a:pt x="4212069" y="3705225"/>
                  </a:lnTo>
                  <a:lnTo>
                    <a:pt x="4269219" y="3705225"/>
                  </a:lnTo>
                  <a:lnTo>
                    <a:pt x="4269219" y="3676650"/>
                  </a:lnTo>
                  <a:close/>
                </a:path>
                <a:path w="11049000" h="3705225">
                  <a:moveTo>
                    <a:pt x="4271467" y="0"/>
                  </a:moveTo>
                  <a:lnTo>
                    <a:pt x="4214317" y="0"/>
                  </a:lnTo>
                  <a:lnTo>
                    <a:pt x="4214317" y="28575"/>
                  </a:lnTo>
                  <a:lnTo>
                    <a:pt x="4271467" y="28575"/>
                  </a:lnTo>
                  <a:lnTo>
                    <a:pt x="4271467" y="0"/>
                  </a:lnTo>
                  <a:close/>
                </a:path>
                <a:path w="11049000" h="3705225">
                  <a:moveTo>
                    <a:pt x="4354830" y="3676650"/>
                  </a:moveTo>
                  <a:lnTo>
                    <a:pt x="4297680" y="3676650"/>
                  </a:lnTo>
                  <a:lnTo>
                    <a:pt x="4297680" y="3705225"/>
                  </a:lnTo>
                  <a:lnTo>
                    <a:pt x="4354830" y="3705225"/>
                  </a:lnTo>
                  <a:lnTo>
                    <a:pt x="4354830" y="3676650"/>
                  </a:lnTo>
                  <a:close/>
                </a:path>
                <a:path w="11049000" h="3705225">
                  <a:moveTo>
                    <a:pt x="4357078" y="0"/>
                  </a:moveTo>
                  <a:lnTo>
                    <a:pt x="4299928" y="0"/>
                  </a:lnTo>
                  <a:lnTo>
                    <a:pt x="4299928" y="28575"/>
                  </a:lnTo>
                  <a:lnTo>
                    <a:pt x="4357078" y="28575"/>
                  </a:lnTo>
                  <a:lnTo>
                    <a:pt x="4357078" y="0"/>
                  </a:lnTo>
                  <a:close/>
                </a:path>
                <a:path w="11049000" h="3705225">
                  <a:moveTo>
                    <a:pt x="4440440" y="3676650"/>
                  </a:moveTo>
                  <a:lnTo>
                    <a:pt x="4383290" y="3676650"/>
                  </a:lnTo>
                  <a:lnTo>
                    <a:pt x="4383290" y="3705225"/>
                  </a:lnTo>
                  <a:lnTo>
                    <a:pt x="4440440" y="3705225"/>
                  </a:lnTo>
                  <a:lnTo>
                    <a:pt x="4440440" y="3676650"/>
                  </a:lnTo>
                  <a:close/>
                </a:path>
                <a:path w="11049000" h="3705225">
                  <a:moveTo>
                    <a:pt x="4442688" y="0"/>
                  </a:moveTo>
                  <a:lnTo>
                    <a:pt x="4385538" y="0"/>
                  </a:lnTo>
                  <a:lnTo>
                    <a:pt x="4385538" y="28575"/>
                  </a:lnTo>
                  <a:lnTo>
                    <a:pt x="4442688" y="28575"/>
                  </a:lnTo>
                  <a:lnTo>
                    <a:pt x="4442688" y="0"/>
                  </a:lnTo>
                  <a:close/>
                </a:path>
                <a:path w="11049000" h="3705225">
                  <a:moveTo>
                    <a:pt x="4526064" y="3676650"/>
                  </a:moveTo>
                  <a:lnTo>
                    <a:pt x="4468914" y="3676650"/>
                  </a:lnTo>
                  <a:lnTo>
                    <a:pt x="4468914" y="3705225"/>
                  </a:lnTo>
                  <a:lnTo>
                    <a:pt x="4526064" y="3705225"/>
                  </a:lnTo>
                  <a:lnTo>
                    <a:pt x="4526064" y="3676650"/>
                  </a:lnTo>
                  <a:close/>
                </a:path>
                <a:path w="11049000" h="3705225">
                  <a:moveTo>
                    <a:pt x="4528299" y="0"/>
                  </a:moveTo>
                  <a:lnTo>
                    <a:pt x="4471149" y="0"/>
                  </a:lnTo>
                  <a:lnTo>
                    <a:pt x="4471149" y="28575"/>
                  </a:lnTo>
                  <a:lnTo>
                    <a:pt x="4528299" y="28575"/>
                  </a:lnTo>
                  <a:lnTo>
                    <a:pt x="4528299" y="0"/>
                  </a:lnTo>
                  <a:close/>
                </a:path>
                <a:path w="11049000" h="3705225">
                  <a:moveTo>
                    <a:pt x="4611675" y="3676650"/>
                  </a:moveTo>
                  <a:lnTo>
                    <a:pt x="4554525" y="3676650"/>
                  </a:lnTo>
                  <a:lnTo>
                    <a:pt x="4554525" y="3705225"/>
                  </a:lnTo>
                  <a:lnTo>
                    <a:pt x="4611675" y="3705225"/>
                  </a:lnTo>
                  <a:lnTo>
                    <a:pt x="4611675" y="3676650"/>
                  </a:lnTo>
                  <a:close/>
                </a:path>
                <a:path w="11049000" h="3705225">
                  <a:moveTo>
                    <a:pt x="4613910" y="0"/>
                  </a:moveTo>
                  <a:lnTo>
                    <a:pt x="4556760" y="0"/>
                  </a:lnTo>
                  <a:lnTo>
                    <a:pt x="4556760" y="28575"/>
                  </a:lnTo>
                  <a:lnTo>
                    <a:pt x="4613910" y="28575"/>
                  </a:lnTo>
                  <a:lnTo>
                    <a:pt x="4613910" y="0"/>
                  </a:lnTo>
                  <a:close/>
                </a:path>
                <a:path w="11049000" h="3705225">
                  <a:moveTo>
                    <a:pt x="4697285" y="3676650"/>
                  </a:moveTo>
                  <a:lnTo>
                    <a:pt x="4640135" y="3676650"/>
                  </a:lnTo>
                  <a:lnTo>
                    <a:pt x="4640135" y="3705225"/>
                  </a:lnTo>
                  <a:lnTo>
                    <a:pt x="4697285" y="3705225"/>
                  </a:lnTo>
                  <a:lnTo>
                    <a:pt x="4697285" y="3676650"/>
                  </a:lnTo>
                  <a:close/>
                </a:path>
                <a:path w="11049000" h="3705225">
                  <a:moveTo>
                    <a:pt x="4699533" y="0"/>
                  </a:moveTo>
                  <a:lnTo>
                    <a:pt x="4642383" y="0"/>
                  </a:lnTo>
                  <a:lnTo>
                    <a:pt x="4642383" y="28575"/>
                  </a:lnTo>
                  <a:lnTo>
                    <a:pt x="4699533" y="28575"/>
                  </a:lnTo>
                  <a:lnTo>
                    <a:pt x="4699533" y="0"/>
                  </a:lnTo>
                  <a:close/>
                </a:path>
                <a:path w="11049000" h="3705225">
                  <a:moveTo>
                    <a:pt x="4782896" y="3676650"/>
                  </a:moveTo>
                  <a:lnTo>
                    <a:pt x="4725746" y="3676650"/>
                  </a:lnTo>
                  <a:lnTo>
                    <a:pt x="4725746" y="3705225"/>
                  </a:lnTo>
                  <a:lnTo>
                    <a:pt x="4782896" y="3705225"/>
                  </a:lnTo>
                  <a:lnTo>
                    <a:pt x="4782896" y="3676650"/>
                  </a:lnTo>
                  <a:close/>
                </a:path>
                <a:path w="11049000" h="3705225">
                  <a:moveTo>
                    <a:pt x="4785144" y="0"/>
                  </a:moveTo>
                  <a:lnTo>
                    <a:pt x="4727994" y="0"/>
                  </a:lnTo>
                  <a:lnTo>
                    <a:pt x="4727994" y="28575"/>
                  </a:lnTo>
                  <a:lnTo>
                    <a:pt x="4785144" y="28575"/>
                  </a:lnTo>
                  <a:lnTo>
                    <a:pt x="4785144" y="0"/>
                  </a:lnTo>
                  <a:close/>
                </a:path>
                <a:path w="11049000" h="3705225">
                  <a:moveTo>
                    <a:pt x="4868507" y="3676650"/>
                  </a:moveTo>
                  <a:lnTo>
                    <a:pt x="4811357" y="3676650"/>
                  </a:lnTo>
                  <a:lnTo>
                    <a:pt x="4811357" y="3705225"/>
                  </a:lnTo>
                  <a:lnTo>
                    <a:pt x="4868507" y="3705225"/>
                  </a:lnTo>
                  <a:lnTo>
                    <a:pt x="4868507" y="3676650"/>
                  </a:lnTo>
                  <a:close/>
                </a:path>
                <a:path w="11049000" h="3705225">
                  <a:moveTo>
                    <a:pt x="4870755" y="0"/>
                  </a:moveTo>
                  <a:lnTo>
                    <a:pt x="4813605" y="0"/>
                  </a:lnTo>
                  <a:lnTo>
                    <a:pt x="4813605" y="28575"/>
                  </a:lnTo>
                  <a:lnTo>
                    <a:pt x="4870755" y="28575"/>
                  </a:lnTo>
                  <a:lnTo>
                    <a:pt x="4870755" y="0"/>
                  </a:lnTo>
                  <a:close/>
                </a:path>
                <a:path w="11049000" h="3705225">
                  <a:moveTo>
                    <a:pt x="4954117" y="3676650"/>
                  </a:moveTo>
                  <a:lnTo>
                    <a:pt x="4896967" y="3676650"/>
                  </a:lnTo>
                  <a:lnTo>
                    <a:pt x="4896967" y="3705225"/>
                  </a:lnTo>
                  <a:lnTo>
                    <a:pt x="4954117" y="3705225"/>
                  </a:lnTo>
                  <a:lnTo>
                    <a:pt x="4954117" y="3676650"/>
                  </a:lnTo>
                  <a:close/>
                </a:path>
                <a:path w="11049000" h="3705225">
                  <a:moveTo>
                    <a:pt x="4956365" y="0"/>
                  </a:moveTo>
                  <a:lnTo>
                    <a:pt x="4899215" y="0"/>
                  </a:lnTo>
                  <a:lnTo>
                    <a:pt x="4899215" y="28575"/>
                  </a:lnTo>
                  <a:lnTo>
                    <a:pt x="4956365" y="28575"/>
                  </a:lnTo>
                  <a:lnTo>
                    <a:pt x="4956365" y="0"/>
                  </a:lnTo>
                  <a:close/>
                </a:path>
                <a:path w="11049000" h="3705225">
                  <a:moveTo>
                    <a:pt x="5039741" y="3676650"/>
                  </a:moveTo>
                  <a:lnTo>
                    <a:pt x="4982591" y="3676650"/>
                  </a:lnTo>
                  <a:lnTo>
                    <a:pt x="4982591" y="3705225"/>
                  </a:lnTo>
                  <a:lnTo>
                    <a:pt x="5039741" y="3705225"/>
                  </a:lnTo>
                  <a:lnTo>
                    <a:pt x="5039741" y="3676650"/>
                  </a:lnTo>
                  <a:close/>
                </a:path>
                <a:path w="11049000" h="3705225">
                  <a:moveTo>
                    <a:pt x="5041976" y="0"/>
                  </a:moveTo>
                  <a:lnTo>
                    <a:pt x="4984826" y="0"/>
                  </a:lnTo>
                  <a:lnTo>
                    <a:pt x="4984826" y="28575"/>
                  </a:lnTo>
                  <a:lnTo>
                    <a:pt x="5041976" y="28575"/>
                  </a:lnTo>
                  <a:lnTo>
                    <a:pt x="5041976" y="0"/>
                  </a:lnTo>
                  <a:close/>
                </a:path>
                <a:path w="11049000" h="3705225">
                  <a:moveTo>
                    <a:pt x="5125351" y="3676650"/>
                  </a:moveTo>
                  <a:lnTo>
                    <a:pt x="5068201" y="3676650"/>
                  </a:lnTo>
                  <a:lnTo>
                    <a:pt x="5068201" y="3705225"/>
                  </a:lnTo>
                  <a:lnTo>
                    <a:pt x="5125351" y="3705225"/>
                  </a:lnTo>
                  <a:lnTo>
                    <a:pt x="5125351" y="3676650"/>
                  </a:lnTo>
                  <a:close/>
                </a:path>
                <a:path w="11049000" h="3705225">
                  <a:moveTo>
                    <a:pt x="5127599" y="0"/>
                  </a:moveTo>
                  <a:lnTo>
                    <a:pt x="5070449" y="0"/>
                  </a:lnTo>
                  <a:lnTo>
                    <a:pt x="5070449" y="28575"/>
                  </a:lnTo>
                  <a:lnTo>
                    <a:pt x="5127599" y="28575"/>
                  </a:lnTo>
                  <a:lnTo>
                    <a:pt x="5127599" y="0"/>
                  </a:lnTo>
                  <a:close/>
                </a:path>
                <a:path w="11049000" h="3705225">
                  <a:moveTo>
                    <a:pt x="5210962" y="3676650"/>
                  </a:moveTo>
                  <a:lnTo>
                    <a:pt x="5153812" y="3676650"/>
                  </a:lnTo>
                  <a:lnTo>
                    <a:pt x="5153812" y="3705225"/>
                  </a:lnTo>
                  <a:lnTo>
                    <a:pt x="5210962" y="3705225"/>
                  </a:lnTo>
                  <a:lnTo>
                    <a:pt x="5210962" y="3676650"/>
                  </a:lnTo>
                  <a:close/>
                </a:path>
                <a:path w="11049000" h="3705225">
                  <a:moveTo>
                    <a:pt x="5213210" y="0"/>
                  </a:moveTo>
                  <a:lnTo>
                    <a:pt x="5156060" y="0"/>
                  </a:lnTo>
                  <a:lnTo>
                    <a:pt x="5156060" y="28575"/>
                  </a:lnTo>
                  <a:lnTo>
                    <a:pt x="5213210" y="28575"/>
                  </a:lnTo>
                  <a:lnTo>
                    <a:pt x="5213210" y="0"/>
                  </a:lnTo>
                  <a:close/>
                </a:path>
                <a:path w="11049000" h="3705225">
                  <a:moveTo>
                    <a:pt x="5296573" y="3676650"/>
                  </a:moveTo>
                  <a:lnTo>
                    <a:pt x="5239423" y="3676650"/>
                  </a:lnTo>
                  <a:lnTo>
                    <a:pt x="5239423" y="3705225"/>
                  </a:lnTo>
                  <a:lnTo>
                    <a:pt x="5296573" y="3705225"/>
                  </a:lnTo>
                  <a:lnTo>
                    <a:pt x="5296573" y="3676650"/>
                  </a:lnTo>
                  <a:close/>
                </a:path>
                <a:path w="11049000" h="3705225">
                  <a:moveTo>
                    <a:pt x="5298821" y="0"/>
                  </a:moveTo>
                  <a:lnTo>
                    <a:pt x="5241671" y="0"/>
                  </a:lnTo>
                  <a:lnTo>
                    <a:pt x="5241671" y="28575"/>
                  </a:lnTo>
                  <a:lnTo>
                    <a:pt x="5298821" y="28575"/>
                  </a:lnTo>
                  <a:lnTo>
                    <a:pt x="5298821" y="0"/>
                  </a:lnTo>
                  <a:close/>
                </a:path>
                <a:path w="11049000" h="3705225">
                  <a:moveTo>
                    <a:pt x="5382184" y="3676650"/>
                  </a:moveTo>
                  <a:lnTo>
                    <a:pt x="5325034" y="3676650"/>
                  </a:lnTo>
                  <a:lnTo>
                    <a:pt x="5325034" y="3705225"/>
                  </a:lnTo>
                  <a:lnTo>
                    <a:pt x="5382184" y="3705225"/>
                  </a:lnTo>
                  <a:lnTo>
                    <a:pt x="5382184" y="3676650"/>
                  </a:lnTo>
                  <a:close/>
                </a:path>
                <a:path w="11049000" h="3705225">
                  <a:moveTo>
                    <a:pt x="5384431" y="0"/>
                  </a:moveTo>
                  <a:lnTo>
                    <a:pt x="5327281" y="0"/>
                  </a:lnTo>
                  <a:lnTo>
                    <a:pt x="5327281" y="28575"/>
                  </a:lnTo>
                  <a:lnTo>
                    <a:pt x="5384431" y="28575"/>
                  </a:lnTo>
                  <a:lnTo>
                    <a:pt x="5384431" y="0"/>
                  </a:lnTo>
                  <a:close/>
                </a:path>
                <a:path w="11049000" h="3705225">
                  <a:moveTo>
                    <a:pt x="5467807" y="3676650"/>
                  </a:moveTo>
                  <a:lnTo>
                    <a:pt x="5410657" y="3676650"/>
                  </a:lnTo>
                  <a:lnTo>
                    <a:pt x="5410657" y="3705225"/>
                  </a:lnTo>
                  <a:lnTo>
                    <a:pt x="5467807" y="3705225"/>
                  </a:lnTo>
                  <a:lnTo>
                    <a:pt x="5467807" y="3676650"/>
                  </a:lnTo>
                  <a:close/>
                </a:path>
                <a:path w="11049000" h="3705225">
                  <a:moveTo>
                    <a:pt x="5470042" y="0"/>
                  </a:moveTo>
                  <a:lnTo>
                    <a:pt x="5412892" y="0"/>
                  </a:lnTo>
                  <a:lnTo>
                    <a:pt x="5412892" y="28575"/>
                  </a:lnTo>
                  <a:lnTo>
                    <a:pt x="5470042" y="28575"/>
                  </a:lnTo>
                  <a:lnTo>
                    <a:pt x="5470042" y="0"/>
                  </a:lnTo>
                  <a:close/>
                </a:path>
                <a:path w="11049000" h="3705225">
                  <a:moveTo>
                    <a:pt x="5553418" y="3676650"/>
                  </a:moveTo>
                  <a:lnTo>
                    <a:pt x="5496268" y="3676650"/>
                  </a:lnTo>
                  <a:lnTo>
                    <a:pt x="5496268" y="3705225"/>
                  </a:lnTo>
                  <a:lnTo>
                    <a:pt x="5553418" y="3705225"/>
                  </a:lnTo>
                  <a:lnTo>
                    <a:pt x="5553418" y="3676650"/>
                  </a:lnTo>
                  <a:close/>
                </a:path>
                <a:path w="11049000" h="3705225">
                  <a:moveTo>
                    <a:pt x="5555653" y="0"/>
                  </a:moveTo>
                  <a:lnTo>
                    <a:pt x="5498503" y="0"/>
                  </a:lnTo>
                  <a:lnTo>
                    <a:pt x="5498503" y="28575"/>
                  </a:lnTo>
                  <a:lnTo>
                    <a:pt x="5555653" y="28575"/>
                  </a:lnTo>
                  <a:lnTo>
                    <a:pt x="5555653" y="0"/>
                  </a:lnTo>
                  <a:close/>
                </a:path>
                <a:path w="11049000" h="3705225">
                  <a:moveTo>
                    <a:pt x="5639028" y="3676650"/>
                  </a:moveTo>
                  <a:lnTo>
                    <a:pt x="5581878" y="3676650"/>
                  </a:lnTo>
                  <a:lnTo>
                    <a:pt x="5581878" y="3705225"/>
                  </a:lnTo>
                  <a:lnTo>
                    <a:pt x="5639028" y="3705225"/>
                  </a:lnTo>
                  <a:lnTo>
                    <a:pt x="5639028" y="3676650"/>
                  </a:lnTo>
                  <a:close/>
                </a:path>
                <a:path w="11049000" h="3705225">
                  <a:moveTo>
                    <a:pt x="5641276" y="0"/>
                  </a:moveTo>
                  <a:lnTo>
                    <a:pt x="5584126" y="0"/>
                  </a:lnTo>
                  <a:lnTo>
                    <a:pt x="5584126" y="28575"/>
                  </a:lnTo>
                  <a:lnTo>
                    <a:pt x="5641276" y="28575"/>
                  </a:lnTo>
                  <a:lnTo>
                    <a:pt x="5641276" y="0"/>
                  </a:lnTo>
                  <a:close/>
                </a:path>
                <a:path w="11049000" h="3705225">
                  <a:moveTo>
                    <a:pt x="5724639" y="3676650"/>
                  </a:moveTo>
                  <a:lnTo>
                    <a:pt x="5667489" y="3676650"/>
                  </a:lnTo>
                  <a:lnTo>
                    <a:pt x="5667489" y="3705225"/>
                  </a:lnTo>
                  <a:lnTo>
                    <a:pt x="5724639" y="3705225"/>
                  </a:lnTo>
                  <a:lnTo>
                    <a:pt x="5724639" y="3676650"/>
                  </a:lnTo>
                  <a:close/>
                </a:path>
                <a:path w="11049000" h="3705225">
                  <a:moveTo>
                    <a:pt x="5726887" y="0"/>
                  </a:moveTo>
                  <a:lnTo>
                    <a:pt x="5669737" y="0"/>
                  </a:lnTo>
                  <a:lnTo>
                    <a:pt x="5669737" y="28575"/>
                  </a:lnTo>
                  <a:lnTo>
                    <a:pt x="5726887" y="28575"/>
                  </a:lnTo>
                  <a:lnTo>
                    <a:pt x="5726887" y="0"/>
                  </a:lnTo>
                  <a:close/>
                </a:path>
                <a:path w="11049000" h="3705225">
                  <a:moveTo>
                    <a:pt x="5810250" y="3676650"/>
                  </a:moveTo>
                  <a:lnTo>
                    <a:pt x="5753100" y="3676650"/>
                  </a:lnTo>
                  <a:lnTo>
                    <a:pt x="5753100" y="3705225"/>
                  </a:lnTo>
                  <a:lnTo>
                    <a:pt x="5810250" y="3705225"/>
                  </a:lnTo>
                  <a:lnTo>
                    <a:pt x="5810250" y="3676650"/>
                  </a:lnTo>
                  <a:close/>
                </a:path>
                <a:path w="11049000" h="3705225">
                  <a:moveTo>
                    <a:pt x="5812498" y="0"/>
                  </a:moveTo>
                  <a:lnTo>
                    <a:pt x="5755348" y="0"/>
                  </a:lnTo>
                  <a:lnTo>
                    <a:pt x="5755348" y="28575"/>
                  </a:lnTo>
                  <a:lnTo>
                    <a:pt x="5812498" y="28575"/>
                  </a:lnTo>
                  <a:lnTo>
                    <a:pt x="5812498" y="0"/>
                  </a:lnTo>
                  <a:close/>
                </a:path>
                <a:path w="11049000" h="3705225">
                  <a:moveTo>
                    <a:pt x="5895860" y="3676650"/>
                  </a:moveTo>
                  <a:lnTo>
                    <a:pt x="5838710" y="3676650"/>
                  </a:lnTo>
                  <a:lnTo>
                    <a:pt x="5838710" y="3705225"/>
                  </a:lnTo>
                  <a:lnTo>
                    <a:pt x="5895860" y="3705225"/>
                  </a:lnTo>
                  <a:lnTo>
                    <a:pt x="5895860" y="3676650"/>
                  </a:lnTo>
                  <a:close/>
                </a:path>
                <a:path w="11049000" h="3705225">
                  <a:moveTo>
                    <a:pt x="5898108" y="0"/>
                  </a:moveTo>
                  <a:lnTo>
                    <a:pt x="5840958" y="0"/>
                  </a:lnTo>
                  <a:lnTo>
                    <a:pt x="5840958" y="28575"/>
                  </a:lnTo>
                  <a:lnTo>
                    <a:pt x="5898108" y="28575"/>
                  </a:lnTo>
                  <a:lnTo>
                    <a:pt x="5898108" y="0"/>
                  </a:lnTo>
                  <a:close/>
                </a:path>
                <a:path w="11049000" h="3705225">
                  <a:moveTo>
                    <a:pt x="5981484" y="3676650"/>
                  </a:moveTo>
                  <a:lnTo>
                    <a:pt x="5924334" y="3676650"/>
                  </a:lnTo>
                  <a:lnTo>
                    <a:pt x="5924334" y="3705225"/>
                  </a:lnTo>
                  <a:lnTo>
                    <a:pt x="5981484" y="3705225"/>
                  </a:lnTo>
                  <a:lnTo>
                    <a:pt x="5981484" y="3676650"/>
                  </a:lnTo>
                  <a:close/>
                </a:path>
                <a:path w="11049000" h="3705225">
                  <a:moveTo>
                    <a:pt x="5983719" y="0"/>
                  </a:moveTo>
                  <a:lnTo>
                    <a:pt x="5926569" y="0"/>
                  </a:lnTo>
                  <a:lnTo>
                    <a:pt x="5926569" y="28575"/>
                  </a:lnTo>
                  <a:lnTo>
                    <a:pt x="5983719" y="28575"/>
                  </a:lnTo>
                  <a:lnTo>
                    <a:pt x="5983719" y="0"/>
                  </a:lnTo>
                  <a:close/>
                </a:path>
                <a:path w="11049000" h="3705225">
                  <a:moveTo>
                    <a:pt x="6067095" y="3676650"/>
                  </a:moveTo>
                  <a:lnTo>
                    <a:pt x="6009945" y="3676650"/>
                  </a:lnTo>
                  <a:lnTo>
                    <a:pt x="6009945" y="3705225"/>
                  </a:lnTo>
                  <a:lnTo>
                    <a:pt x="6067095" y="3705225"/>
                  </a:lnTo>
                  <a:lnTo>
                    <a:pt x="6067095" y="3676650"/>
                  </a:lnTo>
                  <a:close/>
                </a:path>
                <a:path w="11049000" h="3705225">
                  <a:moveTo>
                    <a:pt x="6069330" y="0"/>
                  </a:moveTo>
                  <a:lnTo>
                    <a:pt x="6012180" y="0"/>
                  </a:lnTo>
                  <a:lnTo>
                    <a:pt x="6012180" y="28575"/>
                  </a:lnTo>
                  <a:lnTo>
                    <a:pt x="6069330" y="28575"/>
                  </a:lnTo>
                  <a:lnTo>
                    <a:pt x="6069330" y="0"/>
                  </a:lnTo>
                  <a:close/>
                </a:path>
                <a:path w="11049000" h="3705225">
                  <a:moveTo>
                    <a:pt x="6152705" y="3676650"/>
                  </a:moveTo>
                  <a:lnTo>
                    <a:pt x="6095555" y="3676650"/>
                  </a:lnTo>
                  <a:lnTo>
                    <a:pt x="6095555" y="3705225"/>
                  </a:lnTo>
                  <a:lnTo>
                    <a:pt x="6152705" y="3705225"/>
                  </a:lnTo>
                  <a:lnTo>
                    <a:pt x="6152705" y="3676650"/>
                  </a:lnTo>
                  <a:close/>
                </a:path>
                <a:path w="11049000" h="3705225">
                  <a:moveTo>
                    <a:pt x="6154953" y="0"/>
                  </a:moveTo>
                  <a:lnTo>
                    <a:pt x="6097803" y="0"/>
                  </a:lnTo>
                  <a:lnTo>
                    <a:pt x="6097803" y="28575"/>
                  </a:lnTo>
                  <a:lnTo>
                    <a:pt x="6154953" y="28575"/>
                  </a:lnTo>
                  <a:lnTo>
                    <a:pt x="6154953" y="0"/>
                  </a:lnTo>
                  <a:close/>
                </a:path>
                <a:path w="11049000" h="3705225">
                  <a:moveTo>
                    <a:pt x="6238316" y="3676650"/>
                  </a:moveTo>
                  <a:lnTo>
                    <a:pt x="6181166" y="3676650"/>
                  </a:lnTo>
                  <a:lnTo>
                    <a:pt x="6181166" y="3705225"/>
                  </a:lnTo>
                  <a:lnTo>
                    <a:pt x="6238316" y="3705225"/>
                  </a:lnTo>
                  <a:lnTo>
                    <a:pt x="6238316" y="3676650"/>
                  </a:lnTo>
                  <a:close/>
                </a:path>
                <a:path w="11049000" h="3705225">
                  <a:moveTo>
                    <a:pt x="6240564" y="0"/>
                  </a:moveTo>
                  <a:lnTo>
                    <a:pt x="6183414" y="0"/>
                  </a:lnTo>
                  <a:lnTo>
                    <a:pt x="6183414" y="28575"/>
                  </a:lnTo>
                  <a:lnTo>
                    <a:pt x="6240564" y="28575"/>
                  </a:lnTo>
                  <a:lnTo>
                    <a:pt x="6240564" y="0"/>
                  </a:lnTo>
                  <a:close/>
                </a:path>
                <a:path w="11049000" h="3705225">
                  <a:moveTo>
                    <a:pt x="6323927" y="3676650"/>
                  </a:moveTo>
                  <a:lnTo>
                    <a:pt x="6266777" y="3676650"/>
                  </a:lnTo>
                  <a:lnTo>
                    <a:pt x="6266777" y="3705225"/>
                  </a:lnTo>
                  <a:lnTo>
                    <a:pt x="6323927" y="3705225"/>
                  </a:lnTo>
                  <a:lnTo>
                    <a:pt x="6323927" y="3676650"/>
                  </a:lnTo>
                  <a:close/>
                </a:path>
                <a:path w="11049000" h="3705225">
                  <a:moveTo>
                    <a:pt x="6326175" y="0"/>
                  </a:moveTo>
                  <a:lnTo>
                    <a:pt x="6269025" y="0"/>
                  </a:lnTo>
                  <a:lnTo>
                    <a:pt x="6269025" y="28575"/>
                  </a:lnTo>
                  <a:lnTo>
                    <a:pt x="6326175" y="28575"/>
                  </a:lnTo>
                  <a:lnTo>
                    <a:pt x="6326175" y="0"/>
                  </a:lnTo>
                  <a:close/>
                </a:path>
                <a:path w="11049000" h="3705225">
                  <a:moveTo>
                    <a:pt x="6409550" y="3676650"/>
                  </a:moveTo>
                  <a:lnTo>
                    <a:pt x="6352400" y="3676650"/>
                  </a:lnTo>
                  <a:lnTo>
                    <a:pt x="6352400" y="3705225"/>
                  </a:lnTo>
                  <a:lnTo>
                    <a:pt x="6409550" y="3705225"/>
                  </a:lnTo>
                  <a:lnTo>
                    <a:pt x="6409550" y="3676650"/>
                  </a:lnTo>
                  <a:close/>
                </a:path>
                <a:path w="11049000" h="3705225">
                  <a:moveTo>
                    <a:pt x="6411785" y="0"/>
                  </a:moveTo>
                  <a:lnTo>
                    <a:pt x="6354635" y="0"/>
                  </a:lnTo>
                  <a:lnTo>
                    <a:pt x="6354635" y="28575"/>
                  </a:lnTo>
                  <a:lnTo>
                    <a:pt x="6411785" y="28575"/>
                  </a:lnTo>
                  <a:lnTo>
                    <a:pt x="6411785" y="0"/>
                  </a:lnTo>
                  <a:close/>
                </a:path>
                <a:path w="11049000" h="3705225">
                  <a:moveTo>
                    <a:pt x="6495161" y="3676650"/>
                  </a:moveTo>
                  <a:lnTo>
                    <a:pt x="6438011" y="3676650"/>
                  </a:lnTo>
                  <a:lnTo>
                    <a:pt x="6438011" y="3705225"/>
                  </a:lnTo>
                  <a:lnTo>
                    <a:pt x="6495161" y="3705225"/>
                  </a:lnTo>
                  <a:lnTo>
                    <a:pt x="6495161" y="3676650"/>
                  </a:lnTo>
                  <a:close/>
                </a:path>
                <a:path w="11049000" h="3705225">
                  <a:moveTo>
                    <a:pt x="6497396" y="0"/>
                  </a:moveTo>
                  <a:lnTo>
                    <a:pt x="6440246" y="0"/>
                  </a:lnTo>
                  <a:lnTo>
                    <a:pt x="6440246" y="28575"/>
                  </a:lnTo>
                  <a:lnTo>
                    <a:pt x="6497396" y="28575"/>
                  </a:lnTo>
                  <a:lnTo>
                    <a:pt x="6497396" y="0"/>
                  </a:lnTo>
                  <a:close/>
                </a:path>
                <a:path w="11049000" h="3705225">
                  <a:moveTo>
                    <a:pt x="6580772" y="3676650"/>
                  </a:moveTo>
                  <a:lnTo>
                    <a:pt x="6523622" y="3676650"/>
                  </a:lnTo>
                  <a:lnTo>
                    <a:pt x="6523622" y="3705225"/>
                  </a:lnTo>
                  <a:lnTo>
                    <a:pt x="6580772" y="3705225"/>
                  </a:lnTo>
                  <a:lnTo>
                    <a:pt x="6580772" y="3676650"/>
                  </a:lnTo>
                  <a:close/>
                </a:path>
                <a:path w="11049000" h="3705225">
                  <a:moveTo>
                    <a:pt x="6583007" y="0"/>
                  </a:moveTo>
                  <a:lnTo>
                    <a:pt x="6525857" y="0"/>
                  </a:lnTo>
                  <a:lnTo>
                    <a:pt x="6525857" y="28575"/>
                  </a:lnTo>
                  <a:lnTo>
                    <a:pt x="6583007" y="28575"/>
                  </a:lnTo>
                  <a:lnTo>
                    <a:pt x="6583007" y="0"/>
                  </a:lnTo>
                  <a:close/>
                </a:path>
                <a:path w="11049000" h="3705225">
                  <a:moveTo>
                    <a:pt x="6666382" y="3676650"/>
                  </a:moveTo>
                  <a:lnTo>
                    <a:pt x="6609232" y="3676650"/>
                  </a:lnTo>
                  <a:lnTo>
                    <a:pt x="6609232" y="3705225"/>
                  </a:lnTo>
                  <a:lnTo>
                    <a:pt x="6666382" y="3705225"/>
                  </a:lnTo>
                  <a:lnTo>
                    <a:pt x="6666382" y="3676650"/>
                  </a:lnTo>
                  <a:close/>
                </a:path>
                <a:path w="11049000" h="3705225">
                  <a:moveTo>
                    <a:pt x="6668630" y="0"/>
                  </a:moveTo>
                  <a:lnTo>
                    <a:pt x="6611480" y="0"/>
                  </a:lnTo>
                  <a:lnTo>
                    <a:pt x="6611480" y="28575"/>
                  </a:lnTo>
                  <a:lnTo>
                    <a:pt x="6668630" y="28575"/>
                  </a:lnTo>
                  <a:lnTo>
                    <a:pt x="6668630" y="0"/>
                  </a:lnTo>
                  <a:close/>
                </a:path>
                <a:path w="11049000" h="3705225">
                  <a:moveTo>
                    <a:pt x="6751993" y="3676650"/>
                  </a:moveTo>
                  <a:lnTo>
                    <a:pt x="6694843" y="3676650"/>
                  </a:lnTo>
                  <a:lnTo>
                    <a:pt x="6694843" y="3705225"/>
                  </a:lnTo>
                  <a:lnTo>
                    <a:pt x="6751993" y="3705225"/>
                  </a:lnTo>
                  <a:lnTo>
                    <a:pt x="6751993" y="3676650"/>
                  </a:lnTo>
                  <a:close/>
                </a:path>
                <a:path w="11049000" h="3705225">
                  <a:moveTo>
                    <a:pt x="6754241" y="0"/>
                  </a:moveTo>
                  <a:lnTo>
                    <a:pt x="6697091" y="0"/>
                  </a:lnTo>
                  <a:lnTo>
                    <a:pt x="6697091" y="28575"/>
                  </a:lnTo>
                  <a:lnTo>
                    <a:pt x="6754241" y="28575"/>
                  </a:lnTo>
                  <a:lnTo>
                    <a:pt x="6754241" y="0"/>
                  </a:lnTo>
                  <a:close/>
                </a:path>
                <a:path w="11049000" h="3705225">
                  <a:moveTo>
                    <a:pt x="6837604" y="3676650"/>
                  </a:moveTo>
                  <a:lnTo>
                    <a:pt x="6780454" y="3676650"/>
                  </a:lnTo>
                  <a:lnTo>
                    <a:pt x="6780454" y="3705225"/>
                  </a:lnTo>
                  <a:lnTo>
                    <a:pt x="6837604" y="3705225"/>
                  </a:lnTo>
                  <a:lnTo>
                    <a:pt x="6837604" y="3676650"/>
                  </a:lnTo>
                  <a:close/>
                </a:path>
                <a:path w="11049000" h="3705225">
                  <a:moveTo>
                    <a:pt x="6839852" y="0"/>
                  </a:moveTo>
                  <a:lnTo>
                    <a:pt x="6782702" y="0"/>
                  </a:lnTo>
                  <a:lnTo>
                    <a:pt x="6782702" y="28575"/>
                  </a:lnTo>
                  <a:lnTo>
                    <a:pt x="6839852" y="28575"/>
                  </a:lnTo>
                  <a:lnTo>
                    <a:pt x="6839852" y="0"/>
                  </a:lnTo>
                  <a:close/>
                </a:path>
                <a:path w="11049000" h="3705225">
                  <a:moveTo>
                    <a:pt x="6923214" y="3676650"/>
                  </a:moveTo>
                  <a:lnTo>
                    <a:pt x="6866064" y="3676650"/>
                  </a:lnTo>
                  <a:lnTo>
                    <a:pt x="6866064" y="3705225"/>
                  </a:lnTo>
                  <a:lnTo>
                    <a:pt x="6923214" y="3705225"/>
                  </a:lnTo>
                  <a:lnTo>
                    <a:pt x="6923214" y="3676650"/>
                  </a:lnTo>
                  <a:close/>
                </a:path>
                <a:path w="11049000" h="3705225">
                  <a:moveTo>
                    <a:pt x="6925462" y="0"/>
                  </a:moveTo>
                  <a:lnTo>
                    <a:pt x="6868312" y="0"/>
                  </a:lnTo>
                  <a:lnTo>
                    <a:pt x="6868312" y="28575"/>
                  </a:lnTo>
                  <a:lnTo>
                    <a:pt x="6925462" y="28575"/>
                  </a:lnTo>
                  <a:lnTo>
                    <a:pt x="6925462" y="0"/>
                  </a:lnTo>
                  <a:close/>
                </a:path>
                <a:path w="11049000" h="3705225">
                  <a:moveTo>
                    <a:pt x="7008838" y="3676650"/>
                  </a:moveTo>
                  <a:lnTo>
                    <a:pt x="6951688" y="3676650"/>
                  </a:lnTo>
                  <a:lnTo>
                    <a:pt x="6951688" y="3705225"/>
                  </a:lnTo>
                  <a:lnTo>
                    <a:pt x="7008838" y="3705225"/>
                  </a:lnTo>
                  <a:lnTo>
                    <a:pt x="7008838" y="3676650"/>
                  </a:lnTo>
                  <a:close/>
                </a:path>
                <a:path w="11049000" h="3705225">
                  <a:moveTo>
                    <a:pt x="7011073" y="0"/>
                  </a:moveTo>
                  <a:lnTo>
                    <a:pt x="6953923" y="0"/>
                  </a:lnTo>
                  <a:lnTo>
                    <a:pt x="6953923" y="28575"/>
                  </a:lnTo>
                  <a:lnTo>
                    <a:pt x="7011073" y="28575"/>
                  </a:lnTo>
                  <a:lnTo>
                    <a:pt x="7011073" y="0"/>
                  </a:lnTo>
                  <a:close/>
                </a:path>
                <a:path w="11049000" h="3705225">
                  <a:moveTo>
                    <a:pt x="7094448" y="3676650"/>
                  </a:moveTo>
                  <a:lnTo>
                    <a:pt x="7037298" y="3676650"/>
                  </a:lnTo>
                  <a:lnTo>
                    <a:pt x="7037298" y="3705225"/>
                  </a:lnTo>
                  <a:lnTo>
                    <a:pt x="7094448" y="3705225"/>
                  </a:lnTo>
                  <a:lnTo>
                    <a:pt x="7094448" y="3676650"/>
                  </a:lnTo>
                  <a:close/>
                </a:path>
                <a:path w="11049000" h="3705225">
                  <a:moveTo>
                    <a:pt x="7096696" y="0"/>
                  </a:moveTo>
                  <a:lnTo>
                    <a:pt x="7039546" y="0"/>
                  </a:lnTo>
                  <a:lnTo>
                    <a:pt x="7039546" y="28575"/>
                  </a:lnTo>
                  <a:lnTo>
                    <a:pt x="7096696" y="28575"/>
                  </a:lnTo>
                  <a:lnTo>
                    <a:pt x="7096696" y="0"/>
                  </a:lnTo>
                  <a:close/>
                </a:path>
                <a:path w="11049000" h="3705225">
                  <a:moveTo>
                    <a:pt x="7180059" y="3676650"/>
                  </a:moveTo>
                  <a:lnTo>
                    <a:pt x="7122909" y="3676650"/>
                  </a:lnTo>
                  <a:lnTo>
                    <a:pt x="7122909" y="3705225"/>
                  </a:lnTo>
                  <a:lnTo>
                    <a:pt x="7180059" y="3705225"/>
                  </a:lnTo>
                  <a:lnTo>
                    <a:pt x="7180059" y="3676650"/>
                  </a:lnTo>
                  <a:close/>
                </a:path>
                <a:path w="11049000" h="3705225">
                  <a:moveTo>
                    <a:pt x="7182307" y="0"/>
                  </a:moveTo>
                  <a:lnTo>
                    <a:pt x="7125157" y="0"/>
                  </a:lnTo>
                  <a:lnTo>
                    <a:pt x="7125157" y="28575"/>
                  </a:lnTo>
                  <a:lnTo>
                    <a:pt x="7182307" y="28575"/>
                  </a:lnTo>
                  <a:lnTo>
                    <a:pt x="7182307" y="0"/>
                  </a:lnTo>
                  <a:close/>
                </a:path>
                <a:path w="11049000" h="3705225">
                  <a:moveTo>
                    <a:pt x="7265670" y="3676650"/>
                  </a:moveTo>
                  <a:lnTo>
                    <a:pt x="7208520" y="3676650"/>
                  </a:lnTo>
                  <a:lnTo>
                    <a:pt x="7208520" y="3705225"/>
                  </a:lnTo>
                  <a:lnTo>
                    <a:pt x="7265670" y="3705225"/>
                  </a:lnTo>
                  <a:lnTo>
                    <a:pt x="7265670" y="3676650"/>
                  </a:lnTo>
                  <a:close/>
                </a:path>
                <a:path w="11049000" h="3705225">
                  <a:moveTo>
                    <a:pt x="7267918" y="0"/>
                  </a:moveTo>
                  <a:lnTo>
                    <a:pt x="7210768" y="0"/>
                  </a:lnTo>
                  <a:lnTo>
                    <a:pt x="7210768" y="28575"/>
                  </a:lnTo>
                  <a:lnTo>
                    <a:pt x="7267918" y="28575"/>
                  </a:lnTo>
                  <a:lnTo>
                    <a:pt x="7267918" y="0"/>
                  </a:lnTo>
                  <a:close/>
                </a:path>
                <a:path w="11049000" h="3705225">
                  <a:moveTo>
                    <a:pt x="7351281" y="3676650"/>
                  </a:moveTo>
                  <a:lnTo>
                    <a:pt x="7294131" y="3676650"/>
                  </a:lnTo>
                  <a:lnTo>
                    <a:pt x="7294131" y="3705225"/>
                  </a:lnTo>
                  <a:lnTo>
                    <a:pt x="7351281" y="3705225"/>
                  </a:lnTo>
                  <a:lnTo>
                    <a:pt x="7351281" y="3676650"/>
                  </a:lnTo>
                  <a:close/>
                </a:path>
                <a:path w="11049000" h="3705225">
                  <a:moveTo>
                    <a:pt x="7353528" y="0"/>
                  </a:moveTo>
                  <a:lnTo>
                    <a:pt x="7296378" y="0"/>
                  </a:lnTo>
                  <a:lnTo>
                    <a:pt x="7296378" y="28575"/>
                  </a:lnTo>
                  <a:lnTo>
                    <a:pt x="7353528" y="28575"/>
                  </a:lnTo>
                  <a:lnTo>
                    <a:pt x="7353528" y="0"/>
                  </a:lnTo>
                  <a:close/>
                </a:path>
                <a:path w="11049000" h="3705225">
                  <a:moveTo>
                    <a:pt x="7436904" y="3676650"/>
                  </a:moveTo>
                  <a:lnTo>
                    <a:pt x="7379754" y="3676650"/>
                  </a:lnTo>
                  <a:lnTo>
                    <a:pt x="7379754" y="3705225"/>
                  </a:lnTo>
                  <a:lnTo>
                    <a:pt x="7436904" y="3705225"/>
                  </a:lnTo>
                  <a:lnTo>
                    <a:pt x="7436904" y="3676650"/>
                  </a:lnTo>
                  <a:close/>
                </a:path>
                <a:path w="11049000" h="3705225">
                  <a:moveTo>
                    <a:pt x="7439139" y="0"/>
                  </a:moveTo>
                  <a:lnTo>
                    <a:pt x="7381989" y="0"/>
                  </a:lnTo>
                  <a:lnTo>
                    <a:pt x="7381989" y="28575"/>
                  </a:lnTo>
                  <a:lnTo>
                    <a:pt x="7439139" y="28575"/>
                  </a:lnTo>
                  <a:lnTo>
                    <a:pt x="7439139" y="0"/>
                  </a:lnTo>
                  <a:close/>
                </a:path>
                <a:path w="11049000" h="3705225">
                  <a:moveTo>
                    <a:pt x="7522515" y="3676650"/>
                  </a:moveTo>
                  <a:lnTo>
                    <a:pt x="7465365" y="3676650"/>
                  </a:lnTo>
                  <a:lnTo>
                    <a:pt x="7465365" y="3705225"/>
                  </a:lnTo>
                  <a:lnTo>
                    <a:pt x="7522515" y="3705225"/>
                  </a:lnTo>
                  <a:lnTo>
                    <a:pt x="7522515" y="3676650"/>
                  </a:lnTo>
                  <a:close/>
                </a:path>
                <a:path w="11049000" h="3705225">
                  <a:moveTo>
                    <a:pt x="7524750" y="0"/>
                  </a:moveTo>
                  <a:lnTo>
                    <a:pt x="7467600" y="0"/>
                  </a:lnTo>
                  <a:lnTo>
                    <a:pt x="7467600" y="28575"/>
                  </a:lnTo>
                  <a:lnTo>
                    <a:pt x="7524750" y="28575"/>
                  </a:lnTo>
                  <a:lnTo>
                    <a:pt x="7524750" y="0"/>
                  </a:lnTo>
                  <a:close/>
                </a:path>
                <a:path w="11049000" h="3705225">
                  <a:moveTo>
                    <a:pt x="7608125" y="3676650"/>
                  </a:moveTo>
                  <a:lnTo>
                    <a:pt x="7550975" y="3676650"/>
                  </a:lnTo>
                  <a:lnTo>
                    <a:pt x="7550975" y="3705225"/>
                  </a:lnTo>
                  <a:lnTo>
                    <a:pt x="7608125" y="3705225"/>
                  </a:lnTo>
                  <a:lnTo>
                    <a:pt x="7608125" y="3676650"/>
                  </a:lnTo>
                  <a:close/>
                </a:path>
                <a:path w="11049000" h="3705225">
                  <a:moveTo>
                    <a:pt x="7610373" y="0"/>
                  </a:moveTo>
                  <a:lnTo>
                    <a:pt x="7553223" y="0"/>
                  </a:lnTo>
                  <a:lnTo>
                    <a:pt x="7553223" y="28575"/>
                  </a:lnTo>
                  <a:lnTo>
                    <a:pt x="7610373" y="28575"/>
                  </a:lnTo>
                  <a:lnTo>
                    <a:pt x="7610373" y="0"/>
                  </a:lnTo>
                  <a:close/>
                </a:path>
                <a:path w="11049000" h="3705225">
                  <a:moveTo>
                    <a:pt x="7693736" y="3676650"/>
                  </a:moveTo>
                  <a:lnTo>
                    <a:pt x="7636586" y="3676650"/>
                  </a:lnTo>
                  <a:lnTo>
                    <a:pt x="7636586" y="3705225"/>
                  </a:lnTo>
                  <a:lnTo>
                    <a:pt x="7693736" y="3705225"/>
                  </a:lnTo>
                  <a:lnTo>
                    <a:pt x="7693736" y="3676650"/>
                  </a:lnTo>
                  <a:close/>
                </a:path>
                <a:path w="11049000" h="3705225">
                  <a:moveTo>
                    <a:pt x="7695984" y="0"/>
                  </a:moveTo>
                  <a:lnTo>
                    <a:pt x="7638834" y="0"/>
                  </a:lnTo>
                  <a:lnTo>
                    <a:pt x="7638834" y="28575"/>
                  </a:lnTo>
                  <a:lnTo>
                    <a:pt x="7695984" y="28575"/>
                  </a:lnTo>
                  <a:lnTo>
                    <a:pt x="7695984" y="0"/>
                  </a:lnTo>
                  <a:close/>
                </a:path>
                <a:path w="11049000" h="3705225">
                  <a:moveTo>
                    <a:pt x="7779347" y="3676650"/>
                  </a:moveTo>
                  <a:lnTo>
                    <a:pt x="7722197" y="3676650"/>
                  </a:lnTo>
                  <a:lnTo>
                    <a:pt x="7722197" y="3705225"/>
                  </a:lnTo>
                  <a:lnTo>
                    <a:pt x="7779347" y="3705225"/>
                  </a:lnTo>
                  <a:lnTo>
                    <a:pt x="7779347" y="3676650"/>
                  </a:lnTo>
                  <a:close/>
                </a:path>
                <a:path w="11049000" h="3705225">
                  <a:moveTo>
                    <a:pt x="7781595" y="0"/>
                  </a:moveTo>
                  <a:lnTo>
                    <a:pt x="7724445" y="0"/>
                  </a:lnTo>
                  <a:lnTo>
                    <a:pt x="7724445" y="28575"/>
                  </a:lnTo>
                  <a:lnTo>
                    <a:pt x="7781595" y="28575"/>
                  </a:lnTo>
                  <a:lnTo>
                    <a:pt x="7781595" y="0"/>
                  </a:lnTo>
                  <a:close/>
                </a:path>
                <a:path w="11049000" h="3705225">
                  <a:moveTo>
                    <a:pt x="7864957" y="3676650"/>
                  </a:moveTo>
                  <a:lnTo>
                    <a:pt x="7807807" y="3676650"/>
                  </a:lnTo>
                  <a:lnTo>
                    <a:pt x="7807807" y="3705225"/>
                  </a:lnTo>
                  <a:lnTo>
                    <a:pt x="7864957" y="3705225"/>
                  </a:lnTo>
                  <a:lnTo>
                    <a:pt x="7864957" y="3676650"/>
                  </a:lnTo>
                  <a:close/>
                </a:path>
                <a:path w="11049000" h="3705225">
                  <a:moveTo>
                    <a:pt x="7867205" y="0"/>
                  </a:moveTo>
                  <a:lnTo>
                    <a:pt x="7810055" y="0"/>
                  </a:lnTo>
                  <a:lnTo>
                    <a:pt x="7810055" y="28575"/>
                  </a:lnTo>
                  <a:lnTo>
                    <a:pt x="7867205" y="28575"/>
                  </a:lnTo>
                  <a:lnTo>
                    <a:pt x="7867205" y="0"/>
                  </a:lnTo>
                  <a:close/>
                </a:path>
                <a:path w="11049000" h="3705225">
                  <a:moveTo>
                    <a:pt x="7950581" y="3676650"/>
                  </a:moveTo>
                  <a:lnTo>
                    <a:pt x="7893431" y="3676650"/>
                  </a:lnTo>
                  <a:lnTo>
                    <a:pt x="7893431" y="3705225"/>
                  </a:lnTo>
                  <a:lnTo>
                    <a:pt x="7950581" y="3705225"/>
                  </a:lnTo>
                  <a:lnTo>
                    <a:pt x="7950581" y="3676650"/>
                  </a:lnTo>
                  <a:close/>
                </a:path>
                <a:path w="11049000" h="3705225">
                  <a:moveTo>
                    <a:pt x="7952816" y="0"/>
                  </a:moveTo>
                  <a:lnTo>
                    <a:pt x="7895666" y="0"/>
                  </a:lnTo>
                  <a:lnTo>
                    <a:pt x="7895666" y="28575"/>
                  </a:lnTo>
                  <a:lnTo>
                    <a:pt x="7952816" y="28575"/>
                  </a:lnTo>
                  <a:lnTo>
                    <a:pt x="7952816" y="0"/>
                  </a:lnTo>
                  <a:close/>
                </a:path>
                <a:path w="11049000" h="3705225">
                  <a:moveTo>
                    <a:pt x="8036192" y="3676650"/>
                  </a:moveTo>
                  <a:lnTo>
                    <a:pt x="7979042" y="3676650"/>
                  </a:lnTo>
                  <a:lnTo>
                    <a:pt x="7979042" y="3705225"/>
                  </a:lnTo>
                  <a:lnTo>
                    <a:pt x="8036192" y="3705225"/>
                  </a:lnTo>
                  <a:lnTo>
                    <a:pt x="8036192" y="3676650"/>
                  </a:lnTo>
                  <a:close/>
                </a:path>
                <a:path w="11049000" h="3705225">
                  <a:moveTo>
                    <a:pt x="8038427" y="0"/>
                  </a:moveTo>
                  <a:lnTo>
                    <a:pt x="7981277" y="0"/>
                  </a:lnTo>
                  <a:lnTo>
                    <a:pt x="7981277" y="28575"/>
                  </a:lnTo>
                  <a:lnTo>
                    <a:pt x="8038427" y="28575"/>
                  </a:lnTo>
                  <a:lnTo>
                    <a:pt x="8038427" y="0"/>
                  </a:lnTo>
                  <a:close/>
                </a:path>
                <a:path w="11049000" h="3705225">
                  <a:moveTo>
                    <a:pt x="8121802" y="3676650"/>
                  </a:moveTo>
                  <a:lnTo>
                    <a:pt x="8064652" y="3676650"/>
                  </a:lnTo>
                  <a:lnTo>
                    <a:pt x="8064652" y="3705225"/>
                  </a:lnTo>
                  <a:lnTo>
                    <a:pt x="8121802" y="3705225"/>
                  </a:lnTo>
                  <a:lnTo>
                    <a:pt x="8121802" y="3676650"/>
                  </a:lnTo>
                  <a:close/>
                </a:path>
                <a:path w="11049000" h="3705225">
                  <a:moveTo>
                    <a:pt x="8124050" y="0"/>
                  </a:moveTo>
                  <a:lnTo>
                    <a:pt x="8066900" y="0"/>
                  </a:lnTo>
                  <a:lnTo>
                    <a:pt x="8066900" y="28575"/>
                  </a:lnTo>
                  <a:lnTo>
                    <a:pt x="8124050" y="28575"/>
                  </a:lnTo>
                  <a:lnTo>
                    <a:pt x="8124050" y="0"/>
                  </a:lnTo>
                  <a:close/>
                </a:path>
                <a:path w="11049000" h="3705225">
                  <a:moveTo>
                    <a:pt x="8207413" y="3676650"/>
                  </a:moveTo>
                  <a:lnTo>
                    <a:pt x="8150263" y="3676650"/>
                  </a:lnTo>
                  <a:lnTo>
                    <a:pt x="8150263" y="3705225"/>
                  </a:lnTo>
                  <a:lnTo>
                    <a:pt x="8207413" y="3705225"/>
                  </a:lnTo>
                  <a:lnTo>
                    <a:pt x="8207413" y="3676650"/>
                  </a:lnTo>
                  <a:close/>
                </a:path>
                <a:path w="11049000" h="3705225">
                  <a:moveTo>
                    <a:pt x="8209661" y="0"/>
                  </a:moveTo>
                  <a:lnTo>
                    <a:pt x="8152511" y="0"/>
                  </a:lnTo>
                  <a:lnTo>
                    <a:pt x="8152511" y="28575"/>
                  </a:lnTo>
                  <a:lnTo>
                    <a:pt x="8209661" y="28575"/>
                  </a:lnTo>
                  <a:lnTo>
                    <a:pt x="8209661" y="0"/>
                  </a:lnTo>
                  <a:close/>
                </a:path>
                <a:path w="11049000" h="3705225">
                  <a:moveTo>
                    <a:pt x="8293024" y="3676650"/>
                  </a:moveTo>
                  <a:lnTo>
                    <a:pt x="8235874" y="3676650"/>
                  </a:lnTo>
                  <a:lnTo>
                    <a:pt x="8235874" y="3705225"/>
                  </a:lnTo>
                  <a:lnTo>
                    <a:pt x="8293024" y="3705225"/>
                  </a:lnTo>
                  <a:lnTo>
                    <a:pt x="8293024" y="3676650"/>
                  </a:lnTo>
                  <a:close/>
                </a:path>
                <a:path w="11049000" h="3705225">
                  <a:moveTo>
                    <a:pt x="8295272" y="0"/>
                  </a:moveTo>
                  <a:lnTo>
                    <a:pt x="8238122" y="0"/>
                  </a:lnTo>
                  <a:lnTo>
                    <a:pt x="8238122" y="28575"/>
                  </a:lnTo>
                  <a:lnTo>
                    <a:pt x="8295272" y="28575"/>
                  </a:lnTo>
                  <a:lnTo>
                    <a:pt x="8295272" y="0"/>
                  </a:lnTo>
                  <a:close/>
                </a:path>
                <a:path w="11049000" h="3705225">
                  <a:moveTo>
                    <a:pt x="8378634" y="3676650"/>
                  </a:moveTo>
                  <a:lnTo>
                    <a:pt x="8321484" y="3676650"/>
                  </a:lnTo>
                  <a:lnTo>
                    <a:pt x="8321484" y="3705225"/>
                  </a:lnTo>
                  <a:lnTo>
                    <a:pt x="8378634" y="3705225"/>
                  </a:lnTo>
                  <a:lnTo>
                    <a:pt x="8378634" y="3676650"/>
                  </a:lnTo>
                  <a:close/>
                </a:path>
                <a:path w="11049000" h="3705225">
                  <a:moveTo>
                    <a:pt x="8380882" y="0"/>
                  </a:moveTo>
                  <a:lnTo>
                    <a:pt x="8323732" y="0"/>
                  </a:lnTo>
                  <a:lnTo>
                    <a:pt x="8323732" y="28575"/>
                  </a:lnTo>
                  <a:lnTo>
                    <a:pt x="8380882" y="28575"/>
                  </a:lnTo>
                  <a:lnTo>
                    <a:pt x="8380882" y="0"/>
                  </a:lnTo>
                  <a:close/>
                </a:path>
                <a:path w="11049000" h="3705225">
                  <a:moveTo>
                    <a:pt x="8464258" y="3676650"/>
                  </a:moveTo>
                  <a:lnTo>
                    <a:pt x="8407108" y="3676650"/>
                  </a:lnTo>
                  <a:lnTo>
                    <a:pt x="8407108" y="3705225"/>
                  </a:lnTo>
                  <a:lnTo>
                    <a:pt x="8464258" y="3705225"/>
                  </a:lnTo>
                  <a:lnTo>
                    <a:pt x="8464258" y="3676650"/>
                  </a:lnTo>
                  <a:close/>
                </a:path>
                <a:path w="11049000" h="3705225">
                  <a:moveTo>
                    <a:pt x="8466493" y="0"/>
                  </a:moveTo>
                  <a:lnTo>
                    <a:pt x="8409343" y="0"/>
                  </a:lnTo>
                  <a:lnTo>
                    <a:pt x="8409343" y="28575"/>
                  </a:lnTo>
                  <a:lnTo>
                    <a:pt x="8466493" y="28575"/>
                  </a:lnTo>
                  <a:lnTo>
                    <a:pt x="8466493" y="0"/>
                  </a:lnTo>
                  <a:close/>
                </a:path>
                <a:path w="11049000" h="3705225">
                  <a:moveTo>
                    <a:pt x="8549869" y="3676650"/>
                  </a:moveTo>
                  <a:lnTo>
                    <a:pt x="8492719" y="3676650"/>
                  </a:lnTo>
                  <a:lnTo>
                    <a:pt x="8492719" y="3705225"/>
                  </a:lnTo>
                  <a:lnTo>
                    <a:pt x="8549869" y="3705225"/>
                  </a:lnTo>
                  <a:lnTo>
                    <a:pt x="8549869" y="3676650"/>
                  </a:lnTo>
                  <a:close/>
                </a:path>
                <a:path w="11049000" h="3705225">
                  <a:moveTo>
                    <a:pt x="8552116" y="0"/>
                  </a:moveTo>
                  <a:lnTo>
                    <a:pt x="8494966" y="0"/>
                  </a:lnTo>
                  <a:lnTo>
                    <a:pt x="8494966" y="28575"/>
                  </a:lnTo>
                  <a:lnTo>
                    <a:pt x="8552116" y="28575"/>
                  </a:lnTo>
                  <a:lnTo>
                    <a:pt x="8552116" y="0"/>
                  </a:lnTo>
                  <a:close/>
                </a:path>
                <a:path w="11049000" h="3705225">
                  <a:moveTo>
                    <a:pt x="8635479" y="3676650"/>
                  </a:moveTo>
                  <a:lnTo>
                    <a:pt x="8578329" y="3676650"/>
                  </a:lnTo>
                  <a:lnTo>
                    <a:pt x="8578329" y="3705225"/>
                  </a:lnTo>
                  <a:lnTo>
                    <a:pt x="8635479" y="3705225"/>
                  </a:lnTo>
                  <a:lnTo>
                    <a:pt x="8635479" y="3676650"/>
                  </a:lnTo>
                  <a:close/>
                </a:path>
                <a:path w="11049000" h="3705225">
                  <a:moveTo>
                    <a:pt x="8637727" y="0"/>
                  </a:moveTo>
                  <a:lnTo>
                    <a:pt x="8580577" y="0"/>
                  </a:lnTo>
                  <a:lnTo>
                    <a:pt x="8580577" y="28575"/>
                  </a:lnTo>
                  <a:lnTo>
                    <a:pt x="8637727" y="28575"/>
                  </a:lnTo>
                  <a:lnTo>
                    <a:pt x="8637727" y="0"/>
                  </a:lnTo>
                  <a:close/>
                </a:path>
                <a:path w="11049000" h="3705225">
                  <a:moveTo>
                    <a:pt x="8721090" y="3676650"/>
                  </a:moveTo>
                  <a:lnTo>
                    <a:pt x="8663940" y="3676650"/>
                  </a:lnTo>
                  <a:lnTo>
                    <a:pt x="8663940" y="3705225"/>
                  </a:lnTo>
                  <a:lnTo>
                    <a:pt x="8721090" y="3705225"/>
                  </a:lnTo>
                  <a:lnTo>
                    <a:pt x="8721090" y="3676650"/>
                  </a:lnTo>
                  <a:close/>
                </a:path>
                <a:path w="11049000" h="3705225">
                  <a:moveTo>
                    <a:pt x="8723338" y="0"/>
                  </a:moveTo>
                  <a:lnTo>
                    <a:pt x="8666188" y="0"/>
                  </a:lnTo>
                  <a:lnTo>
                    <a:pt x="8666188" y="28575"/>
                  </a:lnTo>
                  <a:lnTo>
                    <a:pt x="8723338" y="28575"/>
                  </a:lnTo>
                  <a:lnTo>
                    <a:pt x="8723338" y="0"/>
                  </a:lnTo>
                  <a:close/>
                </a:path>
                <a:path w="11049000" h="3705225">
                  <a:moveTo>
                    <a:pt x="8806701" y="3676650"/>
                  </a:moveTo>
                  <a:lnTo>
                    <a:pt x="8749551" y="3676650"/>
                  </a:lnTo>
                  <a:lnTo>
                    <a:pt x="8749551" y="3705225"/>
                  </a:lnTo>
                  <a:lnTo>
                    <a:pt x="8806701" y="3705225"/>
                  </a:lnTo>
                  <a:lnTo>
                    <a:pt x="8806701" y="3676650"/>
                  </a:lnTo>
                  <a:close/>
                </a:path>
                <a:path w="11049000" h="3705225">
                  <a:moveTo>
                    <a:pt x="8808949" y="0"/>
                  </a:moveTo>
                  <a:lnTo>
                    <a:pt x="8751799" y="0"/>
                  </a:lnTo>
                  <a:lnTo>
                    <a:pt x="8751799" y="28575"/>
                  </a:lnTo>
                  <a:lnTo>
                    <a:pt x="8808949" y="28575"/>
                  </a:lnTo>
                  <a:lnTo>
                    <a:pt x="8808949" y="0"/>
                  </a:lnTo>
                  <a:close/>
                </a:path>
                <a:path w="11049000" h="3705225">
                  <a:moveTo>
                    <a:pt x="8892324" y="3676650"/>
                  </a:moveTo>
                  <a:lnTo>
                    <a:pt x="8835174" y="3676650"/>
                  </a:lnTo>
                  <a:lnTo>
                    <a:pt x="8835174" y="3705225"/>
                  </a:lnTo>
                  <a:lnTo>
                    <a:pt x="8892324" y="3705225"/>
                  </a:lnTo>
                  <a:lnTo>
                    <a:pt x="8892324" y="3676650"/>
                  </a:lnTo>
                  <a:close/>
                </a:path>
                <a:path w="11049000" h="3705225">
                  <a:moveTo>
                    <a:pt x="8894559" y="0"/>
                  </a:moveTo>
                  <a:lnTo>
                    <a:pt x="8837409" y="0"/>
                  </a:lnTo>
                  <a:lnTo>
                    <a:pt x="8837409" y="28575"/>
                  </a:lnTo>
                  <a:lnTo>
                    <a:pt x="8894559" y="28575"/>
                  </a:lnTo>
                  <a:lnTo>
                    <a:pt x="8894559" y="0"/>
                  </a:lnTo>
                  <a:close/>
                </a:path>
                <a:path w="11049000" h="3705225">
                  <a:moveTo>
                    <a:pt x="8977935" y="3676650"/>
                  </a:moveTo>
                  <a:lnTo>
                    <a:pt x="8920785" y="3676650"/>
                  </a:lnTo>
                  <a:lnTo>
                    <a:pt x="8920785" y="3705225"/>
                  </a:lnTo>
                  <a:lnTo>
                    <a:pt x="8977935" y="3705225"/>
                  </a:lnTo>
                  <a:lnTo>
                    <a:pt x="8977935" y="3676650"/>
                  </a:lnTo>
                  <a:close/>
                </a:path>
                <a:path w="11049000" h="3705225">
                  <a:moveTo>
                    <a:pt x="8980170" y="0"/>
                  </a:moveTo>
                  <a:lnTo>
                    <a:pt x="8923020" y="0"/>
                  </a:lnTo>
                  <a:lnTo>
                    <a:pt x="8923020" y="28575"/>
                  </a:lnTo>
                  <a:lnTo>
                    <a:pt x="8980170" y="28575"/>
                  </a:lnTo>
                  <a:lnTo>
                    <a:pt x="8980170" y="0"/>
                  </a:lnTo>
                  <a:close/>
                </a:path>
                <a:path w="11049000" h="3705225">
                  <a:moveTo>
                    <a:pt x="9063545" y="3676650"/>
                  </a:moveTo>
                  <a:lnTo>
                    <a:pt x="9006395" y="3676650"/>
                  </a:lnTo>
                  <a:lnTo>
                    <a:pt x="9006395" y="3705225"/>
                  </a:lnTo>
                  <a:lnTo>
                    <a:pt x="9063545" y="3705225"/>
                  </a:lnTo>
                  <a:lnTo>
                    <a:pt x="9063545" y="3676650"/>
                  </a:lnTo>
                  <a:close/>
                </a:path>
                <a:path w="11049000" h="3705225">
                  <a:moveTo>
                    <a:pt x="9065793" y="0"/>
                  </a:moveTo>
                  <a:lnTo>
                    <a:pt x="9008643" y="0"/>
                  </a:lnTo>
                  <a:lnTo>
                    <a:pt x="9008643" y="28575"/>
                  </a:lnTo>
                  <a:lnTo>
                    <a:pt x="9065793" y="28575"/>
                  </a:lnTo>
                  <a:lnTo>
                    <a:pt x="9065793" y="0"/>
                  </a:lnTo>
                  <a:close/>
                </a:path>
                <a:path w="11049000" h="3705225">
                  <a:moveTo>
                    <a:pt x="9149156" y="3676650"/>
                  </a:moveTo>
                  <a:lnTo>
                    <a:pt x="9092006" y="3676650"/>
                  </a:lnTo>
                  <a:lnTo>
                    <a:pt x="9092006" y="3705225"/>
                  </a:lnTo>
                  <a:lnTo>
                    <a:pt x="9149156" y="3705225"/>
                  </a:lnTo>
                  <a:lnTo>
                    <a:pt x="9149156" y="3676650"/>
                  </a:lnTo>
                  <a:close/>
                </a:path>
                <a:path w="11049000" h="3705225">
                  <a:moveTo>
                    <a:pt x="9151404" y="0"/>
                  </a:moveTo>
                  <a:lnTo>
                    <a:pt x="9094254" y="0"/>
                  </a:lnTo>
                  <a:lnTo>
                    <a:pt x="9094254" y="28575"/>
                  </a:lnTo>
                  <a:lnTo>
                    <a:pt x="9151404" y="28575"/>
                  </a:lnTo>
                  <a:lnTo>
                    <a:pt x="9151404" y="0"/>
                  </a:lnTo>
                  <a:close/>
                </a:path>
                <a:path w="11049000" h="3705225">
                  <a:moveTo>
                    <a:pt x="9234767" y="3676650"/>
                  </a:moveTo>
                  <a:lnTo>
                    <a:pt x="9177617" y="3676650"/>
                  </a:lnTo>
                  <a:lnTo>
                    <a:pt x="9177617" y="3705225"/>
                  </a:lnTo>
                  <a:lnTo>
                    <a:pt x="9234767" y="3705225"/>
                  </a:lnTo>
                  <a:lnTo>
                    <a:pt x="9234767" y="3676650"/>
                  </a:lnTo>
                  <a:close/>
                </a:path>
                <a:path w="11049000" h="3705225">
                  <a:moveTo>
                    <a:pt x="9237015" y="0"/>
                  </a:moveTo>
                  <a:lnTo>
                    <a:pt x="9179865" y="0"/>
                  </a:lnTo>
                  <a:lnTo>
                    <a:pt x="9179865" y="28575"/>
                  </a:lnTo>
                  <a:lnTo>
                    <a:pt x="9237015" y="28575"/>
                  </a:lnTo>
                  <a:lnTo>
                    <a:pt x="9237015" y="0"/>
                  </a:lnTo>
                  <a:close/>
                </a:path>
                <a:path w="11049000" h="3705225">
                  <a:moveTo>
                    <a:pt x="9320378" y="3676650"/>
                  </a:moveTo>
                  <a:lnTo>
                    <a:pt x="9263228" y="3676650"/>
                  </a:lnTo>
                  <a:lnTo>
                    <a:pt x="9263228" y="3705225"/>
                  </a:lnTo>
                  <a:lnTo>
                    <a:pt x="9320378" y="3705225"/>
                  </a:lnTo>
                  <a:lnTo>
                    <a:pt x="9320378" y="3676650"/>
                  </a:lnTo>
                  <a:close/>
                </a:path>
                <a:path w="11049000" h="3705225">
                  <a:moveTo>
                    <a:pt x="9322625" y="0"/>
                  </a:moveTo>
                  <a:lnTo>
                    <a:pt x="9265475" y="0"/>
                  </a:lnTo>
                  <a:lnTo>
                    <a:pt x="9265475" y="28575"/>
                  </a:lnTo>
                  <a:lnTo>
                    <a:pt x="9322625" y="28575"/>
                  </a:lnTo>
                  <a:lnTo>
                    <a:pt x="9322625" y="0"/>
                  </a:lnTo>
                  <a:close/>
                </a:path>
                <a:path w="11049000" h="3705225">
                  <a:moveTo>
                    <a:pt x="9406001" y="3676650"/>
                  </a:moveTo>
                  <a:lnTo>
                    <a:pt x="9348851" y="3676650"/>
                  </a:lnTo>
                  <a:lnTo>
                    <a:pt x="9348851" y="3705225"/>
                  </a:lnTo>
                  <a:lnTo>
                    <a:pt x="9406001" y="3705225"/>
                  </a:lnTo>
                  <a:lnTo>
                    <a:pt x="9406001" y="3676650"/>
                  </a:lnTo>
                  <a:close/>
                </a:path>
                <a:path w="11049000" h="3705225">
                  <a:moveTo>
                    <a:pt x="9408236" y="0"/>
                  </a:moveTo>
                  <a:lnTo>
                    <a:pt x="9351086" y="0"/>
                  </a:lnTo>
                  <a:lnTo>
                    <a:pt x="9351086" y="28575"/>
                  </a:lnTo>
                  <a:lnTo>
                    <a:pt x="9408236" y="28575"/>
                  </a:lnTo>
                  <a:lnTo>
                    <a:pt x="9408236" y="0"/>
                  </a:lnTo>
                  <a:close/>
                </a:path>
                <a:path w="11049000" h="3705225">
                  <a:moveTo>
                    <a:pt x="9491612" y="3676650"/>
                  </a:moveTo>
                  <a:lnTo>
                    <a:pt x="9434462" y="3676650"/>
                  </a:lnTo>
                  <a:lnTo>
                    <a:pt x="9434462" y="3705225"/>
                  </a:lnTo>
                  <a:lnTo>
                    <a:pt x="9491612" y="3705225"/>
                  </a:lnTo>
                  <a:lnTo>
                    <a:pt x="9491612" y="3676650"/>
                  </a:lnTo>
                  <a:close/>
                </a:path>
                <a:path w="11049000" h="3705225">
                  <a:moveTo>
                    <a:pt x="9493860" y="0"/>
                  </a:moveTo>
                  <a:lnTo>
                    <a:pt x="9436710" y="0"/>
                  </a:lnTo>
                  <a:lnTo>
                    <a:pt x="9436710" y="28575"/>
                  </a:lnTo>
                  <a:lnTo>
                    <a:pt x="9493860" y="28575"/>
                  </a:lnTo>
                  <a:lnTo>
                    <a:pt x="9493860" y="0"/>
                  </a:lnTo>
                  <a:close/>
                </a:path>
                <a:path w="11049000" h="3705225">
                  <a:moveTo>
                    <a:pt x="9577222" y="3676650"/>
                  </a:moveTo>
                  <a:lnTo>
                    <a:pt x="9520072" y="3676650"/>
                  </a:lnTo>
                  <a:lnTo>
                    <a:pt x="9520072" y="3705225"/>
                  </a:lnTo>
                  <a:lnTo>
                    <a:pt x="9577222" y="3705225"/>
                  </a:lnTo>
                  <a:lnTo>
                    <a:pt x="9577222" y="3676650"/>
                  </a:lnTo>
                  <a:close/>
                </a:path>
                <a:path w="11049000" h="3705225">
                  <a:moveTo>
                    <a:pt x="9579470" y="0"/>
                  </a:moveTo>
                  <a:lnTo>
                    <a:pt x="9522320" y="0"/>
                  </a:lnTo>
                  <a:lnTo>
                    <a:pt x="9522320" y="28575"/>
                  </a:lnTo>
                  <a:lnTo>
                    <a:pt x="9579470" y="28575"/>
                  </a:lnTo>
                  <a:lnTo>
                    <a:pt x="9579470" y="0"/>
                  </a:lnTo>
                  <a:close/>
                </a:path>
                <a:path w="11049000" h="3705225">
                  <a:moveTo>
                    <a:pt x="9662833" y="3676650"/>
                  </a:moveTo>
                  <a:lnTo>
                    <a:pt x="9605683" y="3676650"/>
                  </a:lnTo>
                  <a:lnTo>
                    <a:pt x="9605683" y="3705225"/>
                  </a:lnTo>
                  <a:lnTo>
                    <a:pt x="9662833" y="3705225"/>
                  </a:lnTo>
                  <a:lnTo>
                    <a:pt x="9662833" y="3676650"/>
                  </a:lnTo>
                  <a:close/>
                </a:path>
                <a:path w="11049000" h="3705225">
                  <a:moveTo>
                    <a:pt x="9665081" y="0"/>
                  </a:moveTo>
                  <a:lnTo>
                    <a:pt x="9607931" y="0"/>
                  </a:lnTo>
                  <a:lnTo>
                    <a:pt x="9607931" y="28575"/>
                  </a:lnTo>
                  <a:lnTo>
                    <a:pt x="9665081" y="28575"/>
                  </a:lnTo>
                  <a:lnTo>
                    <a:pt x="9665081" y="0"/>
                  </a:lnTo>
                  <a:close/>
                </a:path>
                <a:path w="11049000" h="3705225">
                  <a:moveTo>
                    <a:pt x="9748444" y="3676650"/>
                  </a:moveTo>
                  <a:lnTo>
                    <a:pt x="9691294" y="3676650"/>
                  </a:lnTo>
                  <a:lnTo>
                    <a:pt x="9691294" y="3705225"/>
                  </a:lnTo>
                  <a:lnTo>
                    <a:pt x="9748444" y="3705225"/>
                  </a:lnTo>
                  <a:lnTo>
                    <a:pt x="9748444" y="3676650"/>
                  </a:lnTo>
                  <a:close/>
                </a:path>
                <a:path w="11049000" h="3705225">
                  <a:moveTo>
                    <a:pt x="9750692" y="0"/>
                  </a:moveTo>
                  <a:lnTo>
                    <a:pt x="9693542" y="0"/>
                  </a:lnTo>
                  <a:lnTo>
                    <a:pt x="9693542" y="28575"/>
                  </a:lnTo>
                  <a:lnTo>
                    <a:pt x="9750692" y="28575"/>
                  </a:lnTo>
                  <a:lnTo>
                    <a:pt x="9750692" y="0"/>
                  </a:lnTo>
                  <a:close/>
                </a:path>
                <a:path w="11049000" h="3705225">
                  <a:moveTo>
                    <a:pt x="9834067" y="3676650"/>
                  </a:moveTo>
                  <a:lnTo>
                    <a:pt x="9776917" y="3676650"/>
                  </a:lnTo>
                  <a:lnTo>
                    <a:pt x="9776917" y="3705225"/>
                  </a:lnTo>
                  <a:lnTo>
                    <a:pt x="9834067" y="3705225"/>
                  </a:lnTo>
                  <a:lnTo>
                    <a:pt x="9834067" y="3676650"/>
                  </a:lnTo>
                  <a:close/>
                </a:path>
                <a:path w="11049000" h="3705225">
                  <a:moveTo>
                    <a:pt x="9836302" y="0"/>
                  </a:moveTo>
                  <a:lnTo>
                    <a:pt x="9779152" y="0"/>
                  </a:lnTo>
                  <a:lnTo>
                    <a:pt x="9779152" y="28575"/>
                  </a:lnTo>
                  <a:lnTo>
                    <a:pt x="9836302" y="28575"/>
                  </a:lnTo>
                  <a:lnTo>
                    <a:pt x="9836302" y="0"/>
                  </a:lnTo>
                  <a:close/>
                </a:path>
                <a:path w="11049000" h="3705225">
                  <a:moveTo>
                    <a:pt x="9919678" y="3676650"/>
                  </a:moveTo>
                  <a:lnTo>
                    <a:pt x="9862528" y="3676650"/>
                  </a:lnTo>
                  <a:lnTo>
                    <a:pt x="9862528" y="3705225"/>
                  </a:lnTo>
                  <a:lnTo>
                    <a:pt x="9919678" y="3705225"/>
                  </a:lnTo>
                  <a:lnTo>
                    <a:pt x="9919678" y="3676650"/>
                  </a:lnTo>
                  <a:close/>
                </a:path>
                <a:path w="11049000" h="3705225">
                  <a:moveTo>
                    <a:pt x="9921913" y="0"/>
                  </a:moveTo>
                  <a:lnTo>
                    <a:pt x="9864763" y="0"/>
                  </a:lnTo>
                  <a:lnTo>
                    <a:pt x="9864763" y="28575"/>
                  </a:lnTo>
                  <a:lnTo>
                    <a:pt x="9921913" y="28575"/>
                  </a:lnTo>
                  <a:lnTo>
                    <a:pt x="9921913" y="0"/>
                  </a:lnTo>
                  <a:close/>
                </a:path>
                <a:path w="11049000" h="3705225">
                  <a:moveTo>
                    <a:pt x="10005289" y="3676650"/>
                  </a:moveTo>
                  <a:lnTo>
                    <a:pt x="9948139" y="3676650"/>
                  </a:lnTo>
                  <a:lnTo>
                    <a:pt x="9948139" y="3705225"/>
                  </a:lnTo>
                  <a:lnTo>
                    <a:pt x="10005289" y="3705225"/>
                  </a:lnTo>
                  <a:lnTo>
                    <a:pt x="10005289" y="3676650"/>
                  </a:lnTo>
                  <a:close/>
                </a:path>
                <a:path w="11049000" h="3705225">
                  <a:moveTo>
                    <a:pt x="10007536" y="0"/>
                  </a:moveTo>
                  <a:lnTo>
                    <a:pt x="9950386" y="0"/>
                  </a:lnTo>
                  <a:lnTo>
                    <a:pt x="9950386" y="28575"/>
                  </a:lnTo>
                  <a:lnTo>
                    <a:pt x="10007536" y="28575"/>
                  </a:lnTo>
                  <a:lnTo>
                    <a:pt x="10007536" y="0"/>
                  </a:lnTo>
                  <a:close/>
                </a:path>
                <a:path w="11049000" h="3705225">
                  <a:moveTo>
                    <a:pt x="10090899" y="3676650"/>
                  </a:moveTo>
                  <a:lnTo>
                    <a:pt x="10033749" y="3676650"/>
                  </a:lnTo>
                  <a:lnTo>
                    <a:pt x="10033749" y="3705225"/>
                  </a:lnTo>
                  <a:lnTo>
                    <a:pt x="10090899" y="3705225"/>
                  </a:lnTo>
                  <a:lnTo>
                    <a:pt x="10090899" y="3676650"/>
                  </a:lnTo>
                  <a:close/>
                </a:path>
                <a:path w="11049000" h="3705225">
                  <a:moveTo>
                    <a:pt x="10093147" y="0"/>
                  </a:moveTo>
                  <a:lnTo>
                    <a:pt x="10035997" y="0"/>
                  </a:lnTo>
                  <a:lnTo>
                    <a:pt x="10035997" y="28575"/>
                  </a:lnTo>
                  <a:lnTo>
                    <a:pt x="10093147" y="28575"/>
                  </a:lnTo>
                  <a:lnTo>
                    <a:pt x="10093147" y="0"/>
                  </a:lnTo>
                  <a:close/>
                </a:path>
                <a:path w="11049000" h="3705225">
                  <a:moveTo>
                    <a:pt x="10176510" y="3676650"/>
                  </a:moveTo>
                  <a:lnTo>
                    <a:pt x="10119360" y="3676650"/>
                  </a:lnTo>
                  <a:lnTo>
                    <a:pt x="10119360" y="3705225"/>
                  </a:lnTo>
                  <a:lnTo>
                    <a:pt x="10176510" y="3705225"/>
                  </a:lnTo>
                  <a:lnTo>
                    <a:pt x="10176510" y="3676650"/>
                  </a:lnTo>
                  <a:close/>
                </a:path>
                <a:path w="11049000" h="3705225">
                  <a:moveTo>
                    <a:pt x="10178758" y="0"/>
                  </a:moveTo>
                  <a:lnTo>
                    <a:pt x="10121608" y="0"/>
                  </a:lnTo>
                  <a:lnTo>
                    <a:pt x="10121608" y="28575"/>
                  </a:lnTo>
                  <a:lnTo>
                    <a:pt x="10178758" y="28575"/>
                  </a:lnTo>
                  <a:lnTo>
                    <a:pt x="10178758" y="0"/>
                  </a:lnTo>
                  <a:close/>
                </a:path>
                <a:path w="11049000" h="3705225">
                  <a:moveTo>
                    <a:pt x="10262121" y="3676650"/>
                  </a:moveTo>
                  <a:lnTo>
                    <a:pt x="10204971" y="3676650"/>
                  </a:lnTo>
                  <a:lnTo>
                    <a:pt x="10204971" y="3705225"/>
                  </a:lnTo>
                  <a:lnTo>
                    <a:pt x="10262121" y="3705225"/>
                  </a:lnTo>
                  <a:lnTo>
                    <a:pt x="10262121" y="3676650"/>
                  </a:lnTo>
                  <a:close/>
                </a:path>
                <a:path w="11049000" h="3705225">
                  <a:moveTo>
                    <a:pt x="10264369" y="0"/>
                  </a:moveTo>
                  <a:lnTo>
                    <a:pt x="10207219" y="0"/>
                  </a:lnTo>
                  <a:lnTo>
                    <a:pt x="10207219" y="28575"/>
                  </a:lnTo>
                  <a:lnTo>
                    <a:pt x="10264369" y="28575"/>
                  </a:lnTo>
                  <a:lnTo>
                    <a:pt x="10264369" y="0"/>
                  </a:lnTo>
                  <a:close/>
                </a:path>
                <a:path w="11049000" h="3705225">
                  <a:moveTo>
                    <a:pt x="10347731" y="3676650"/>
                  </a:moveTo>
                  <a:lnTo>
                    <a:pt x="10290581" y="3676650"/>
                  </a:lnTo>
                  <a:lnTo>
                    <a:pt x="10290581" y="3705225"/>
                  </a:lnTo>
                  <a:lnTo>
                    <a:pt x="10347731" y="3705225"/>
                  </a:lnTo>
                  <a:lnTo>
                    <a:pt x="10347731" y="3676650"/>
                  </a:lnTo>
                  <a:close/>
                </a:path>
                <a:path w="11049000" h="3705225">
                  <a:moveTo>
                    <a:pt x="10349979" y="0"/>
                  </a:moveTo>
                  <a:lnTo>
                    <a:pt x="10292829" y="0"/>
                  </a:lnTo>
                  <a:lnTo>
                    <a:pt x="10292829" y="28575"/>
                  </a:lnTo>
                  <a:lnTo>
                    <a:pt x="10349979" y="28575"/>
                  </a:lnTo>
                  <a:lnTo>
                    <a:pt x="10349979" y="0"/>
                  </a:lnTo>
                  <a:close/>
                </a:path>
                <a:path w="11049000" h="3705225">
                  <a:moveTo>
                    <a:pt x="10433355" y="3676650"/>
                  </a:moveTo>
                  <a:lnTo>
                    <a:pt x="10376205" y="3676650"/>
                  </a:lnTo>
                  <a:lnTo>
                    <a:pt x="10376205" y="3705225"/>
                  </a:lnTo>
                  <a:lnTo>
                    <a:pt x="10433355" y="3705225"/>
                  </a:lnTo>
                  <a:lnTo>
                    <a:pt x="10433355" y="3676650"/>
                  </a:lnTo>
                  <a:close/>
                </a:path>
                <a:path w="11049000" h="3705225">
                  <a:moveTo>
                    <a:pt x="10435590" y="0"/>
                  </a:moveTo>
                  <a:lnTo>
                    <a:pt x="10378440" y="0"/>
                  </a:lnTo>
                  <a:lnTo>
                    <a:pt x="10378440" y="28575"/>
                  </a:lnTo>
                  <a:lnTo>
                    <a:pt x="10435590" y="28575"/>
                  </a:lnTo>
                  <a:lnTo>
                    <a:pt x="10435590" y="0"/>
                  </a:lnTo>
                  <a:close/>
                </a:path>
                <a:path w="11049000" h="3705225">
                  <a:moveTo>
                    <a:pt x="10518965" y="3676650"/>
                  </a:moveTo>
                  <a:lnTo>
                    <a:pt x="10461815" y="3676650"/>
                  </a:lnTo>
                  <a:lnTo>
                    <a:pt x="10461815" y="3705225"/>
                  </a:lnTo>
                  <a:lnTo>
                    <a:pt x="10518965" y="3705225"/>
                  </a:lnTo>
                  <a:lnTo>
                    <a:pt x="10518965" y="3676650"/>
                  </a:lnTo>
                  <a:close/>
                </a:path>
                <a:path w="11049000" h="3705225">
                  <a:moveTo>
                    <a:pt x="10521213" y="0"/>
                  </a:moveTo>
                  <a:lnTo>
                    <a:pt x="10464063" y="0"/>
                  </a:lnTo>
                  <a:lnTo>
                    <a:pt x="10464063" y="28575"/>
                  </a:lnTo>
                  <a:lnTo>
                    <a:pt x="10521213" y="28575"/>
                  </a:lnTo>
                  <a:lnTo>
                    <a:pt x="10521213" y="0"/>
                  </a:lnTo>
                  <a:close/>
                </a:path>
                <a:path w="11049000" h="3705225">
                  <a:moveTo>
                    <a:pt x="10604576" y="3676650"/>
                  </a:moveTo>
                  <a:lnTo>
                    <a:pt x="10547426" y="3676650"/>
                  </a:lnTo>
                  <a:lnTo>
                    <a:pt x="10547426" y="3705225"/>
                  </a:lnTo>
                  <a:lnTo>
                    <a:pt x="10604576" y="3705225"/>
                  </a:lnTo>
                  <a:lnTo>
                    <a:pt x="10604576" y="3676650"/>
                  </a:lnTo>
                  <a:close/>
                </a:path>
                <a:path w="11049000" h="3705225">
                  <a:moveTo>
                    <a:pt x="10606824" y="0"/>
                  </a:moveTo>
                  <a:lnTo>
                    <a:pt x="10549674" y="0"/>
                  </a:lnTo>
                  <a:lnTo>
                    <a:pt x="10549674" y="28575"/>
                  </a:lnTo>
                  <a:lnTo>
                    <a:pt x="10606824" y="28575"/>
                  </a:lnTo>
                  <a:lnTo>
                    <a:pt x="10606824" y="0"/>
                  </a:lnTo>
                  <a:close/>
                </a:path>
                <a:path w="11049000" h="3705225">
                  <a:moveTo>
                    <a:pt x="10690187" y="3676650"/>
                  </a:moveTo>
                  <a:lnTo>
                    <a:pt x="10633037" y="3676650"/>
                  </a:lnTo>
                  <a:lnTo>
                    <a:pt x="10633037" y="3705225"/>
                  </a:lnTo>
                  <a:lnTo>
                    <a:pt x="10690187" y="3705225"/>
                  </a:lnTo>
                  <a:lnTo>
                    <a:pt x="10690187" y="3676650"/>
                  </a:lnTo>
                  <a:close/>
                </a:path>
                <a:path w="11049000" h="3705225">
                  <a:moveTo>
                    <a:pt x="10692435" y="0"/>
                  </a:moveTo>
                  <a:lnTo>
                    <a:pt x="10635285" y="0"/>
                  </a:lnTo>
                  <a:lnTo>
                    <a:pt x="10635285" y="28575"/>
                  </a:lnTo>
                  <a:lnTo>
                    <a:pt x="10692435" y="28575"/>
                  </a:lnTo>
                  <a:lnTo>
                    <a:pt x="10692435" y="0"/>
                  </a:lnTo>
                  <a:close/>
                </a:path>
                <a:path w="11049000" h="3705225">
                  <a:moveTo>
                    <a:pt x="10775798" y="3676650"/>
                  </a:moveTo>
                  <a:lnTo>
                    <a:pt x="10718648" y="3676650"/>
                  </a:lnTo>
                  <a:lnTo>
                    <a:pt x="10718648" y="3705225"/>
                  </a:lnTo>
                  <a:lnTo>
                    <a:pt x="10775798" y="3705225"/>
                  </a:lnTo>
                  <a:lnTo>
                    <a:pt x="10775798" y="3676650"/>
                  </a:lnTo>
                  <a:close/>
                </a:path>
                <a:path w="11049000" h="3705225">
                  <a:moveTo>
                    <a:pt x="10778046" y="0"/>
                  </a:moveTo>
                  <a:lnTo>
                    <a:pt x="10720896" y="0"/>
                  </a:lnTo>
                  <a:lnTo>
                    <a:pt x="10720896" y="28575"/>
                  </a:lnTo>
                  <a:lnTo>
                    <a:pt x="10778046" y="28575"/>
                  </a:lnTo>
                  <a:lnTo>
                    <a:pt x="10778046" y="0"/>
                  </a:lnTo>
                  <a:close/>
                </a:path>
                <a:path w="11049000" h="3705225">
                  <a:moveTo>
                    <a:pt x="10861408" y="3705085"/>
                  </a:moveTo>
                  <a:lnTo>
                    <a:pt x="10860977" y="3676650"/>
                  </a:lnTo>
                  <a:lnTo>
                    <a:pt x="10804271" y="3676650"/>
                  </a:lnTo>
                  <a:lnTo>
                    <a:pt x="10804271" y="3705225"/>
                  </a:lnTo>
                  <a:lnTo>
                    <a:pt x="10858500" y="3705225"/>
                  </a:lnTo>
                  <a:lnTo>
                    <a:pt x="10861408" y="3705085"/>
                  </a:lnTo>
                  <a:close/>
                </a:path>
                <a:path w="11049000" h="3705225">
                  <a:moveTo>
                    <a:pt x="10863644" y="254"/>
                  </a:moveTo>
                  <a:lnTo>
                    <a:pt x="10858500" y="0"/>
                  </a:lnTo>
                  <a:lnTo>
                    <a:pt x="10806506" y="0"/>
                  </a:lnTo>
                  <a:lnTo>
                    <a:pt x="10806506" y="28575"/>
                  </a:lnTo>
                  <a:lnTo>
                    <a:pt x="10858500" y="28575"/>
                  </a:lnTo>
                  <a:lnTo>
                    <a:pt x="10862882" y="28790"/>
                  </a:lnTo>
                  <a:lnTo>
                    <a:pt x="10862882" y="28575"/>
                  </a:lnTo>
                  <a:lnTo>
                    <a:pt x="10863644" y="254"/>
                  </a:lnTo>
                  <a:close/>
                </a:path>
                <a:path w="11049000" h="3705225">
                  <a:moveTo>
                    <a:pt x="10948200" y="3682809"/>
                  </a:moveTo>
                  <a:lnTo>
                    <a:pt x="10934738" y="3657600"/>
                  </a:lnTo>
                  <a:lnTo>
                    <a:pt x="10920476" y="3664331"/>
                  </a:lnTo>
                  <a:lnTo>
                    <a:pt x="10905439" y="3669728"/>
                  </a:lnTo>
                  <a:lnTo>
                    <a:pt x="10890098" y="3673576"/>
                  </a:lnTo>
                  <a:lnTo>
                    <a:pt x="10885703" y="3674224"/>
                  </a:lnTo>
                  <a:lnTo>
                    <a:pt x="10890504" y="3702367"/>
                  </a:lnTo>
                  <a:lnTo>
                    <a:pt x="10895673" y="3701605"/>
                  </a:lnTo>
                  <a:lnTo>
                    <a:pt x="10913720" y="3697071"/>
                  </a:lnTo>
                  <a:lnTo>
                    <a:pt x="10931411" y="3690734"/>
                  </a:lnTo>
                  <a:lnTo>
                    <a:pt x="10948200" y="3682809"/>
                  </a:lnTo>
                  <a:close/>
                </a:path>
                <a:path w="11049000" h="3705225">
                  <a:moveTo>
                    <a:pt x="10950232" y="23622"/>
                  </a:moveTo>
                  <a:lnTo>
                    <a:pt x="10913720" y="8166"/>
                  </a:lnTo>
                  <a:lnTo>
                    <a:pt x="10892854" y="3213"/>
                  </a:lnTo>
                  <a:lnTo>
                    <a:pt x="10892777" y="3632"/>
                  </a:lnTo>
                  <a:lnTo>
                    <a:pt x="10887697" y="31305"/>
                  </a:lnTo>
                  <a:lnTo>
                    <a:pt x="10934916" y="47726"/>
                  </a:lnTo>
                  <a:lnTo>
                    <a:pt x="10936478" y="48653"/>
                  </a:lnTo>
                  <a:lnTo>
                    <a:pt x="10950232" y="23622"/>
                  </a:lnTo>
                  <a:close/>
                </a:path>
                <a:path w="11049000" h="3705225">
                  <a:moveTo>
                    <a:pt x="11015663" y="3622294"/>
                  </a:moveTo>
                  <a:lnTo>
                    <a:pt x="10992091" y="3606165"/>
                  </a:lnTo>
                  <a:lnTo>
                    <a:pt x="10983735" y="3617404"/>
                  </a:lnTo>
                  <a:lnTo>
                    <a:pt x="10973003" y="3629228"/>
                  </a:lnTo>
                  <a:lnTo>
                    <a:pt x="10961180" y="3639959"/>
                  </a:lnTo>
                  <a:lnTo>
                    <a:pt x="10956252" y="3643617"/>
                  </a:lnTo>
                  <a:lnTo>
                    <a:pt x="10973499" y="3666363"/>
                  </a:lnTo>
                  <a:lnTo>
                    <a:pt x="10979302" y="3662057"/>
                  </a:lnTo>
                  <a:lnTo>
                    <a:pt x="10993209" y="3649434"/>
                  </a:lnTo>
                  <a:lnTo>
                    <a:pt x="11005833" y="3635527"/>
                  </a:lnTo>
                  <a:lnTo>
                    <a:pt x="11015663" y="3622294"/>
                  </a:lnTo>
                  <a:close/>
                </a:path>
                <a:path w="11049000" h="3705225">
                  <a:moveTo>
                    <a:pt x="11017072" y="84886"/>
                  </a:moveTo>
                  <a:lnTo>
                    <a:pt x="10979302" y="43167"/>
                  </a:lnTo>
                  <a:lnTo>
                    <a:pt x="10975429" y="40297"/>
                  </a:lnTo>
                  <a:lnTo>
                    <a:pt x="10957890" y="62839"/>
                  </a:lnTo>
                  <a:lnTo>
                    <a:pt x="10961180" y="65278"/>
                  </a:lnTo>
                  <a:lnTo>
                    <a:pt x="10973003" y="76009"/>
                  </a:lnTo>
                  <a:lnTo>
                    <a:pt x="10983735" y="87833"/>
                  </a:lnTo>
                  <a:lnTo>
                    <a:pt x="10993171" y="100533"/>
                  </a:lnTo>
                  <a:lnTo>
                    <a:pt x="10993285" y="100723"/>
                  </a:lnTo>
                  <a:lnTo>
                    <a:pt x="11017072" y="84886"/>
                  </a:lnTo>
                  <a:close/>
                </a:path>
                <a:path w="11049000" h="3705225">
                  <a:moveTo>
                    <a:pt x="11047476" y="3537737"/>
                  </a:moveTo>
                  <a:lnTo>
                    <a:pt x="11019130" y="3534283"/>
                  </a:lnTo>
                  <a:lnTo>
                    <a:pt x="11017352" y="3546322"/>
                  </a:lnTo>
                  <a:lnTo>
                    <a:pt x="11013491" y="3561664"/>
                  </a:lnTo>
                  <a:lnTo>
                    <a:pt x="11008106" y="3576701"/>
                  </a:lnTo>
                  <a:lnTo>
                    <a:pt x="11004664" y="3583978"/>
                  </a:lnTo>
                  <a:lnTo>
                    <a:pt x="11030458" y="3596195"/>
                  </a:lnTo>
                  <a:lnTo>
                    <a:pt x="11034509" y="3587635"/>
                  </a:lnTo>
                  <a:lnTo>
                    <a:pt x="11040847" y="3569944"/>
                  </a:lnTo>
                  <a:lnTo>
                    <a:pt x="11045381" y="3551898"/>
                  </a:lnTo>
                  <a:lnTo>
                    <a:pt x="11047476" y="3537737"/>
                  </a:lnTo>
                  <a:close/>
                </a:path>
                <a:path w="11049000" h="3705225">
                  <a:moveTo>
                    <a:pt x="11047819" y="169811"/>
                  </a:moveTo>
                  <a:lnTo>
                    <a:pt x="11045381" y="153339"/>
                  </a:lnTo>
                  <a:lnTo>
                    <a:pt x="11040847" y="135293"/>
                  </a:lnTo>
                  <a:lnTo>
                    <a:pt x="11034509" y="117602"/>
                  </a:lnTo>
                  <a:lnTo>
                    <a:pt x="11031461" y="111150"/>
                  </a:lnTo>
                  <a:lnTo>
                    <a:pt x="11005515" y="123050"/>
                  </a:lnTo>
                  <a:lnTo>
                    <a:pt x="11008106" y="128536"/>
                  </a:lnTo>
                  <a:lnTo>
                    <a:pt x="11013491" y="143573"/>
                  </a:lnTo>
                  <a:lnTo>
                    <a:pt x="11017352" y="158915"/>
                  </a:lnTo>
                  <a:lnTo>
                    <a:pt x="11019422" y="172910"/>
                  </a:lnTo>
                  <a:lnTo>
                    <a:pt x="11047819" y="169811"/>
                  </a:lnTo>
                  <a:close/>
                </a:path>
                <a:path w="11049000" h="3705225">
                  <a:moveTo>
                    <a:pt x="11049000" y="3451809"/>
                  </a:moveTo>
                  <a:lnTo>
                    <a:pt x="11020425" y="3451809"/>
                  </a:lnTo>
                  <a:lnTo>
                    <a:pt x="11020425" y="3508959"/>
                  </a:lnTo>
                  <a:lnTo>
                    <a:pt x="11049000" y="3508959"/>
                  </a:lnTo>
                  <a:lnTo>
                    <a:pt x="11049000" y="3451809"/>
                  </a:lnTo>
                  <a:close/>
                </a:path>
                <a:path w="11049000" h="3705225">
                  <a:moveTo>
                    <a:pt x="11049000" y="3366198"/>
                  </a:moveTo>
                  <a:lnTo>
                    <a:pt x="11020425" y="3366198"/>
                  </a:lnTo>
                  <a:lnTo>
                    <a:pt x="11020425" y="3423348"/>
                  </a:lnTo>
                  <a:lnTo>
                    <a:pt x="11049000" y="3423348"/>
                  </a:lnTo>
                  <a:lnTo>
                    <a:pt x="11049000" y="3366198"/>
                  </a:lnTo>
                  <a:close/>
                </a:path>
                <a:path w="11049000" h="3705225">
                  <a:moveTo>
                    <a:pt x="11049000" y="3280587"/>
                  </a:moveTo>
                  <a:lnTo>
                    <a:pt x="11020425" y="3280587"/>
                  </a:lnTo>
                  <a:lnTo>
                    <a:pt x="11020425" y="3337737"/>
                  </a:lnTo>
                  <a:lnTo>
                    <a:pt x="11049000" y="3337737"/>
                  </a:lnTo>
                  <a:lnTo>
                    <a:pt x="11049000" y="3280587"/>
                  </a:lnTo>
                  <a:close/>
                </a:path>
                <a:path w="11049000" h="3705225">
                  <a:moveTo>
                    <a:pt x="11049000" y="3194977"/>
                  </a:moveTo>
                  <a:lnTo>
                    <a:pt x="11020425" y="3194977"/>
                  </a:lnTo>
                  <a:lnTo>
                    <a:pt x="11020425" y="3252127"/>
                  </a:lnTo>
                  <a:lnTo>
                    <a:pt x="11049000" y="3252127"/>
                  </a:lnTo>
                  <a:lnTo>
                    <a:pt x="11049000" y="3194977"/>
                  </a:lnTo>
                  <a:close/>
                </a:path>
                <a:path w="11049000" h="3705225">
                  <a:moveTo>
                    <a:pt x="11049000" y="3109366"/>
                  </a:moveTo>
                  <a:lnTo>
                    <a:pt x="11020425" y="3109366"/>
                  </a:lnTo>
                  <a:lnTo>
                    <a:pt x="11020425" y="3166516"/>
                  </a:lnTo>
                  <a:lnTo>
                    <a:pt x="11049000" y="3166516"/>
                  </a:lnTo>
                  <a:lnTo>
                    <a:pt x="11049000" y="3109366"/>
                  </a:lnTo>
                  <a:close/>
                </a:path>
                <a:path w="11049000" h="3705225">
                  <a:moveTo>
                    <a:pt x="11049000" y="3023743"/>
                  </a:moveTo>
                  <a:lnTo>
                    <a:pt x="11020425" y="3023743"/>
                  </a:lnTo>
                  <a:lnTo>
                    <a:pt x="11020425" y="3080893"/>
                  </a:lnTo>
                  <a:lnTo>
                    <a:pt x="11049000" y="3080893"/>
                  </a:lnTo>
                  <a:lnTo>
                    <a:pt x="11049000" y="3023743"/>
                  </a:lnTo>
                  <a:close/>
                </a:path>
                <a:path w="11049000" h="3705225">
                  <a:moveTo>
                    <a:pt x="11049000" y="2938132"/>
                  </a:moveTo>
                  <a:lnTo>
                    <a:pt x="11020425" y="2938132"/>
                  </a:lnTo>
                  <a:lnTo>
                    <a:pt x="11020425" y="2995282"/>
                  </a:lnTo>
                  <a:lnTo>
                    <a:pt x="11049000" y="2995282"/>
                  </a:lnTo>
                  <a:lnTo>
                    <a:pt x="11049000" y="2938132"/>
                  </a:lnTo>
                  <a:close/>
                </a:path>
                <a:path w="11049000" h="3705225">
                  <a:moveTo>
                    <a:pt x="11049000" y="2852521"/>
                  </a:moveTo>
                  <a:lnTo>
                    <a:pt x="11020425" y="2852521"/>
                  </a:lnTo>
                  <a:lnTo>
                    <a:pt x="11020425" y="2909671"/>
                  </a:lnTo>
                  <a:lnTo>
                    <a:pt x="11049000" y="2909671"/>
                  </a:lnTo>
                  <a:lnTo>
                    <a:pt x="11049000" y="2852521"/>
                  </a:lnTo>
                  <a:close/>
                </a:path>
                <a:path w="11049000" h="3705225">
                  <a:moveTo>
                    <a:pt x="11049000" y="2766911"/>
                  </a:moveTo>
                  <a:lnTo>
                    <a:pt x="11020425" y="2766911"/>
                  </a:lnTo>
                  <a:lnTo>
                    <a:pt x="11020425" y="2824061"/>
                  </a:lnTo>
                  <a:lnTo>
                    <a:pt x="11049000" y="2824061"/>
                  </a:lnTo>
                  <a:lnTo>
                    <a:pt x="11049000" y="2766911"/>
                  </a:lnTo>
                  <a:close/>
                </a:path>
                <a:path w="11049000" h="3705225">
                  <a:moveTo>
                    <a:pt x="11049000" y="2681300"/>
                  </a:moveTo>
                  <a:lnTo>
                    <a:pt x="11020425" y="2681300"/>
                  </a:lnTo>
                  <a:lnTo>
                    <a:pt x="11020425" y="2738450"/>
                  </a:lnTo>
                  <a:lnTo>
                    <a:pt x="11049000" y="2738450"/>
                  </a:lnTo>
                  <a:lnTo>
                    <a:pt x="11049000" y="2681300"/>
                  </a:lnTo>
                  <a:close/>
                </a:path>
                <a:path w="11049000" h="3705225">
                  <a:moveTo>
                    <a:pt x="11049000" y="2595676"/>
                  </a:moveTo>
                  <a:lnTo>
                    <a:pt x="11020425" y="2595676"/>
                  </a:lnTo>
                  <a:lnTo>
                    <a:pt x="11020425" y="2652826"/>
                  </a:lnTo>
                  <a:lnTo>
                    <a:pt x="11049000" y="2652826"/>
                  </a:lnTo>
                  <a:lnTo>
                    <a:pt x="11049000" y="2595676"/>
                  </a:lnTo>
                  <a:close/>
                </a:path>
                <a:path w="11049000" h="3705225">
                  <a:moveTo>
                    <a:pt x="11049000" y="2510066"/>
                  </a:moveTo>
                  <a:lnTo>
                    <a:pt x="11020425" y="2510066"/>
                  </a:lnTo>
                  <a:lnTo>
                    <a:pt x="11020425" y="2567216"/>
                  </a:lnTo>
                  <a:lnTo>
                    <a:pt x="11049000" y="2567216"/>
                  </a:lnTo>
                  <a:lnTo>
                    <a:pt x="11049000" y="2510066"/>
                  </a:lnTo>
                  <a:close/>
                </a:path>
                <a:path w="11049000" h="3705225">
                  <a:moveTo>
                    <a:pt x="11049000" y="2424455"/>
                  </a:moveTo>
                  <a:lnTo>
                    <a:pt x="11020425" y="2424455"/>
                  </a:lnTo>
                  <a:lnTo>
                    <a:pt x="11020425" y="2481605"/>
                  </a:lnTo>
                  <a:lnTo>
                    <a:pt x="11049000" y="2481605"/>
                  </a:lnTo>
                  <a:lnTo>
                    <a:pt x="11049000" y="2424455"/>
                  </a:lnTo>
                  <a:close/>
                </a:path>
                <a:path w="11049000" h="3705225">
                  <a:moveTo>
                    <a:pt x="11049000" y="2338844"/>
                  </a:moveTo>
                  <a:lnTo>
                    <a:pt x="11020425" y="2338844"/>
                  </a:lnTo>
                  <a:lnTo>
                    <a:pt x="11020425" y="2395994"/>
                  </a:lnTo>
                  <a:lnTo>
                    <a:pt x="11049000" y="2395994"/>
                  </a:lnTo>
                  <a:lnTo>
                    <a:pt x="11049000" y="2338844"/>
                  </a:lnTo>
                  <a:close/>
                </a:path>
                <a:path w="11049000" h="3705225">
                  <a:moveTo>
                    <a:pt x="11049000" y="2253234"/>
                  </a:moveTo>
                  <a:lnTo>
                    <a:pt x="11020425" y="2253234"/>
                  </a:lnTo>
                  <a:lnTo>
                    <a:pt x="11020425" y="2310384"/>
                  </a:lnTo>
                  <a:lnTo>
                    <a:pt x="11049000" y="2310384"/>
                  </a:lnTo>
                  <a:lnTo>
                    <a:pt x="11049000" y="2253234"/>
                  </a:lnTo>
                  <a:close/>
                </a:path>
                <a:path w="11049000" h="3705225">
                  <a:moveTo>
                    <a:pt x="11049000" y="2167623"/>
                  </a:moveTo>
                  <a:lnTo>
                    <a:pt x="11020425" y="2167623"/>
                  </a:lnTo>
                  <a:lnTo>
                    <a:pt x="11020425" y="2224773"/>
                  </a:lnTo>
                  <a:lnTo>
                    <a:pt x="11049000" y="2224773"/>
                  </a:lnTo>
                  <a:lnTo>
                    <a:pt x="11049000" y="2167623"/>
                  </a:lnTo>
                  <a:close/>
                </a:path>
                <a:path w="11049000" h="3705225">
                  <a:moveTo>
                    <a:pt x="11049000" y="2081999"/>
                  </a:moveTo>
                  <a:lnTo>
                    <a:pt x="11020425" y="2081999"/>
                  </a:lnTo>
                  <a:lnTo>
                    <a:pt x="11020425" y="2139150"/>
                  </a:lnTo>
                  <a:lnTo>
                    <a:pt x="11049000" y="2139150"/>
                  </a:lnTo>
                  <a:lnTo>
                    <a:pt x="11049000" y="2081999"/>
                  </a:lnTo>
                  <a:close/>
                </a:path>
                <a:path w="11049000" h="3705225">
                  <a:moveTo>
                    <a:pt x="11049000" y="1996389"/>
                  </a:moveTo>
                  <a:lnTo>
                    <a:pt x="11020425" y="1996389"/>
                  </a:lnTo>
                  <a:lnTo>
                    <a:pt x="11020425" y="2053539"/>
                  </a:lnTo>
                  <a:lnTo>
                    <a:pt x="11049000" y="2053539"/>
                  </a:lnTo>
                  <a:lnTo>
                    <a:pt x="11049000" y="1996389"/>
                  </a:lnTo>
                  <a:close/>
                </a:path>
                <a:path w="11049000" h="3705225">
                  <a:moveTo>
                    <a:pt x="11049000" y="1910778"/>
                  </a:moveTo>
                  <a:lnTo>
                    <a:pt x="11020425" y="1910778"/>
                  </a:lnTo>
                  <a:lnTo>
                    <a:pt x="11020425" y="1967928"/>
                  </a:lnTo>
                  <a:lnTo>
                    <a:pt x="11049000" y="1967928"/>
                  </a:lnTo>
                  <a:lnTo>
                    <a:pt x="11049000" y="1910778"/>
                  </a:lnTo>
                  <a:close/>
                </a:path>
                <a:path w="11049000" h="3705225">
                  <a:moveTo>
                    <a:pt x="11049000" y="1825167"/>
                  </a:moveTo>
                  <a:lnTo>
                    <a:pt x="11020425" y="1825167"/>
                  </a:lnTo>
                  <a:lnTo>
                    <a:pt x="11020425" y="1882317"/>
                  </a:lnTo>
                  <a:lnTo>
                    <a:pt x="11049000" y="1882317"/>
                  </a:lnTo>
                  <a:lnTo>
                    <a:pt x="11049000" y="1825167"/>
                  </a:lnTo>
                  <a:close/>
                </a:path>
                <a:path w="11049000" h="3705225">
                  <a:moveTo>
                    <a:pt x="11049000" y="1739557"/>
                  </a:moveTo>
                  <a:lnTo>
                    <a:pt x="11020425" y="1739557"/>
                  </a:lnTo>
                  <a:lnTo>
                    <a:pt x="11020425" y="1796707"/>
                  </a:lnTo>
                  <a:lnTo>
                    <a:pt x="11049000" y="1796707"/>
                  </a:lnTo>
                  <a:lnTo>
                    <a:pt x="11049000" y="1739557"/>
                  </a:lnTo>
                  <a:close/>
                </a:path>
                <a:path w="11049000" h="3705225">
                  <a:moveTo>
                    <a:pt x="11049000" y="1653933"/>
                  </a:moveTo>
                  <a:lnTo>
                    <a:pt x="11020425" y="1653933"/>
                  </a:lnTo>
                  <a:lnTo>
                    <a:pt x="11020425" y="1711083"/>
                  </a:lnTo>
                  <a:lnTo>
                    <a:pt x="11049000" y="1711083"/>
                  </a:lnTo>
                  <a:lnTo>
                    <a:pt x="11049000" y="1653933"/>
                  </a:lnTo>
                  <a:close/>
                </a:path>
                <a:path w="11049000" h="3705225">
                  <a:moveTo>
                    <a:pt x="11049000" y="1568323"/>
                  </a:moveTo>
                  <a:lnTo>
                    <a:pt x="11020425" y="1568323"/>
                  </a:lnTo>
                  <a:lnTo>
                    <a:pt x="11020425" y="1625473"/>
                  </a:lnTo>
                  <a:lnTo>
                    <a:pt x="11049000" y="1625473"/>
                  </a:lnTo>
                  <a:lnTo>
                    <a:pt x="11049000" y="1568323"/>
                  </a:lnTo>
                  <a:close/>
                </a:path>
                <a:path w="11049000" h="3705225">
                  <a:moveTo>
                    <a:pt x="11049000" y="1482712"/>
                  </a:moveTo>
                  <a:lnTo>
                    <a:pt x="11020425" y="1482712"/>
                  </a:lnTo>
                  <a:lnTo>
                    <a:pt x="11020425" y="1539862"/>
                  </a:lnTo>
                  <a:lnTo>
                    <a:pt x="11049000" y="1539862"/>
                  </a:lnTo>
                  <a:lnTo>
                    <a:pt x="11049000" y="1482712"/>
                  </a:lnTo>
                  <a:close/>
                </a:path>
                <a:path w="11049000" h="3705225">
                  <a:moveTo>
                    <a:pt x="11049000" y="1397101"/>
                  </a:moveTo>
                  <a:lnTo>
                    <a:pt x="11020425" y="1397101"/>
                  </a:lnTo>
                  <a:lnTo>
                    <a:pt x="11020425" y="1454251"/>
                  </a:lnTo>
                  <a:lnTo>
                    <a:pt x="11049000" y="1454251"/>
                  </a:lnTo>
                  <a:lnTo>
                    <a:pt x="11049000" y="1397101"/>
                  </a:lnTo>
                  <a:close/>
                </a:path>
                <a:path w="11049000" h="3705225">
                  <a:moveTo>
                    <a:pt x="11049000" y="1311490"/>
                  </a:moveTo>
                  <a:lnTo>
                    <a:pt x="11020425" y="1311490"/>
                  </a:lnTo>
                  <a:lnTo>
                    <a:pt x="11020425" y="1368640"/>
                  </a:lnTo>
                  <a:lnTo>
                    <a:pt x="11049000" y="1368640"/>
                  </a:lnTo>
                  <a:lnTo>
                    <a:pt x="11049000" y="1311490"/>
                  </a:lnTo>
                  <a:close/>
                </a:path>
                <a:path w="11049000" h="3705225">
                  <a:moveTo>
                    <a:pt x="11049000" y="1225880"/>
                  </a:moveTo>
                  <a:lnTo>
                    <a:pt x="11020425" y="1225880"/>
                  </a:lnTo>
                  <a:lnTo>
                    <a:pt x="11020425" y="1283030"/>
                  </a:lnTo>
                  <a:lnTo>
                    <a:pt x="11049000" y="1283030"/>
                  </a:lnTo>
                  <a:lnTo>
                    <a:pt x="11049000" y="1225880"/>
                  </a:lnTo>
                  <a:close/>
                </a:path>
                <a:path w="11049000" h="3705225">
                  <a:moveTo>
                    <a:pt x="11049000" y="1140269"/>
                  </a:moveTo>
                  <a:lnTo>
                    <a:pt x="11020425" y="1140269"/>
                  </a:lnTo>
                  <a:lnTo>
                    <a:pt x="11020425" y="1197419"/>
                  </a:lnTo>
                  <a:lnTo>
                    <a:pt x="11049000" y="1197419"/>
                  </a:lnTo>
                  <a:lnTo>
                    <a:pt x="11049000" y="1140269"/>
                  </a:lnTo>
                  <a:close/>
                </a:path>
                <a:path w="11049000" h="3705225">
                  <a:moveTo>
                    <a:pt x="11049000" y="1054646"/>
                  </a:moveTo>
                  <a:lnTo>
                    <a:pt x="11020425" y="1054646"/>
                  </a:lnTo>
                  <a:lnTo>
                    <a:pt x="11020425" y="1111796"/>
                  </a:lnTo>
                  <a:lnTo>
                    <a:pt x="11049000" y="1111796"/>
                  </a:lnTo>
                  <a:lnTo>
                    <a:pt x="11049000" y="1054646"/>
                  </a:lnTo>
                  <a:close/>
                </a:path>
                <a:path w="11049000" h="3705225">
                  <a:moveTo>
                    <a:pt x="11049000" y="969035"/>
                  </a:moveTo>
                  <a:lnTo>
                    <a:pt x="11020425" y="969035"/>
                  </a:lnTo>
                  <a:lnTo>
                    <a:pt x="11020425" y="1026185"/>
                  </a:lnTo>
                  <a:lnTo>
                    <a:pt x="11049000" y="1026185"/>
                  </a:lnTo>
                  <a:lnTo>
                    <a:pt x="11049000" y="969035"/>
                  </a:lnTo>
                  <a:close/>
                </a:path>
                <a:path w="11049000" h="3705225">
                  <a:moveTo>
                    <a:pt x="11049000" y="883424"/>
                  </a:moveTo>
                  <a:lnTo>
                    <a:pt x="11020425" y="883424"/>
                  </a:lnTo>
                  <a:lnTo>
                    <a:pt x="11020425" y="940574"/>
                  </a:lnTo>
                  <a:lnTo>
                    <a:pt x="11049000" y="940574"/>
                  </a:lnTo>
                  <a:lnTo>
                    <a:pt x="11049000" y="883424"/>
                  </a:lnTo>
                  <a:close/>
                </a:path>
                <a:path w="11049000" h="3705225">
                  <a:moveTo>
                    <a:pt x="11049000" y="797814"/>
                  </a:moveTo>
                  <a:lnTo>
                    <a:pt x="11020425" y="797814"/>
                  </a:lnTo>
                  <a:lnTo>
                    <a:pt x="11020425" y="854964"/>
                  </a:lnTo>
                  <a:lnTo>
                    <a:pt x="11049000" y="854964"/>
                  </a:lnTo>
                  <a:lnTo>
                    <a:pt x="11049000" y="797814"/>
                  </a:lnTo>
                  <a:close/>
                </a:path>
                <a:path w="11049000" h="3705225">
                  <a:moveTo>
                    <a:pt x="11049000" y="712203"/>
                  </a:moveTo>
                  <a:lnTo>
                    <a:pt x="11020425" y="712203"/>
                  </a:lnTo>
                  <a:lnTo>
                    <a:pt x="11020425" y="769353"/>
                  </a:lnTo>
                  <a:lnTo>
                    <a:pt x="11049000" y="769353"/>
                  </a:lnTo>
                  <a:lnTo>
                    <a:pt x="11049000" y="712203"/>
                  </a:lnTo>
                  <a:close/>
                </a:path>
                <a:path w="11049000" h="3705225">
                  <a:moveTo>
                    <a:pt x="11049000" y="626579"/>
                  </a:moveTo>
                  <a:lnTo>
                    <a:pt x="11020425" y="626579"/>
                  </a:lnTo>
                  <a:lnTo>
                    <a:pt x="11020425" y="683729"/>
                  </a:lnTo>
                  <a:lnTo>
                    <a:pt x="11049000" y="683729"/>
                  </a:lnTo>
                  <a:lnTo>
                    <a:pt x="11049000" y="626579"/>
                  </a:lnTo>
                  <a:close/>
                </a:path>
                <a:path w="11049000" h="3705225">
                  <a:moveTo>
                    <a:pt x="11049000" y="540969"/>
                  </a:moveTo>
                  <a:lnTo>
                    <a:pt x="11020425" y="540969"/>
                  </a:lnTo>
                  <a:lnTo>
                    <a:pt x="11020425" y="598119"/>
                  </a:lnTo>
                  <a:lnTo>
                    <a:pt x="11049000" y="598119"/>
                  </a:lnTo>
                  <a:lnTo>
                    <a:pt x="11049000" y="540969"/>
                  </a:lnTo>
                  <a:close/>
                </a:path>
                <a:path w="11049000" h="3705225">
                  <a:moveTo>
                    <a:pt x="11049000" y="455358"/>
                  </a:moveTo>
                  <a:lnTo>
                    <a:pt x="11020425" y="455358"/>
                  </a:lnTo>
                  <a:lnTo>
                    <a:pt x="11020425" y="512508"/>
                  </a:lnTo>
                  <a:lnTo>
                    <a:pt x="11049000" y="512508"/>
                  </a:lnTo>
                  <a:lnTo>
                    <a:pt x="11049000" y="455358"/>
                  </a:lnTo>
                  <a:close/>
                </a:path>
                <a:path w="11049000" h="3705225">
                  <a:moveTo>
                    <a:pt x="11049000" y="369747"/>
                  </a:moveTo>
                  <a:lnTo>
                    <a:pt x="11020425" y="369747"/>
                  </a:lnTo>
                  <a:lnTo>
                    <a:pt x="11020425" y="426897"/>
                  </a:lnTo>
                  <a:lnTo>
                    <a:pt x="11049000" y="426897"/>
                  </a:lnTo>
                  <a:lnTo>
                    <a:pt x="11049000" y="369747"/>
                  </a:lnTo>
                  <a:close/>
                </a:path>
                <a:path w="11049000" h="3705225">
                  <a:moveTo>
                    <a:pt x="11049000" y="284137"/>
                  </a:moveTo>
                  <a:lnTo>
                    <a:pt x="11020425" y="284137"/>
                  </a:lnTo>
                  <a:lnTo>
                    <a:pt x="11020425" y="341287"/>
                  </a:lnTo>
                  <a:lnTo>
                    <a:pt x="11049000" y="341287"/>
                  </a:lnTo>
                  <a:lnTo>
                    <a:pt x="11049000" y="284137"/>
                  </a:lnTo>
                  <a:close/>
                </a:path>
                <a:path w="11049000" h="3705225">
                  <a:moveTo>
                    <a:pt x="11049000" y="198526"/>
                  </a:moveTo>
                  <a:lnTo>
                    <a:pt x="11020425" y="198526"/>
                  </a:lnTo>
                  <a:lnTo>
                    <a:pt x="11020425" y="255676"/>
                  </a:lnTo>
                  <a:lnTo>
                    <a:pt x="11049000" y="255676"/>
                  </a:lnTo>
                  <a:lnTo>
                    <a:pt x="11049000" y="198526"/>
                  </a:lnTo>
                  <a:close/>
                </a:path>
              </a:pathLst>
            </a:custGeom>
            <a:solidFill>
              <a:srgbClr val="29A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2149" y="2619374"/>
              <a:ext cx="644525" cy="42862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562474" y="3543300"/>
              <a:ext cx="3076575" cy="495300"/>
            </a:xfrm>
            <a:custGeom>
              <a:avLst/>
              <a:gdLst/>
              <a:ahLst/>
              <a:cxnLst/>
              <a:rect l="l" t="t" r="r" b="b"/>
              <a:pathLst>
                <a:path w="3076575" h="495300">
                  <a:moveTo>
                    <a:pt x="2987579" y="495299"/>
                  </a:moveTo>
                  <a:lnTo>
                    <a:pt x="88995" y="495299"/>
                  </a:lnTo>
                  <a:lnTo>
                    <a:pt x="82801" y="494689"/>
                  </a:lnTo>
                  <a:lnTo>
                    <a:pt x="37130" y="475772"/>
                  </a:lnTo>
                  <a:lnTo>
                    <a:pt x="9643" y="442277"/>
                  </a:lnTo>
                  <a:lnTo>
                    <a:pt x="0" y="406303"/>
                  </a:lnTo>
                  <a:lnTo>
                    <a:pt x="0" y="4000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2987579" y="0"/>
                  </a:lnTo>
                  <a:lnTo>
                    <a:pt x="3029042" y="12577"/>
                  </a:lnTo>
                  <a:lnTo>
                    <a:pt x="3063995" y="47531"/>
                  </a:lnTo>
                  <a:lnTo>
                    <a:pt x="3076574" y="88995"/>
                  </a:lnTo>
                  <a:lnTo>
                    <a:pt x="3076574" y="406303"/>
                  </a:lnTo>
                  <a:lnTo>
                    <a:pt x="3063995" y="447766"/>
                  </a:lnTo>
                  <a:lnTo>
                    <a:pt x="3029041" y="482721"/>
                  </a:lnTo>
                  <a:lnTo>
                    <a:pt x="2993772" y="494689"/>
                  </a:lnTo>
                  <a:lnTo>
                    <a:pt x="2987579" y="4952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349625" y="3256214"/>
            <a:ext cx="5501640" cy="6375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1800" b="1" spc="50" dirty="0">
                <a:solidFill>
                  <a:srgbClr val="4CB4CC"/>
                </a:solidFill>
                <a:latin typeface="Arial"/>
                <a:cs typeface="Arial"/>
              </a:rPr>
              <a:t>Вставь</a:t>
            </a:r>
            <a:r>
              <a:rPr sz="1800" b="1" spc="15" dirty="0">
                <a:solidFill>
                  <a:srgbClr val="4CB4CC"/>
                </a:solidFill>
                <a:latin typeface="Arial"/>
                <a:cs typeface="Arial"/>
              </a:rPr>
              <a:t> </a:t>
            </a:r>
            <a:r>
              <a:rPr sz="1800" b="1" spc="80" dirty="0">
                <a:solidFill>
                  <a:srgbClr val="4CB4CC"/>
                </a:solidFill>
                <a:latin typeface="Arial"/>
                <a:cs typeface="Arial"/>
              </a:rPr>
              <a:t>сюда</a:t>
            </a:r>
            <a:r>
              <a:rPr sz="1800" b="1" spc="95" dirty="0">
                <a:solidFill>
                  <a:srgbClr val="4CB4CC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4CB4CC"/>
                </a:solidFill>
                <a:latin typeface="Arial"/>
                <a:cs typeface="Arial"/>
              </a:rPr>
              <a:t>видео</a:t>
            </a:r>
            <a:r>
              <a:rPr sz="1800" b="1" spc="10" dirty="0">
                <a:solidFill>
                  <a:srgbClr val="4CB4CC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4CB4CC"/>
                </a:solidFill>
                <a:latin typeface="Arial"/>
                <a:cs typeface="Arial"/>
              </a:rPr>
              <a:t>или</a:t>
            </a:r>
            <a:r>
              <a:rPr sz="1800" b="1" spc="65" dirty="0">
                <a:solidFill>
                  <a:srgbClr val="4CB4CC"/>
                </a:solidFill>
                <a:latin typeface="Arial"/>
                <a:cs typeface="Arial"/>
              </a:rPr>
              <a:t> </a:t>
            </a:r>
            <a:r>
              <a:rPr sz="1800" b="1" spc="90" dirty="0">
                <a:solidFill>
                  <a:srgbClr val="4CB4CC"/>
                </a:solidFill>
                <a:latin typeface="Arial"/>
                <a:cs typeface="Arial"/>
              </a:rPr>
              <a:t>большой</a:t>
            </a:r>
            <a:r>
              <a:rPr sz="1800" b="1" spc="70" dirty="0">
                <a:solidFill>
                  <a:srgbClr val="4CB4CC"/>
                </a:solidFill>
                <a:latin typeface="Arial"/>
                <a:cs typeface="Arial"/>
              </a:rPr>
              <a:t> </a:t>
            </a:r>
            <a:r>
              <a:rPr sz="1800" b="1" spc="140" dirty="0">
                <a:solidFill>
                  <a:srgbClr val="4CB4CC"/>
                </a:solidFill>
                <a:latin typeface="Arial"/>
                <a:cs typeface="Arial"/>
              </a:rPr>
              <a:t>скриншот</a:t>
            </a:r>
            <a:endParaRPr sz="1800" dirty="0">
              <a:latin typeface="Arial"/>
              <a:cs typeface="Arial"/>
            </a:endParaRPr>
          </a:p>
          <a:p>
            <a:pPr marR="4445" algn="ctr">
              <a:lnSpc>
                <a:spcPct val="100000"/>
              </a:lnSpc>
              <a:spcBef>
                <a:spcPts val="490"/>
              </a:spcBef>
            </a:pPr>
            <a:r>
              <a:rPr sz="1200" b="1" dirty="0">
                <a:solidFill>
                  <a:srgbClr val="1C1C1C"/>
                </a:solidFill>
                <a:latin typeface="Arial"/>
                <a:cs typeface="Arial"/>
              </a:rPr>
              <a:t>Покажи</a:t>
            </a:r>
            <a:r>
              <a:rPr sz="1250" b="1" dirty="0">
                <a:solidFill>
                  <a:srgbClr val="1C1C1C"/>
                </a:solidFill>
                <a:latin typeface="Arial"/>
                <a:cs typeface="Arial"/>
              </a:rPr>
              <a:t>,</a:t>
            </a:r>
            <a:r>
              <a:rPr sz="1250" b="1" spc="9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00" b="1" spc="70" dirty="0">
                <a:solidFill>
                  <a:srgbClr val="1C1C1C"/>
                </a:solidFill>
                <a:latin typeface="Arial"/>
                <a:cs typeface="Arial"/>
              </a:rPr>
              <a:t>как</a:t>
            </a:r>
            <a:r>
              <a:rPr sz="1200" b="1" spc="-1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1C1C"/>
                </a:solidFill>
                <a:latin typeface="Arial"/>
                <a:cs typeface="Arial"/>
              </a:rPr>
              <a:t>работает</a:t>
            </a:r>
            <a:r>
              <a:rPr sz="1200" b="1" spc="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C1C1C"/>
                </a:solidFill>
                <a:latin typeface="Arial"/>
                <a:cs typeface="Arial"/>
              </a:rPr>
              <a:t>твой</a:t>
            </a:r>
            <a:r>
              <a:rPr sz="1200" b="1" spc="13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C1C1C"/>
                </a:solidFill>
                <a:latin typeface="Arial"/>
                <a:cs typeface="Arial"/>
              </a:rPr>
              <a:t>проект</a:t>
            </a:r>
            <a:r>
              <a:rPr sz="1250" b="1" spc="-10" dirty="0">
                <a:solidFill>
                  <a:srgbClr val="1C1C1C"/>
                </a:solidFill>
                <a:latin typeface="Arial"/>
                <a:cs typeface="Arial"/>
              </a:rPr>
              <a:t>!</a:t>
            </a:r>
            <a:endParaRPr sz="1250" dirty="0">
              <a:latin typeface="Arial"/>
              <a:cs typeface="Arial"/>
            </a:endParaRPr>
          </a:p>
        </p:txBody>
      </p:sp>
      <p:pic>
        <p:nvPicPr>
          <p:cNvPr id="27" name="Синий Современный Геймер Киберспорт Обложка для Facebook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447800" y="1575837"/>
            <a:ext cx="9098788" cy="336075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AB9AC678-FAC4-0BD7-C9E7-8DAE8A4D1B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50" y="5276849"/>
            <a:ext cx="3552825" cy="13685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71474"/>
            <a:ext cx="342900" cy="4572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spc="60" dirty="0"/>
              <a:t>Заключение</a:t>
            </a:r>
            <a:endParaRPr sz="3450"/>
          </a:p>
        </p:txBody>
      </p:sp>
      <p:grpSp>
        <p:nvGrpSpPr>
          <p:cNvPr id="4" name="object 4"/>
          <p:cNvGrpSpPr/>
          <p:nvPr/>
        </p:nvGrpSpPr>
        <p:grpSpPr>
          <a:xfrm>
            <a:off x="571499" y="1571624"/>
            <a:ext cx="4029075" cy="514350"/>
            <a:chOff x="571499" y="1571624"/>
            <a:chExt cx="4029075" cy="514350"/>
          </a:xfrm>
        </p:grpSpPr>
        <p:sp>
          <p:nvSpPr>
            <p:cNvPr id="5" name="object 5"/>
            <p:cNvSpPr/>
            <p:nvPr/>
          </p:nvSpPr>
          <p:spPr>
            <a:xfrm>
              <a:off x="571499" y="1571624"/>
              <a:ext cx="4029075" cy="514350"/>
            </a:xfrm>
            <a:custGeom>
              <a:avLst/>
              <a:gdLst/>
              <a:ahLst/>
              <a:cxnLst/>
              <a:rect l="l" t="t" r="r" b="b"/>
              <a:pathLst>
                <a:path w="4029075" h="514350">
                  <a:moveTo>
                    <a:pt x="3940078" y="514349"/>
                  </a:moveTo>
                  <a:lnTo>
                    <a:pt x="88995" y="514349"/>
                  </a:lnTo>
                  <a:lnTo>
                    <a:pt x="82801" y="513739"/>
                  </a:lnTo>
                  <a:lnTo>
                    <a:pt x="37131" y="494822"/>
                  </a:lnTo>
                  <a:lnTo>
                    <a:pt x="9643" y="461328"/>
                  </a:lnTo>
                  <a:lnTo>
                    <a:pt x="0" y="425354"/>
                  </a:lnTo>
                  <a:lnTo>
                    <a:pt x="0" y="4190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3940078" y="0"/>
                  </a:lnTo>
                  <a:lnTo>
                    <a:pt x="3981542" y="12577"/>
                  </a:lnTo>
                  <a:lnTo>
                    <a:pt x="4016496" y="47531"/>
                  </a:lnTo>
                  <a:lnTo>
                    <a:pt x="4029074" y="88995"/>
                  </a:lnTo>
                  <a:lnTo>
                    <a:pt x="4029074" y="425354"/>
                  </a:lnTo>
                  <a:lnTo>
                    <a:pt x="4016496" y="466817"/>
                  </a:lnTo>
                  <a:lnTo>
                    <a:pt x="3981542" y="501771"/>
                  </a:lnTo>
                  <a:lnTo>
                    <a:pt x="3946272" y="513739"/>
                  </a:lnTo>
                  <a:lnTo>
                    <a:pt x="3940078" y="514349"/>
                  </a:lnTo>
                  <a:close/>
                </a:path>
              </a:pathLst>
            </a:custGeom>
            <a:solidFill>
              <a:srgbClr val="E6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99" y="1743074"/>
              <a:ext cx="171450" cy="17462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16000" y="1717519"/>
            <a:ext cx="34124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85" dirty="0">
                <a:solidFill>
                  <a:srgbClr val="0095B8"/>
                </a:solidFill>
                <a:latin typeface="Arial"/>
                <a:cs typeface="Arial"/>
              </a:rPr>
              <a:t>Напиши</a:t>
            </a:r>
            <a:r>
              <a:rPr sz="1300" b="1" spc="13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95B8"/>
                </a:solidFill>
                <a:latin typeface="Arial"/>
                <a:cs typeface="Arial"/>
              </a:rPr>
              <a:t>основные</a:t>
            </a:r>
            <a:r>
              <a:rPr sz="1300" b="1" spc="7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95B8"/>
                </a:solidFill>
                <a:latin typeface="Arial"/>
                <a:cs typeface="Arial"/>
              </a:rPr>
              <a:t>выводы</a:t>
            </a:r>
            <a:r>
              <a:rPr sz="1300" b="1" spc="17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95B8"/>
                </a:solidFill>
                <a:latin typeface="Arial"/>
                <a:cs typeface="Arial"/>
              </a:rPr>
              <a:t>по</a:t>
            </a:r>
            <a:r>
              <a:rPr sz="1300" b="1" spc="10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95B8"/>
                </a:solidFill>
                <a:latin typeface="Arial"/>
                <a:cs typeface="Arial"/>
              </a:rPr>
              <a:t>проекту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5115" y="2113123"/>
            <a:ext cx="7181850" cy="4105275"/>
            <a:chOff x="571499" y="2371724"/>
            <a:chExt cx="7181850" cy="4105275"/>
          </a:xfrm>
        </p:grpSpPr>
        <p:sp>
          <p:nvSpPr>
            <p:cNvPr id="9" name="object 9"/>
            <p:cNvSpPr/>
            <p:nvPr/>
          </p:nvSpPr>
          <p:spPr>
            <a:xfrm>
              <a:off x="571499" y="2371724"/>
              <a:ext cx="7181850" cy="4105275"/>
            </a:xfrm>
            <a:custGeom>
              <a:avLst/>
              <a:gdLst/>
              <a:ahLst/>
              <a:cxnLst/>
              <a:rect l="l" t="t" r="r" b="b"/>
              <a:pathLst>
                <a:path w="7181850" h="4105275">
                  <a:moveTo>
                    <a:pt x="6991349" y="4105274"/>
                  </a:moveTo>
                  <a:lnTo>
                    <a:pt x="190499" y="4105274"/>
                  </a:lnTo>
                  <a:lnTo>
                    <a:pt x="171733" y="4104368"/>
                  </a:lnTo>
                  <a:lnTo>
                    <a:pt x="117598" y="4090773"/>
                  </a:lnTo>
                  <a:lnTo>
                    <a:pt x="69706" y="4062106"/>
                  </a:lnTo>
                  <a:lnTo>
                    <a:pt x="32075" y="4020630"/>
                  </a:lnTo>
                  <a:lnTo>
                    <a:pt x="8156" y="3969990"/>
                  </a:lnTo>
                  <a:lnTo>
                    <a:pt x="0" y="3914774"/>
                  </a:lnTo>
                  <a:lnTo>
                    <a:pt x="0" y="190499"/>
                  </a:lnTo>
                  <a:lnTo>
                    <a:pt x="8156" y="135282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6991349" y="0"/>
                  </a:lnTo>
                  <a:lnTo>
                    <a:pt x="7046565" y="8156"/>
                  </a:lnTo>
                  <a:lnTo>
                    <a:pt x="7097205" y="32075"/>
                  </a:lnTo>
                  <a:lnTo>
                    <a:pt x="7138681" y="69706"/>
                  </a:lnTo>
                  <a:lnTo>
                    <a:pt x="7167348" y="117598"/>
                  </a:lnTo>
                  <a:lnTo>
                    <a:pt x="7180942" y="171733"/>
                  </a:lnTo>
                  <a:lnTo>
                    <a:pt x="7181849" y="190499"/>
                  </a:lnTo>
                  <a:lnTo>
                    <a:pt x="7181849" y="3914774"/>
                  </a:lnTo>
                  <a:lnTo>
                    <a:pt x="7173692" y="3969990"/>
                  </a:lnTo>
                  <a:lnTo>
                    <a:pt x="7149773" y="4020630"/>
                  </a:lnTo>
                  <a:lnTo>
                    <a:pt x="7112142" y="4062106"/>
                  </a:lnTo>
                  <a:lnTo>
                    <a:pt x="7064248" y="4090773"/>
                  </a:lnTo>
                  <a:lnTo>
                    <a:pt x="7010115" y="4104368"/>
                  </a:lnTo>
                  <a:lnTo>
                    <a:pt x="6991349" y="4105274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487" y="2371724"/>
              <a:ext cx="7181850" cy="4105275"/>
            </a:xfrm>
            <a:custGeom>
              <a:avLst/>
              <a:gdLst/>
              <a:ahLst/>
              <a:cxnLst/>
              <a:rect l="l" t="t" r="r" b="b"/>
              <a:pathLst>
                <a:path w="7181850" h="4105275">
                  <a:moveTo>
                    <a:pt x="28575" y="3795014"/>
                  </a:moveTo>
                  <a:lnTo>
                    <a:pt x="0" y="3795014"/>
                  </a:lnTo>
                  <a:lnTo>
                    <a:pt x="0" y="3852164"/>
                  </a:lnTo>
                  <a:lnTo>
                    <a:pt x="28575" y="3852164"/>
                  </a:lnTo>
                  <a:lnTo>
                    <a:pt x="28575" y="3795014"/>
                  </a:lnTo>
                  <a:close/>
                </a:path>
                <a:path w="7181850" h="4105275">
                  <a:moveTo>
                    <a:pt x="28575" y="3709390"/>
                  </a:moveTo>
                  <a:lnTo>
                    <a:pt x="0" y="3709390"/>
                  </a:lnTo>
                  <a:lnTo>
                    <a:pt x="0" y="3766540"/>
                  </a:lnTo>
                  <a:lnTo>
                    <a:pt x="28575" y="3766540"/>
                  </a:lnTo>
                  <a:lnTo>
                    <a:pt x="28575" y="3709390"/>
                  </a:lnTo>
                  <a:close/>
                </a:path>
                <a:path w="7181850" h="4105275">
                  <a:moveTo>
                    <a:pt x="28575" y="3623780"/>
                  </a:moveTo>
                  <a:lnTo>
                    <a:pt x="0" y="3623780"/>
                  </a:lnTo>
                  <a:lnTo>
                    <a:pt x="0" y="3680930"/>
                  </a:lnTo>
                  <a:lnTo>
                    <a:pt x="28575" y="3680930"/>
                  </a:lnTo>
                  <a:lnTo>
                    <a:pt x="28575" y="3623780"/>
                  </a:lnTo>
                  <a:close/>
                </a:path>
                <a:path w="7181850" h="4105275">
                  <a:moveTo>
                    <a:pt x="28575" y="3538169"/>
                  </a:moveTo>
                  <a:lnTo>
                    <a:pt x="0" y="3538169"/>
                  </a:lnTo>
                  <a:lnTo>
                    <a:pt x="0" y="3595319"/>
                  </a:lnTo>
                  <a:lnTo>
                    <a:pt x="28575" y="3595319"/>
                  </a:lnTo>
                  <a:lnTo>
                    <a:pt x="28575" y="3538169"/>
                  </a:lnTo>
                  <a:close/>
                </a:path>
                <a:path w="7181850" h="4105275">
                  <a:moveTo>
                    <a:pt x="28575" y="3452545"/>
                  </a:moveTo>
                  <a:lnTo>
                    <a:pt x="0" y="3452545"/>
                  </a:lnTo>
                  <a:lnTo>
                    <a:pt x="0" y="3509695"/>
                  </a:lnTo>
                  <a:lnTo>
                    <a:pt x="28575" y="3509695"/>
                  </a:lnTo>
                  <a:lnTo>
                    <a:pt x="28575" y="3452545"/>
                  </a:lnTo>
                  <a:close/>
                </a:path>
                <a:path w="7181850" h="4105275">
                  <a:moveTo>
                    <a:pt x="28575" y="3366935"/>
                  </a:moveTo>
                  <a:lnTo>
                    <a:pt x="0" y="3366935"/>
                  </a:lnTo>
                  <a:lnTo>
                    <a:pt x="0" y="3424085"/>
                  </a:lnTo>
                  <a:lnTo>
                    <a:pt x="28575" y="3424085"/>
                  </a:lnTo>
                  <a:lnTo>
                    <a:pt x="28575" y="3366935"/>
                  </a:lnTo>
                  <a:close/>
                </a:path>
                <a:path w="7181850" h="4105275">
                  <a:moveTo>
                    <a:pt x="28575" y="3281324"/>
                  </a:moveTo>
                  <a:lnTo>
                    <a:pt x="0" y="3281324"/>
                  </a:lnTo>
                  <a:lnTo>
                    <a:pt x="0" y="3338474"/>
                  </a:lnTo>
                  <a:lnTo>
                    <a:pt x="28575" y="3338474"/>
                  </a:lnTo>
                  <a:lnTo>
                    <a:pt x="28575" y="3281324"/>
                  </a:lnTo>
                  <a:close/>
                </a:path>
                <a:path w="7181850" h="4105275">
                  <a:moveTo>
                    <a:pt x="28575" y="3195713"/>
                  </a:moveTo>
                  <a:lnTo>
                    <a:pt x="0" y="3195713"/>
                  </a:lnTo>
                  <a:lnTo>
                    <a:pt x="0" y="3252863"/>
                  </a:lnTo>
                  <a:lnTo>
                    <a:pt x="28575" y="3252863"/>
                  </a:lnTo>
                  <a:lnTo>
                    <a:pt x="28575" y="3195713"/>
                  </a:lnTo>
                  <a:close/>
                </a:path>
                <a:path w="7181850" h="4105275">
                  <a:moveTo>
                    <a:pt x="28575" y="3110090"/>
                  </a:moveTo>
                  <a:lnTo>
                    <a:pt x="0" y="3110090"/>
                  </a:lnTo>
                  <a:lnTo>
                    <a:pt x="0" y="3167240"/>
                  </a:lnTo>
                  <a:lnTo>
                    <a:pt x="28575" y="3167240"/>
                  </a:lnTo>
                  <a:lnTo>
                    <a:pt x="28575" y="3110090"/>
                  </a:lnTo>
                  <a:close/>
                </a:path>
                <a:path w="7181850" h="4105275">
                  <a:moveTo>
                    <a:pt x="28575" y="3024479"/>
                  </a:moveTo>
                  <a:lnTo>
                    <a:pt x="0" y="3024479"/>
                  </a:lnTo>
                  <a:lnTo>
                    <a:pt x="0" y="3081629"/>
                  </a:lnTo>
                  <a:lnTo>
                    <a:pt x="28575" y="3081629"/>
                  </a:lnTo>
                  <a:lnTo>
                    <a:pt x="28575" y="3024479"/>
                  </a:lnTo>
                  <a:close/>
                </a:path>
                <a:path w="7181850" h="4105275">
                  <a:moveTo>
                    <a:pt x="28575" y="2938869"/>
                  </a:moveTo>
                  <a:lnTo>
                    <a:pt x="0" y="2938869"/>
                  </a:lnTo>
                  <a:lnTo>
                    <a:pt x="0" y="2996019"/>
                  </a:lnTo>
                  <a:lnTo>
                    <a:pt x="28575" y="2996019"/>
                  </a:lnTo>
                  <a:lnTo>
                    <a:pt x="28575" y="2938869"/>
                  </a:lnTo>
                  <a:close/>
                </a:path>
                <a:path w="7181850" h="4105275">
                  <a:moveTo>
                    <a:pt x="28575" y="2853245"/>
                  </a:moveTo>
                  <a:lnTo>
                    <a:pt x="0" y="2853245"/>
                  </a:lnTo>
                  <a:lnTo>
                    <a:pt x="0" y="2910395"/>
                  </a:lnTo>
                  <a:lnTo>
                    <a:pt x="28575" y="2910395"/>
                  </a:lnTo>
                  <a:lnTo>
                    <a:pt x="28575" y="2853245"/>
                  </a:lnTo>
                  <a:close/>
                </a:path>
                <a:path w="7181850" h="4105275">
                  <a:moveTo>
                    <a:pt x="28575" y="2767634"/>
                  </a:moveTo>
                  <a:lnTo>
                    <a:pt x="0" y="2767634"/>
                  </a:lnTo>
                  <a:lnTo>
                    <a:pt x="0" y="2824784"/>
                  </a:lnTo>
                  <a:lnTo>
                    <a:pt x="28575" y="2824784"/>
                  </a:lnTo>
                  <a:lnTo>
                    <a:pt x="28575" y="2767634"/>
                  </a:lnTo>
                  <a:close/>
                </a:path>
                <a:path w="7181850" h="4105275">
                  <a:moveTo>
                    <a:pt x="28575" y="2682024"/>
                  </a:moveTo>
                  <a:lnTo>
                    <a:pt x="0" y="2682024"/>
                  </a:lnTo>
                  <a:lnTo>
                    <a:pt x="0" y="2739174"/>
                  </a:lnTo>
                  <a:lnTo>
                    <a:pt x="28575" y="2739174"/>
                  </a:lnTo>
                  <a:lnTo>
                    <a:pt x="28575" y="2682024"/>
                  </a:lnTo>
                  <a:close/>
                </a:path>
                <a:path w="7181850" h="4105275">
                  <a:moveTo>
                    <a:pt x="28575" y="2596400"/>
                  </a:moveTo>
                  <a:lnTo>
                    <a:pt x="0" y="2596400"/>
                  </a:lnTo>
                  <a:lnTo>
                    <a:pt x="0" y="2653550"/>
                  </a:lnTo>
                  <a:lnTo>
                    <a:pt x="28575" y="2653550"/>
                  </a:lnTo>
                  <a:lnTo>
                    <a:pt x="28575" y="2596400"/>
                  </a:lnTo>
                  <a:close/>
                </a:path>
                <a:path w="7181850" h="4105275">
                  <a:moveTo>
                    <a:pt x="28575" y="2510790"/>
                  </a:moveTo>
                  <a:lnTo>
                    <a:pt x="0" y="2510790"/>
                  </a:lnTo>
                  <a:lnTo>
                    <a:pt x="0" y="2567940"/>
                  </a:lnTo>
                  <a:lnTo>
                    <a:pt x="28575" y="2567940"/>
                  </a:lnTo>
                  <a:lnTo>
                    <a:pt x="28575" y="2510790"/>
                  </a:lnTo>
                  <a:close/>
                </a:path>
                <a:path w="7181850" h="4105275">
                  <a:moveTo>
                    <a:pt x="28575" y="2425179"/>
                  </a:moveTo>
                  <a:lnTo>
                    <a:pt x="0" y="2425179"/>
                  </a:lnTo>
                  <a:lnTo>
                    <a:pt x="0" y="2482329"/>
                  </a:lnTo>
                  <a:lnTo>
                    <a:pt x="28575" y="2482329"/>
                  </a:lnTo>
                  <a:lnTo>
                    <a:pt x="28575" y="2425179"/>
                  </a:lnTo>
                  <a:close/>
                </a:path>
                <a:path w="7181850" h="4105275">
                  <a:moveTo>
                    <a:pt x="28575" y="2339556"/>
                  </a:moveTo>
                  <a:lnTo>
                    <a:pt x="0" y="2339556"/>
                  </a:lnTo>
                  <a:lnTo>
                    <a:pt x="0" y="2396706"/>
                  </a:lnTo>
                  <a:lnTo>
                    <a:pt x="28575" y="2396706"/>
                  </a:lnTo>
                  <a:lnTo>
                    <a:pt x="28575" y="2339556"/>
                  </a:lnTo>
                  <a:close/>
                </a:path>
                <a:path w="7181850" h="4105275">
                  <a:moveTo>
                    <a:pt x="28575" y="2253945"/>
                  </a:moveTo>
                  <a:lnTo>
                    <a:pt x="0" y="2253945"/>
                  </a:lnTo>
                  <a:lnTo>
                    <a:pt x="0" y="2311095"/>
                  </a:lnTo>
                  <a:lnTo>
                    <a:pt x="28575" y="2311095"/>
                  </a:lnTo>
                  <a:lnTo>
                    <a:pt x="28575" y="2253945"/>
                  </a:lnTo>
                  <a:close/>
                </a:path>
                <a:path w="7181850" h="4105275">
                  <a:moveTo>
                    <a:pt x="28575" y="2168334"/>
                  </a:moveTo>
                  <a:lnTo>
                    <a:pt x="0" y="2168334"/>
                  </a:lnTo>
                  <a:lnTo>
                    <a:pt x="0" y="2225484"/>
                  </a:lnTo>
                  <a:lnTo>
                    <a:pt x="28575" y="2225484"/>
                  </a:lnTo>
                  <a:lnTo>
                    <a:pt x="28575" y="2168334"/>
                  </a:lnTo>
                  <a:close/>
                </a:path>
                <a:path w="7181850" h="4105275">
                  <a:moveTo>
                    <a:pt x="28575" y="2082723"/>
                  </a:moveTo>
                  <a:lnTo>
                    <a:pt x="0" y="2082723"/>
                  </a:lnTo>
                  <a:lnTo>
                    <a:pt x="0" y="2139873"/>
                  </a:lnTo>
                  <a:lnTo>
                    <a:pt x="28575" y="2139873"/>
                  </a:lnTo>
                  <a:lnTo>
                    <a:pt x="28575" y="2082723"/>
                  </a:lnTo>
                  <a:close/>
                </a:path>
                <a:path w="7181850" h="4105275">
                  <a:moveTo>
                    <a:pt x="28575" y="1997100"/>
                  </a:moveTo>
                  <a:lnTo>
                    <a:pt x="0" y="1997100"/>
                  </a:lnTo>
                  <a:lnTo>
                    <a:pt x="0" y="2054250"/>
                  </a:lnTo>
                  <a:lnTo>
                    <a:pt x="28575" y="2054250"/>
                  </a:lnTo>
                  <a:lnTo>
                    <a:pt x="28575" y="1997100"/>
                  </a:lnTo>
                  <a:close/>
                </a:path>
                <a:path w="7181850" h="4105275">
                  <a:moveTo>
                    <a:pt x="28575" y="1911489"/>
                  </a:moveTo>
                  <a:lnTo>
                    <a:pt x="0" y="1911489"/>
                  </a:lnTo>
                  <a:lnTo>
                    <a:pt x="0" y="1968639"/>
                  </a:lnTo>
                  <a:lnTo>
                    <a:pt x="28575" y="1968639"/>
                  </a:lnTo>
                  <a:lnTo>
                    <a:pt x="28575" y="1911489"/>
                  </a:lnTo>
                  <a:close/>
                </a:path>
                <a:path w="7181850" h="4105275">
                  <a:moveTo>
                    <a:pt x="28575" y="1825879"/>
                  </a:moveTo>
                  <a:lnTo>
                    <a:pt x="0" y="1825879"/>
                  </a:lnTo>
                  <a:lnTo>
                    <a:pt x="0" y="1883029"/>
                  </a:lnTo>
                  <a:lnTo>
                    <a:pt x="28575" y="1883029"/>
                  </a:lnTo>
                  <a:lnTo>
                    <a:pt x="28575" y="1825879"/>
                  </a:lnTo>
                  <a:close/>
                </a:path>
                <a:path w="7181850" h="4105275">
                  <a:moveTo>
                    <a:pt x="28575" y="1740255"/>
                  </a:moveTo>
                  <a:lnTo>
                    <a:pt x="0" y="1740255"/>
                  </a:lnTo>
                  <a:lnTo>
                    <a:pt x="0" y="1797405"/>
                  </a:lnTo>
                  <a:lnTo>
                    <a:pt x="28575" y="1797405"/>
                  </a:lnTo>
                  <a:lnTo>
                    <a:pt x="28575" y="1740255"/>
                  </a:lnTo>
                  <a:close/>
                </a:path>
                <a:path w="7181850" h="4105275">
                  <a:moveTo>
                    <a:pt x="28575" y="1654644"/>
                  </a:moveTo>
                  <a:lnTo>
                    <a:pt x="0" y="1654644"/>
                  </a:lnTo>
                  <a:lnTo>
                    <a:pt x="0" y="1711794"/>
                  </a:lnTo>
                  <a:lnTo>
                    <a:pt x="28575" y="1711794"/>
                  </a:lnTo>
                  <a:lnTo>
                    <a:pt x="28575" y="1654644"/>
                  </a:lnTo>
                  <a:close/>
                </a:path>
                <a:path w="7181850" h="4105275">
                  <a:moveTo>
                    <a:pt x="28575" y="1569034"/>
                  </a:moveTo>
                  <a:lnTo>
                    <a:pt x="0" y="1569034"/>
                  </a:lnTo>
                  <a:lnTo>
                    <a:pt x="0" y="1626184"/>
                  </a:lnTo>
                  <a:lnTo>
                    <a:pt x="28575" y="1626184"/>
                  </a:lnTo>
                  <a:lnTo>
                    <a:pt x="28575" y="1569034"/>
                  </a:lnTo>
                  <a:close/>
                </a:path>
                <a:path w="7181850" h="4105275">
                  <a:moveTo>
                    <a:pt x="28575" y="1483410"/>
                  </a:moveTo>
                  <a:lnTo>
                    <a:pt x="0" y="1483410"/>
                  </a:lnTo>
                  <a:lnTo>
                    <a:pt x="0" y="1540560"/>
                  </a:lnTo>
                  <a:lnTo>
                    <a:pt x="28575" y="1540560"/>
                  </a:lnTo>
                  <a:lnTo>
                    <a:pt x="28575" y="1483410"/>
                  </a:lnTo>
                  <a:close/>
                </a:path>
                <a:path w="7181850" h="4105275">
                  <a:moveTo>
                    <a:pt x="28575" y="1397800"/>
                  </a:moveTo>
                  <a:lnTo>
                    <a:pt x="0" y="1397800"/>
                  </a:lnTo>
                  <a:lnTo>
                    <a:pt x="0" y="1454950"/>
                  </a:lnTo>
                  <a:lnTo>
                    <a:pt x="28575" y="1454950"/>
                  </a:lnTo>
                  <a:lnTo>
                    <a:pt x="28575" y="1397800"/>
                  </a:lnTo>
                  <a:close/>
                </a:path>
                <a:path w="7181850" h="4105275">
                  <a:moveTo>
                    <a:pt x="28575" y="1312189"/>
                  </a:moveTo>
                  <a:lnTo>
                    <a:pt x="0" y="1312189"/>
                  </a:lnTo>
                  <a:lnTo>
                    <a:pt x="0" y="1369339"/>
                  </a:lnTo>
                  <a:lnTo>
                    <a:pt x="28575" y="1369339"/>
                  </a:lnTo>
                  <a:lnTo>
                    <a:pt x="28575" y="1312189"/>
                  </a:lnTo>
                  <a:close/>
                </a:path>
                <a:path w="7181850" h="4105275">
                  <a:moveTo>
                    <a:pt x="28575" y="1226566"/>
                  </a:moveTo>
                  <a:lnTo>
                    <a:pt x="0" y="1226566"/>
                  </a:lnTo>
                  <a:lnTo>
                    <a:pt x="0" y="1283716"/>
                  </a:lnTo>
                  <a:lnTo>
                    <a:pt x="28575" y="1283716"/>
                  </a:lnTo>
                  <a:lnTo>
                    <a:pt x="28575" y="1226566"/>
                  </a:lnTo>
                  <a:close/>
                </a:path>
                <a:path w="7181850" h="4105275">
                  <a:moveTo>
                    <a:pt x="28575" y="1140955"/>
                  </a:moveTo>
                  <a:lnTo>
                    <a:pt x="0" y="1140955"/>
                  </a:lnTo>
                  <a:lnTo>
                    <a:pt x="0" y="1198105"/>
                  </a:lnTo>
                  <a:lnTo>
                    <a:pt x="28575" y="1198105"/>
                  </a:lnTo>
                  <a:lnTo>
                    <a:pt x="28575" y="1140955"/>
                  </a:lnTo>
                  <a:close/>
                </a:path>
                <a:path w="7181850" h="4105275">
                  <a:moveTo>
                    <a:pt x="28575" y="1055344"/>
                  </a:moveTo>
                  <a:lnTo>
                    <a:pt x="0" y="1055344"/>
                  </a:lnTo>
                  <a:lnTo>
                    <a:pt x="0" y="1112494"/>
                  </a:lnTo>
                  <a:lnTo>
                    <a:pt x="28575" y="1112494"/>
                  </a:lnTo>
                  <a:lnTo>
                    <a:pt x="28575" y="1055344"/>
                  </a:lnTo>
                  <a:close/>
                </a:path>
                <a:path w="7181850" h="4105275">
                  <a:moveTo>
                    <a:pt x="28575" y="969721"/>
                  </a:moveTo>
                  <a:lnTo>
                    <a:pt x="0" y="969721"/>
                  </a:lnTo>
                  <a:lnTo>
                    <a:pt x="0" y="1026871"/>
                  </a:lnTo>
                  <a:lnTo>
                    <a:pt x="28575" y="1026871"/>
                  </a:lnTo>
                  <a:lnTo>
                    <a:pt x="28575" y="969721"/>
                  </a:lnTo>
                  <a:close/>
                </a:path>
                <a:path w="7181850" h="4105275">
                  <a:moveTo>
                    <a:pt x="28575" y="884110"/>
                  </a:moveTo>
                  <a:lnTo>
                    <a:pt x="0" y="884110"/>
                  </a:lnTo>
                  <a:lnTo>
                    <a:pt x="0" y="941260"/>
                  </a:lnTo>
                  <a:lnTo>
                    <a:pt x="28575" y="941260"/>
                  </a:lnTo>
                  <a:lnTo>
                    <a:pt x="28575" y="884110"/>
                  </a:lnTo>
                  <a:close/>
                </a:path>
                <a:path w="7181850" h="4105275">
                  <a:moveTo>
                    <a:pt x="28575" y="798499"/>
                  </a:moveTo>
                  <a:lnTo>
                    <a:pt x="0" y="798499"/>
                  </a:lnTo>
                  <a:lnTo>
                    <a:pt x="0" y="855649"/>
                  </a:lnTo>
                  <a:lnTo>
                    <a:pt x="28575" y="855649"/>
                  </a:lnTo>
                  <a:lnTo>
                    <a:pt x="28575" y="798499"/>
                  </a:lnTo>
                  <a:close/>
                </a:path>
                <a:path w="7181850" h="4105275">
                  <a:moveTo>
                    <a:pt x="28575" y="712889"/>
                  </a:moveTo>
                  <a:lnTo>
                    <a:pt x="0" y="712889"/>
                  </a:lnTo>
                  <a:lnTo>
                    <a:pt x="0" y="770039"/>
                  </a:lnTo>
                  <a:lnTo>
                    <a:pt x="28575" y="770039"/>
                  </a:lnTo>
                  <a:lnTo>
                    <a:pt x="28575" y="712889"/>
                  </a:lnTo>
                  <a:close/>
                </a:path>
                <a:path w="7181850" h="4105275">
                  <a:moveTo>
                    <a:pt x="28575" y="627265"/>
                  </a:moveTo>
                  <a:lnTo>
                    <a:pt x="0" y="627265"/>
                  </a:lnTo>
                  <a:lnTo>
                    <a:pt x="0" y="684415"/>
                  </a:lnTo>
                  <a:lnTo>
                    <a:pt x="28575" y="684415"/>
                  </a:lnTo>
                  <a:lnTo>
                    <a:pt x="28575" y="627265"/>
                  </a:lnTo>
                  <a:close/>
                </a:path>
                <a:path w="7181850" h="4105275">
                  <a:moveTo>
                    <a:pt x="28575" y="541655"/>
                  </a:moveTo>
                  <a:lnTo>
                    <a:pt x="0" y="541655"/>
                  </a:lnTo>
                  <a:lnTo>
                    <a:pt x="0" y="598805"/>
                  </a:lnTo>
                  <a:lnTo>
                    <a:pt x="28575" y="598805"/>
                  </a:lnTo>
                  <a:lnTo>
                    <a:pt x="28575" y="541655"/>
                  </a:lnTo>
                  <a:close/>
                </a:path>
                <a:path w="7181850" h="4105275">
                  <a:moveTo>
                    <a:pt x="28575" y="456044"/>
                  </a:moveTo>
                  <a:lnTo>
                    <a:pt x="0" y="456044"/>
                  </a:lnTo>
                  <a:lnTo>
                    <a:pt x="0" y="513194"/>
                  </a:lnTo>
                  <a:lnTo>
                    <a:pt x="28575" y="513194"/>
                  </a:lnTo>
                  <a:lnTo>
                    <a:pt x="28575" y="456044"/>
                  </a:lnTo>
                  <a:close/>
                </a:path>
                <a:path w="7181850" h="4105275">
                  <a:moveTo>
                    <a:pt x="28575" y="370420"/>
                  </a:moveTo>
                  <a:lnTo>
                    <a:pt x="0" y="370420"/>
                  </a:lnTo>
                  <a:lnTo>
                    <a:pt x="0" y="427570"/>
                  </a:lnTo>
                  <a:lnTo>
                    <a:pt x="28575" y="427570"/>
                  </a:lnTo>
                  <a:lnTo>
                    <a:pt x="28575" y="370420"/>
                  </a:lnTo>
                  <a:close/>
                </a:path>
                <a:path w="7181850" h="4105275">
                  <a:moveTo>
                    <a:pt x="28575" y="284810"/>
                  </a:moveTo>
                  <a:lnTo>
                    <a:pt x="0" y="284810"/>
                  </a:lnTo>
                  <a:lnTo>
                    <a:pt x="0" y="341960"/>
                  </a:lnTo>
                  <a:lnTo>
                    <a:pt x="28575" y="341960"/>
                  </a:lnTo>
                  <a:lnTo>
                    <a:pt x="28575" y="284810"/>
                  </a:lnTo>
                  <a:close/>
                </a:path>
                <a:path w="7181850" h="4105275">
                  <a:moveTo>
                    <a:pt x="28575" y="199199"/>
                  </a:moveTo>
                  <a:lnTo>
                    <a:pt x="0" y="199199"/>
                  </a:lnTo>
                  <a:lnTo>
                    <a:pt x="0" y="256349"/>
                  </a:lnTo>
                  <a:lnTo>
                    <a:pt x="28575" y="256349"/>
                  </a:lnTo>
                  <a:lnTo>
                    <a:pt x="28575" y="199199"/>
                  </a:lnTo>
                  <a:close/>
                </a:path>
                <a:path w="7181850" h="4105275">
                  <a:moveTo>
                    <a:pt x="29921" y="3934599"/>
                  </a:moveTo>
                  <a:lnTo>
                    <a:pt x="29349" y="3930726"/>
                  </a:lnTo>
                  <a:lnTo>
                    <a:pt x="28575" y="3914775"/>
                  </a:lnTo>
                  <a:lnTo>
                    <a:pt x="28575" y="3880624"/>
                  </a:lnTo>
                  <a:lnTo>
                    <a:pt x="0" y="3880624"/>
                  </a:lnTo>
                  <a:lnTo>
                    <a:pt x="0" y="3914775"/>
                  </a:lnTo>
                  <a:lnTo>
                    <a:pt x="914" y="3933545"/>
                  </a:lnTo>
                  <a:lnTo>
                    <a:pt x="1587" y="3938092"/>
                  </a:lnTo>
                  <a:lnTo>
                    <a:pt x="29921" y="3934599"/>
                  </a:lnTo>
                  <a:close/>
                </a:path>
                <a:path w="7181850" h="4105275">
                  <a:moveTo>
                    <a:pt x="43243" y="123596"/>
                  </a:moveTo>
                  <a:lnTo>
                    <a:pt x="17259" y="111785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1092" y="170497"/>
                  </a:lnTo>
                  <a:lnTo>
                    <a:pt x="29502" y="173494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3243" y="123596"/>
                  </a:lnTo>
                  <a:close/>
                </a:path>
                <a:path w="7181850" h="4105275">
                  <a:moveTo>
                    <a:pt x="57086" y="4006431"/>
                  </a:moveTo>
                  <a:lnTo>
                    <a:pt x="35509" y="3961714"/>
                  </a:lnTo>
                  <a:lnTo>
                    <a:pt x="35052" y="3959847"/>
                  </a:lnTo>
                  <a:lnTo>
                    <a:pt x="7607" y="3967797"/>
                  </a:lnTo>
                  <a:lnTo>
                    <a:pt x="22529" y="4004678"/>
                  </a:lnTo>
                  <a:lnTo>
                    <a:pt x="33540" y="4022598"/>
                  </a:lnTo>
                  <a:lnTo>
                    <a:pt x="57086" y="4006431"/>
                  </a:lnTo>
                  <a:close/>
                </a:path>
                <a:path w="7181850" h="4105275">
                  <a:moveTo>
                    <a:pt x="90627" y="63195"/>
                  </a:moveTo>
                  <a:lnTo>
                    <a:pt x="72999" y="40728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572" y="85496"/>
                  </a:lnTo>
                  <a:lnTo>
                    <a:pt x="55410" y="101244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90627" y="63195"/>
                  </a:lnTo>
                  <a:close/>
                </a:path>
                <a:path w="7181850" h="4105275">
                  <a:moveTo>
                    <a:pt x="114515" y="4057764"/>
                  </a:moveTo>
                  <a:lnTo>
                    <a:pt x="76009" y="4029278"/>
                  </a:lnTo>
                  <a:lnTo>
                    <a:pt x="73456" y="4026471"/>
                  </a:lnTo>
                  <a:lnTo>
                    <a:pt x="52806" y="4046182"/>
                  </a:lnTo>
                  <a:lnTo>
                    <a:pt x="55803" y="4049484"/>
                  </a:lnTo>
                  <a:lnTo>
                    <a:pt x="69710" y="4062107"/>
                  </a:lnTo>
                  <a:lnTo>
                    <a:pt x="84645" y="4073207"/>
                  </a:lnTo>
                  <a:lnTo>
                    <a:pt x="100609" y="4082758"/>
                  </a:lnTo>
                  <a:lnTo>
                    <a:pt x="101104" y="4082986"/>
                  </a:lnTo>
                  <a:lnTo>
                    <a:pt x="101231" y="4082758"/>
                  </a:lnTo>
                  <a:lnTo>
                    <a:pt x="114515" y="4057764"/>
                  </a:lnTo>
                  <a:close/>
                </a:path>
                <a:path w="7181850" h="4105275">
                  <a:moveTo>
                    <a:pt x="160718" y="31394"/>
                  </a:moveTo>
                  <a:lnTo>
                    <a:pt x="155460" y="3314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8171" y="23990"/>
                  </a:lnTo>
                  <a:lnTo>
                    <a:pt x="112014" y="48971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718" y="31394"/>
                  </a:lnTo>
                  <a:close/>
                </a:path>
                <a:path w="7181850" h="4105275">
                  <a:moveTo>
                    <a:pt x="188302" y="4076598"/>
                  </a:moveTo>
                  <a:lnTo>
                    <a:pt x="174548" y="4075938"/>
                  </a:lnTo>
                  <a:lnTo>
                    <a:pt x="158915" y="4073626"/>
                  </a:lnTo>
                  <a:lnTo>
                    <a:pt x="143573" y="4069778"/>
                  </a:lnTo>
                  <a:lnTo>
                    <a:pt x="138099" y="4067810"/>
                  </a:lnTo>
                  <a:lnTo>
                    <a:pt x="128841" y="4094810"/>
                  </a:lnTo>
                  <a:lnTo>
                    <a:pt x="135293" y="4097121"/>
                  </a:lnTo>
                  <a:lnTo>
                    <a:pt x="153339" y="4101655"/>
                  </a:lnTo>
                  <a:lnTo>
                    <a:pt x="171742" y="4104373"/>
                  </a:lnTo>
                  <a:lnTo>
                    <a:pt x="187909" y="4105160"/>
                  </a:lnTo>
                  <a:lnTo>
                    <a:pt x="187960" y="4101655"/>
                  </a:lnTo>
                  <a:lnTo>
                    <a:pt x="188048" y="4094810"/>
                  </a:lnTo>
                  <a:lnTo>
                    <a:pt x="188302" y="4076598"/>
                  </a:lnTo>
                  <a:close/>
                </a:path>
                <a:path w="7181850" h="4105275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7181850" h="4105275">
                  <a:moveTo>
                    <a:pt x="273519" y="4076700"/>
                  </a:moveTo>
                  <a:lnTo>
                    <a:pt x="216369" y="4076700"/>
                  </a:lnTo>
                  <a:lnTo>
                    <a:pt x="216369" y="4105275"/>
                  </a:lnTo>
                  <a:lnTo>
                    <a:pt x="273519" y="4105275"/>
                  </a:lnTo>
                  <a:lnTo>
                    <a:pt x="273519" y="4076700"/>
                  </a:lnTo>
                  <a:close/>
                </a:path>
                <a:path w="7181850" h="4105275">
                  <a:moveTo>
                    <a:pt x="333273" y="0"/>
                  </a:moveTo>
                  <a:lnTo>
                    <a:pt x="276123" y="0"/>
                  </a:lnTo>
                  <a:lnTo>
                    <a:pt x="276123" y="28575"/>
                  </a:lnTo>
                  <a:lnTo>
                    <a:pt x="333273" y="28575"/>
                  </a:lnTo>
                  <a:lnTo>
                    <a:pt x="333273" y="0"/>
                  </a:lnTo>
                  <a:close/>
                </a:path>
                <a:path w="7181850" h="4105275">
                  <a:moveTo>
                    <a:pt x="359130" y="4076700"/>
                  </a:moveTo>
                  <a:lnTo>
                    <a:pt x="301980" y="4076700"/>
                  </a:lnTo>
                  <a:lnTo>
                    <a:pt x="301980" y="4105275"/>
                  </a:lnTo>
                  <a:lnTo>
                    <a:pt x="359130" y="4105275"/>
                  </a:lnTo>
                  <a:lnTo>
                    <a:pt x="359130" y="4076700"/>
                  </a:lnTo>
                  <a:close/>
                </a:path>
                <a:path w="7181850" h="4105275">
                  <a:moveTo>
                    <a:pt x="418884" y="0"/>
                  </a:moveTo>
                  <a:lnTo>
                    <a:pt x="361734" y="0"/>
                  </a:lnTo>
                  <a:lnTo>
                    <a:pt x="361734" y="28575"/>
                  </a:lnTo>
                  <a:lnTo>
                    <a:pt x="418884" y="28575"/>
                  </a:lnTo>
                  <a:lnTo>
                    <a:pt x="418884" y="0"/>
                  </a:lnTo>
                  <a:close/>
                </a:path>
                <a:path w="7181850" h="4105275">
                  <a:moveTo>
                    <a:pt x="444741" y="4076700"/>
                  </a:moveTo>
                  <a:lnTo>
                    <a:pt x="387591" y="4076700"/>
                  </a:lnTo>
                  <a:lnTo>
                    <a:pt x="387591" y="4105275"/>
                  </a:lnTo>
                  <a:lnTo>
                    <a:pt x="444741" y="4105275"/>
                  </a:lnTo>
                  <a:lnTo>
                    <a:pt x="444741" y="4076700"/>
                  </a:lnTo>
                  <a:close/>
                </a:path>
                <a:path w="7181850" h="4105275">
                  <a:moveTo>
                    <a:pt x="504494" y="0"/>
                  </a:moveTo>
                  <a:lnTo>
                    <a:pt x="447344" y="0"/>
                  </a:lnTo>
                  <a:lnTo>
                    <a:pt x="447344" y="28575"/>
                  </a:lnTo>
                  <a:lnTo>
                    <a:pt x="504494" y="28575"/>
                  </a:lnTo>
                  <a:lnTo>
                    <a:pt x="504494" y="0"/>
                  </a:lnTo>
                  <a:close/>
                </a:path>
                <a:path w="7181850" h="4105275">
                  <a:moveTo>
                    <a:pt x="530364" y="4076700"/>
                  </a:moveTo>
                  <a:lnTo>
                    <a:pt x="473214" y="4076700"/>
                  </a:lnTo>
                  <a:lnTo>
                    <a:pt x="473214" y="4105275"/>
                  </a:lnTo>
                  <a:lnTo>
                    <a:pt x="530364" y="4105275"/>
                  </a:lnTo>
                  <a:lnTo>
                    <a:pt x="530364" y="4076700"/>
                  </a:lnTo>
                  <a:close/>
                </a:path>
                <a:path w="7181850" h="4105275">
                  <a:moveTo>
                    <a:pt x="590118" y="0"/>
                  </a:moveTo>
                  <a:lnTo>
                    <a:pt x="532968" y="0"/>
                  </a:lnTo>
                  <a:lnTo>
                    <a:pt x="532968" y="28575"/>
                  </a:lnTo>
                  <a:lnTo>
                    <a:pt x="590118" y="28575"/>
                  </a:lnTo>
                  <a:lnTo>
                    <a:pt x="590118" y="0"/>
                  </a:lnTo>
                  <a:close/>
                </a:path>
                <a:path w="7181850" h="4105275">
                  <a:moveTo>
                    <a:pt x="615975" y="4076700"/>
                  </a:moveTo>
                  <a:lnTo>
                    <a:pt x="558825" y="4076700"/>
                  </a:lnTo>
                  <a:lnTo>
                    <a:pt x="558825" y="4105275"/>
                  </a:lnTo>
                  <a:lnTo>
                    <a:pt x="615975" y="4105275"/>
                  </a:lnTo>
                  <a:lnTo>
                    <a:pt x="615975" y="4076700"/>
                  </a:lnTo>
                  <a:close/>
                </a:path>
                <a:path w="7181850" h="4105275">
                  <a:moveTo>
                    <a:pt x="675728" y="0"/>
                  </a:moveTo>
                  <a:lnTo>
                    <a:pt x="618578" y="0"/>
                  </a:lnTo>
                  <a:lnTo>
                    <a:pt x="618578" y="28575"/>
                  </a:lnTo>
                  <a:lnTo>
                    <a:pt x="675728" y="28575"/>
                  </a:lnTo>
                  <a:lnTo>
                    <a:pt x="675728" y="0"/>
                  </a:lnTo>
                  <a:close/>
                </a:path>
                <a:path w="7181850" h="4105275">
                  <a:moveTo>
                    <a:pt x="701586" y="4076700"/>
                  </a:moveTo>
                  <a:lnTo>
                    <a:pt x="644436" y="4076700"/>
                  </a:lnTo>
                  <a:lnTo>
                    <a:pt x="644436" y="4105275"/>
                  </a:lnTo>
                  <a:lnTo>
                    <a:pt x="701586" y="4105275"/>
                  </a:lnTo>
                  <a:lnTo>
                    <a:pt x="701586" y="4076700"/>
                  </a:lnTo>
                  <a:close/>
                </a:path>
                <a:path w="7181850" h="4105275">
                  <a:moveTo>
                    <a:pt x="761339" y="0"/>
                  </a:moveTo>
                  <a:lnTo>
                    <a:pt x="704189" y="0"/>
                  </a:lnTo>
                  <a:lnTo>
                    <a:pt x="704189" y="28575"/>
                  </a:lnTo>
                  <a:lnTo>
                    <a:pt x="761339" y="28575"/>
                  </a:lnTo>
                  <a:lnTo>
                    <a:pt x="761339" y="0"/>
                  </a:lnTo>
                  <a:close/>
                </a:path>
                <a:path w="7181850" h="4105275">
                  <a:moveTo>
                    <a:pt x="787209" y="4076700"/>
                  </a:moveTo>
                  <a:lnTo>
                    <a:pt x="730059" y="4076700"/>
                  </a:lnTo>
                  <a:lnTo>
                    <a:pt x="730059" y="4105275"/>
                  </a:lnTo>
                  <a:lnTo>
                    <a:pt x="787209" y="4105275"/>
                  </a:lnTo>
                  <a:lnTo>
                    <a:pt x="787209" y="4076700"/>
                  </a:lnTo>
                  <a:close/>
                </a:path>
                <a:path w="7181850" h="4105275">
                  <a:moveTo>
                    <a:pt x="846963" y="0"/>
                  </a:moveTo>
                  <a:lnTo>
                    <a:pt x="789813" y="0"/>
                  </a:lnTo>
                  <a:lnTo>
                    <a:pt x="789813" y="28575"/>
                  </a:lnTo>
                  <a:lnTo>
                    <a:pt x="846963" y="28575"/>
                  </a:lnTo>
                  <a:lnTo>
                    <a:pt x="846963" y="0"/>
                  </a:lnTo>
                  <a:close/>
                </a:path>
                <a:path w="7181850" h="4105275">
                  <a:moveTo>
                    <a:pt x="872820" y="4076700"/>
                  </a:moveTo>
                  <a:lnTo>
                    <a:pt x="815670" y="4076700"/>
                  </a:lnTo>
                  <a:lnTo>
                    <a:pt x="815670" y="4105275"/>
                  </a:lnTo>
                  <a:lnTo>
                    <a:pt x="872820" y="4105275"/>
                  </a:lnTo>
                  <a:lnTo>
                    <a:pt x="872820" y="4076700"/>
                  </a:lnTo>
                  <a:close/>
                </a:path>
                <a:path w="7181850" h="4105275">
                  <a:moveTo>
                    <a:pt x="932573" y="0"/>
                  </a:moveTo>
                  <a:lnTo>
                    <a:pt x="875423" y="0"/>
                  </a:lnTo>
                  <a:lnTo>
                    <a:pt x="875423" y="28575"/>
                  </a:lnTo>
                  <a:lnTo>
                    <a:pt x="932573" y="28575"/>
                  </a:lnTo>
                  <a:lnTo>
                    <a:pt x="932573" y="0"/>
                  </a:lnTo>
                  <a:close/>
                </a:path>
                <a:path w="7181850" h="4105275">
                  <a:moveTo>
                    <a:pt x="958430" y="4076700"/>
                  </a:moveTo>
                  <a:lnTo>
                    <a:pt x="901280" y="4076700"/>
                  </a:lnTo>
                  <a:lnTo>
                    <a:pt x="901280" y="4105275"/>
                  </a:lnTo>
                  <a:lnTo>
                    <a:pt x="958430" y="4105275"/>
                  </a:lnTo>
                  <a:lnTo>
                    <a:pt x="958430" y="4076700"/>
                  </a:lnTo>
                  <a:close/>
                </a:path>
                <a:path w="7181850" h="4105275">
                  <a:moveTo>
                    <a:pt x="1018184" y="0"/>
                  </a:moveTo>
                  <a:lnTo>
                    <a:pt x="961034" y="0"/>
                  </a:lnTo>
                  <a:lnTo>
                    <a:pt x="961034" y="28575"/>
                  </a:lnTo>
                  <a:lnTo>
                    <a:pt x="1018184" y="28575"/>
                  </a:lnTo>
                  <a:lnTo>
                    <a:pt x="1018184" y="0"/>
                  </a:lnTo>
                  <a:close/>
                </a:path>
                <a:path w="7181850" h="4105275">
                  <a:moveTo>
                    <a:pt x="1044054" y="4076700"/>
                  </a:moveTo>
                  <a:lnTo>
                    <a:pt x="986904" y="4076700"/>
                  </a:lnTo>
                  <a:lnTo>
                    <a:pt x="986904" y="4105275"/>
                  </a:lnTo>
                  <a:lnTo>
                    <a:pt x="1044054" y="4105275"/>
                  </a:lnTo>
                  <a:lnTo>
                    <a:pt x="1044054" y="4076700"/>
                  </a:lnTo>
                  <a:close/>
                </a:path>
                <a:path w="7181850" h="4105275">
                  <a:moveTo>
                    <a:pt x="1103807" y="0"/>
                  </a:moveTo>
                  <a:lnTo>
                    <a:pt x="1046657" y="0"/>
                  </a:lnTo>
                  <a:lnTo>
                    <a:pt x="1046657" y="28575"/>
                  </a:lnTo>
                  <a:lnTo>
                    <a:pt x="1103807" y="28575"/>
                  </a:lnTo>
                  <a:lnTo>
                    <a:pt x="1103807" y="0"/>
                  </a:lnTo>
                  <a:close/>
                </a:path>
                <a:path w="7181850" h="4105275">
                  <a:moveTo>
                    <a:pt x="1129665" y="4076700"/>
                  </a:moveTo>
                  <a:lnTo>
                    <a:pt x="1072515" y="4076700"/>
                  </a:lnTo>
                  <a:lnTo>
                    <a:pt x="1072515" y="4105275"/>
                  </a:lnTo>
                  <a:lnTo>
                    <a:pt x="1129665" y="4105275"/>
                  </a:lnTo>
                  <a:lnTo>
                    <a:pt x="1129665" y="4076700"/>
                  </a:lnTo>
                  <a:close/>
                </a:path>
                <a:path w="7181850" h="4105275">
                  <a:moveTo>
                    <a:pt x="1189418" y="0"/>
                  </a:moveTo>
                  <a:lnTo>
                    <a:pt x="1132268" y="0"/>
                  </a:lnTo>
                  <a:lnTo>
                    <a:pt x="1132268" y="28575"/>
                  </a:lnTo>
                  <a:lnTo>
                    <a:pt x="1189418" y="28575"/>
                  </a:lnTo>
                  <a:lnTo>
                    <a:pt x="1189418" y="0"/>
                  </a:lnTo>
                  <a:close/>
                </a:path>
                <a:path w="7181850" h="4105275">
                  <a:moveTo>
                    <a:pt x="1215275" y="4076700"/>
                  </a:moveTo>
                  <a:lnTo>
                    <a:pt x="1158125" y="4076700"/>
                  </a:lnTo>
                  <a:lnTo>
                    <a:pt x="1158125" y="4105275"/>
                  </a:lnTo>
                  <a:lnTo>
                    <a:pt x="1215275" y="4105275"/>
                  </a:lnTo>
                  <a:lnTo>
                    <a:pt x="1215275" y="4076700"/>
                  </a:lnTo>
                  <a:close/>
                </a:path>
                <a:path w="7181850" h="4105275">
                  <a:moveTo>
                    <a:pt x="1275029" y="0"/>
                  </a:moveTo>
                  <a:lnTo>
                    <a:pt x="1217879" y="0"/>
                  </a:lnTo>
                  <a:lnTo>
                    <a:pt x="1217879" y="28575"/>
                  </a:lnTo>
                  <a:lnTo>
                    <a:pt x="1275029" y="28575"/>
                  </a:lnTo>
                  <a:lnTo>
                    <a:pt x="1275029" y="0"/>
                  </a:lnTo>
                  <a:close/>
                </a:path>
                <a:path w="7181850" h="4105275">
                  <a:moveTo>
                    <a:pt x="1300886" y="4076700"/>
                  </a:moveTo>
                  <a:lnTo>
                    <a:pt x="1243736" y="4076700"/>
                  </a:lnTo>
                  <a:lnTo>
                    <a:pt x="1243736" y="4105275"/>
                  </a:lnTo>
                  <a:lnTo>
                    <a:pt x="1300886" y="4105275"/>
                  </a:lnTo>
                  <a:lnTo>
                    <a:pt x="1300886" y="4076700"/>
                  </a:lnTo>
                  <a:close/>
                </a:path>
                <a:path w="7181850" h="4105275">
                  <a:moveTo>
                    <a:pt x="1360652" y="0"/>
                  </a:moveTo>
                  <a:lnTo>
                    <a:pt x="1303502" y="0"/>
                  </a:lnTo>
                  <a:lnTo>
                    <a:pt x="1303502" y="28575"/>
                  </a:lnTo>
                  <a:lnTo>
                    <a:pt x="1360652" y="28575"/>
                  </a:lnTo>
                  <a:lnTo>
                    <a:pt x="1360652" y="0"/>
                  </a:lnTo>
                  <a:close/>
                </a:path>
                <a:path w="7181850" h="4105275">
                  <a:moveTo>
                    <a:pt x="1386509" y="4076700"/>
                  </a:moveTo>
                  <a:lnTo>
                    <a:pt x="1329359" y="4076700"/>
                  </a:lnTo>
                  <a:lnTo>
                    <a:pt x="1329359" y="4105275"/>
                  </a:lnTo>
                  <a:lnTo>
                    <a:pt x="1386509" y="4105275"/>
                  </a:lnTo>
                  <a:lnTo>
                    <a:pt x="1386509" y="4076700"/>
                  </a:lnTo>
                  <a:close/>
                </a:path>
                <a:path w="7181850" h="4105275">
                  <a:moveTo>
                    <a:pt x="1446263" y="0"/>
                  </a:moveTo>
                  <a:lnTo>
                    <a:pt x="1389113" y="0"/>
                  </a:lnTo>
                  <a:lnTo>
                    <a:pt x="1389113" y="28575"/>
                  </a:lnTo>
                  <a:lnTo>
                    <a:pt x="1446263" y="28575"/>
                  </a:lnTo>
                  <a:lnTo>
                    <a:pt x="1446263" y="0"/>
                  </a:lnTo>
                  <a:close/>
                </a:path>
                <a:path w="7181850" h="4105275">
                  <a:moveTo>
                    <a:pt x="1472120" y="4076700"/>
                  </a:moveTo>
                  <a:lnTo>
                    <a:pt x="1414970" y="4076700"/>
                  </a:lnTo>
                  <a:lnTo>
                    <a:pt x="1414970" y="4105275"/>
                  </a:lnTo>
                  <a:lnTo>
                    <a:pt x="1472120" y="4105275"/>
                  </a:lnTo>
                  <a:lnTo>
                    <a:pt x="1472120" y="4076700"/>
                  </a:lnTo>
                  <a:close/>
                </a:path>
                <a:path w="7181850" h="4105275">
                  <a:moveTo>
                    <a:pt x="1531874" y="0"/>
                  </a:moveTo>
                  <a:lnTo>
                    <a:pt x="1474724" y="0"/>
                  </a:lnTo>
                  <a:lnTo>
                    <a:pt x="1474724" y="28575"/>
                  </a:lnTo>
                  <a:lnTo>
                    <a:pt x="1531874" y="28575"/>
                  </a:lnTo>
                  <a:lnTo>
                    <a:pt x="1531874" y="0"/>
                  </a:lnTo>
                  <a:close/>
                </a:path>
                <a:path w="7181850" h="4105275">
                  <a:moveTo>
                    <a:pt x="1557731" y="4076700"/>
                  </a:moveTo>
                  <a:lnTo>
                    <a:pt x="1500581" y="4076700"/>
                  </a:lnTo>
                  <a:lnTo>
                    <a:pt x="1500581" y="4105275"/>
                  </a:lnTo>
                  <a:lnTo>
                    <a:pt x="1557731" y="4105275"/>
                  </a:lnTo>
                  <a:lnTo>
                    <a:pt x="1557731" y="4076700"/>
                  </a:lnTo>
                  <a:close/>
                </a:path>
                <a:path w="7181850" h="4105275">
                  <a:moveTo>
                    <a:pt x="1617484" y="0"/>
                  </a:moveTo>
                  <a:lnTo>
                    <a:pt x="1560334" y="0"/>
                  </a:lnTo>
                  <a:lnTo>
                    <a:pt x="1560334" y="28575"/>
                  </a:lnTo>
                  <a:lnTo>
                    <a:pt x="1617484" y="28575"/>
                  </a:lnTo>
                  <a:lnTo>
                    <a:pt x="1617484" y="0"/>
                  </a:lnTo>
                  <a:close/>
                </a:path>
                <a:path w="7181850" h="4105275">
                  <a:moveTo>
                    <a:pt x="1643354" y="4076700"/>
                  </a:moveTo>
                  <a:lnTo>
                    <a:pt x="1586204" y="4076700"/>
                  </a:lnTo>
                  <a:lnTo>
                    <a:pt x="1586204" y="4105275"/>
                  </a:lnTo>
                  <a:lnTo>
                    <a:pt x="1643354" y="4105275"/>
                  </a:lnTo>
                  <a:lnTo>
                    <a:pt x="1643354" y="4076700"/>
                  </a:lnTo>
                  <a:close/>
                </a:path>
                <a:path w="7181850" h="4105275">
                  <a:moveTo>
                    <a:pt x="1703108" y="0"/>
                  </a:moveTo>
                  <a:lnTo>
                    <a:pt x="1645958" y="0"/>
                  </a:lnTo>
                  <a:lnTo>
                    <a:pt x="1645958" y="28575"/>
                  </a:lnTo>
                  <a:lnTo>
                    <a:pt x="1703108" y="28575"/>
                  </a:lnTo>
                  <a:lnTo>
                    <a:pt x="1703108" y="0"/>
                  </a:lnTo>
                  <a:close/>
                </a:path>
                <a:path w="7181850" h="4105275">
                  <a:moveTo>
                    <a:pt x="1728965" y="4076700"/>
                  </a:moveTo>
                  <a:lnTo>
                    <a:pt x="1671815" y="4076700"/>
                  </a:lnTo>
                  <a:lnTo>
                    <a:pt x="1671815" y="4105275"/>
                  </a:lnTo>
                  <a:lnTo>
                    <a:pt x="1728965" y="4105275"/>
                  </a:lnTo>
                  <a:lnTo>
                    <a:pt x="1728965" y="4076700"/>
                  </a:lnTo>
                  <a:close/>
                </a:path>
                <a:path w="7181850" h="4105275">
                  <a:moveTo>
                    <a:pt x="1788718" y="0"/>
                  </a:moveTo>
                  <a:lnTo>
                    <a:pt x="1731568" y="0"/>
                  </a:lnTo>
                  <a:lnTo>
                    <a:pt x="1731568" y="28575"/>
                  </a:lnTo>
                  <a:lnTo>
                    <a:pt x="1788718" y="28575"/>
                  </a:lnTo>
                  <a:lnTo>
                    <a:pt x="1788718" y="0"/>
                  </a:lnTo>
                  <a:close/>
                </a:path>
                <a:path w="7181850" h="4105275">
                  <a:moveTo>
                    <a:pt x="1814576" y="4076700"/>
                  </a:moveTo>
                  <a:lnTo>
                    <a:pt x="1757426" y="4076700"/>
                  </a:lnTo>
                  <a:lnTo>
                    <a:pt x="1757426" y="4105275"/>
                  </a:lnTo>
                  <a:lnTo>
                    <a:pt x="1814576" y="4105275"/>
                  </a:lnTo>
                  <a:lnTo>
                    <a:pt x="1814576" y="4076700"/>
                  </a:lnTo>
                  <a:close/>
                </a:path>
                <a:path w="7181850" h="4105275">
                  <a:moveTo>
                    <a:pt x="1874329" y="0"/>
                  </a:moveTo>
                  <a:lnTo>
                    <a:pt x="1817179" y="0"/>
                  </a:lnTo>
                  <a:lnTo>
                    <a:pt x="1817179" y="28575"/>
                  </a:lnTo>
                  <a:lnTo>
                    <a:pt x="1874329" y="28575"/>
                  </a:lnTo>
                  <a:lnTo>
                    <a:pt x="1874329" y="0"/>
                  </a:lnTo>
                  <a:close/>
                </a:path>
                <a:path w="7181850" h="4105275">
                  <a:moveTo>
                    <a:pt x="1900199" y="4076700"/>
                  </a:moveTo>
                  <a:lnTo>
                    <a:pt x="1843049" y="4076700"/>
                  </a:lnTo>
                  <a:lnTo>
                    <a:pt x="1843049" y="4105275"/>
                  </a:lnTo>
                  <a:lnTo>
                    <a:pt x="1900199" y="4105275"/>
                  </a:lnTo>
                  <a:lnTo>
                    <a:pt x="1900199" y="4076700"/>
                  </a:lnTo>
                  <a:close/>
                </a:path>
                <a:path w="7181850" h="4105275">
                  <a:moveTo>
                    <a:pt x="1959952" y="0"/>
                  </a:moveTo>
                  <a:lnTo>
                    <a:pt x="1902802" y="0"/>
                  </a:lnTo>
                  <a:lnTo>
                    <a:pt x="1902802" y="28575"/>
                  </a:lnTo>
                  <a:lnTo>
                    <a:pt x="1959952" y="28575"/>
                  </a:lnTo>
                  <a:lnTo>
                    <a:pt x="1959952" y="0"/>
                  </a:lnTo>
                  <a:close/>
                </a:path>
                <a:path w="7181850" h="4105275">
                  <a:moveTo>
                    <a:pt x="1985810" y="4076700"/>
                  </a:moveTo>
                  <a:lnTo>
                    <a:pt x="1928660" y="4076700"/>
                  </a:lnTo>
                  <a:lnTo>
                    <a:pt x="1928660" y="4105275"/>
                  </a:lnTo>
                  <a:lnTo>
                    <a:pt x="1985810" y="4105275"/>
                  </a:lnTo>
                  <a:lnTo>
                    <a:pt x="1985810" y="4076700"/>
                  </a:lnTo>
                  <a:close/>
                </a:path>
                <a:path w="7181850" h="4105275">
                  <a:moveTo>
                    <a:pt x="2045563" y="0"/>
                  </a:moveTo>
                  <a:lnTo>
                    <a:pt x="1988413" y="0"/>
                  </a:lnTo>
                  <a:lnTo>
                    <a:pt x="1988413" y="28575"/>
                  </a:lnTo>
                  <a:lnTo>
                    <a:pt x="2045563" y="28575"/>
                  </a:lnTo>
                  <a:lnTo>
                    <a:pt x="2045563" y="0"/>
                  </a:lnTo>
                  <a:close/>
                </a:path>
                <a:path w="7181850" h="4105275">
                  <a:moveTo>
                    <a:pt x="2071420" y="4076700"/>
                  </a:moveTo>
                  <a:lnTo>
                    <a:pt x="2014270" y="4076700"/>
                  </a:lnTo>
                  <a:lnTo>
                    <a:pt x="2014270" y="4105275"/>
                  </a:lnTo>
                  <a:lnTo>
                    <a:pt x="2071420" y="4105275"/>
                  </a:lnTo>
                  <a:lnTo>
                    <a:pt x="2071420" y="4076700"/>
                  </a:lnTo>
                  <a:close/>
                </a:path>
                <a:path w="7181850" h="4105275">
                  <a:moveTo>
                    <a:pt x="2131174" y="0"/>
                  </a:moveTo>
                  <a:lnTo>
                    <a:pt x="2074024" y="0"/>
                  </a:lnTo>
                  <a:lnTo>
                    <a:pt x="2074024" y="28575"/>
                  </a:lnTo>
                  <a:lnTo>
                    <a:pt x="2131174" y="28575"/>
                  </a:lnTo>
                  <a:lnTo>
                    <a:pt x="2131174" y="0"/>
                  </a:lnTo>
                  <a:close/>
                </a:path>
                <a:path w="7181850" h="4105275">
                  <a:moveTo>
                    <a:pt x="2157044" y="4076700"/>
                  </a:moveTo>
                  <a:lnTo>
                    <a:pt x="2099894" y="4076700"/>
                  </a:lnTo>
                  <a:lnTo>
                    <a:pt x="2099894" y="4105275"/>
                  </a:lnTo>
                  <a:lnTo>
                    <a:pt x="2157044" y="4105275"/>
                  </a:lnTo>
                  <a:lnTo>
                    <a:pt x="2157044" y="4076700"/>
                  </a:lnTo>
                  <a:close/>
                </a:path>
                <a:path w="7181850" h="4105275">
                  <a:moveTo>
                    <a:pt x="2216797" y="0"/>
                  </a:moveTo>
                  <a:lnTo>
                    <a:pt x="2159647" y="0"/>
                  </a:lnTo>
                  <a:lnTo>
                    <a:pt x="2159647" y="28575"/>
                  </a:lnTo>
                  <a:lnTo>
                    <a:pt x="2216797" y="28575"/>
                  </a:lnTo>
                  <a:lnTo>
                    <a:pt x="2216797" y="0"/>
                  </a:lnTo>
                  <a:close/>
                </a:path>
                <a:path w="7181850" h="4105275">
                  <a:moveTo>
                    <a:pt x="2242655" y="4076700"/>
                  </a:moveTo>
                  <a:lnTo>
                    <a:pt x="2185505" y="4076700"/>
                  </a:lnTo>
                  <a:lnTo>
                    <a:pt x="2185505" y="4105275"/>
                  </a:lnTo>
                  <a:lnTo>
                    <a:pt x="2242655" y="4105275"/>
                  </a:lnTo>
                  <a:lnTo>
                    <a:pt x="2242655" y="4076700"/>
                  </a:lnTo>
                  <a:close/>
                </a:path>
                <a:path w="7181850" h="4105275">
                  <a:moveTo>
                    <a:pt x="2302408" y="0"/>
                  </a:moveTo>
                  <a:lnTo>
                    <a:pt x="2245258" y="0"/>
                  </a:lnTo>
                  <a:lnTo>
                    <a:pt x="2245258" y="28575"/>
                  </a:lnTo>
                  <a:lnTo>
                    <a:pt x="2302408" y="28575"/>
                  </a:lnTo>
                  <a:lnTo>
                    <a:pt x="2302408" y="0"/>
                  </a:lnTo>
                  <a:close/>
                </a:path>
                <a:path w="7181850" h="4105275">
                  <a:moveTo>
                    <a:pt x="2328265" y="4076700"/>
                  </a:moveTo>
                  <a:lnTo>
                    <a:pt x="2271115" y="4076700"/>
                  </a:lnTo>
                  <a:lnTo>
                    <a:pt x="2271115" y="4105275"/>
                  </a:lnTo>
                  <a:lnTo>
                    <a:pt x="2328265" y="4105275"/>
                  </a:lnTo>
                  <a:lnTo>
                    <a:pt x="2328265" y="4076700"/>
                  </a:lnTo>
                  <a:close/>
                </a:path>
                <a:path w="7181850" h="4105275">
                  <a:moveTo>
                    <a:pt x="2388019" y="0"/>
                  </a:moveTo>
                  <a:lnTo>
                    <a:pt x="2330869" y="0"/>
                  </a:lnTo>
                  <a:lnTo>
                    <a:pt x="2330869" y="28575"/>
                  </a:lnTo>
                  <a:lnTo>
                    <a:pt x="2388019" y="28575"/>
                  </a:lnTo>
                  <a:lnTo>
                    <a:pt x="2388019" y="0"/>
                  </a:lnTo>
                  <a:close/>
                </a:path>
                <a:path w="7181850" h="4105275">
                  <a:moveTo>
                    <a:pt x="2413889" y="4076700"/>
                  </a:moveTo>
                  <a:lnTo>
                    <a:pt x="2356739" y="4076700"/>
                  </a:lnTo>
                  <a:lnTo>
                    <a:pt x="2356739" y="4105275"/>
                  </a:lnTo>
                  <a:lnTo>
                    <a:pt x="2413889" y="4105275"/>
                  </a:lnTo>
                  <a:lnTo>
                    <a:pt x="2413889" y="4076700"/>
                  </a:lnTo>
                  <a:close/>
                </a:path>
                <a:path w="7181850" h="4105275">
                  <a:moveTo>
                    <a:pt x="2473642" y="0"/>
                  </a:moveTo>
                  <a:lnTo>
                    <a:pt x="2416492" y="0"/>
                  </a:lnTo>
                  <a:lnTo>
                    <a:pt x="2416492" y="28575"/>
                  </a:lnTo>
                  <a:lnTo>
                    <a:pt x="2473642" y="28575"/>
                  </a:lnTo>
                  <a:lnTo>
                    <a:pt x="2473642" y="0"/>
                  </a:lnTo>
                  <a:close/>
                </a:path>
                <a:path w="7181850" h="4105275">
                  <a:moveTo>
                    <a:pt x="2499499" y="4076700"/>
                  </a:moveTo>
                  <a:lnTo>
                    <a:pt x="2442349" y="4076700"/>
                  </a:lnTo>
                  <a:lnTo>
                    <a:pt x="2442349" y="4105275"/>
                  </a:lnTo>
                  <a:lnTo>
                    <a:pt x="2499499" y="4105275"/>
                  </a:lnTo>
                  <a:lnTo>
                    <a:pt x="2499499" y="4076700"/>
                  </a:lnTo>
                  <a:close/>
                </a:path>
                <a:path w="7181850" h="4105275">
                  <a:moveTo>
                    <a:pt x="2559253" y="0"/>
                  </a:moveTo>
                  <a:lnTo>
                    <a:pt x="2502103" y="0"/>
                  </a:lnTo>
                  <a:lnTo>
                    <a:pt x="2502103" y="28575"/>
                  </a:lnTo>
                  <a:lnTo>
                    <a:pt x="2559253" y="28575"/>
                  </a:lnTo>
                  <a:lnTo>
                    <a:pt x="2559253" y="0"/>
                  </a:lnTo>
                  <a:close/>
                </a:path>
                <a:path w="7181850" h="4105275">
                  <a:moveTo>
                    <a:pt x="2585110" y="4076700"/>
                  </a:moveTo>
                  <a:lnTo>
                    <a:pt x="2527960" y="4076700"/>
                  </a:lnTo>
                  <a:lnTo>
                    <a:pt x="2527960" y="4105275"/>
                  </a:lnTo>
                  <a:lnTo>
                    <a:pt x="2585110" y="4105275"/>
                  </a:lnTo>
                  <a:lnTo>
                    <a:pt x="2585110" y="4076700"/>
                  </a:lnTo>
                  <a:close/>
                </a:path>
                <a:path w="7181850" h="4105275">
                  <a:moveTo>
                    <a:pt x="2644864" y="0"/>
                  </a:moveTo>
                  <a:lnTo>
                    <a:pt x="2587714" y="0"/>
                  </a:lnTo>
                  <a:lnTo>
                    <a:pt x="2587714" y="28575"/>
                  </a:lnTo>
                  <a:lnTo>
                    <a:pt x="2644864" y="28575"/>
                  </a:lnTo>
                  <a:lnTo>
                    <a:pt x="2644864" y="0"/>
                  </a:lnTo>
                  <a:close/>
                </a:path>
                <a:path w="7181850" h="4105275">
                  <a:moveTo>
                    <a:pt x="2670721" y="4076700"/>
                  </a:moveTo>
                  <a:lnTo>
                    <a:pt x="2613571" y="4076700"/>
                  </a:lnTo>
                  <a:lnTo>
                    <a:pt x="2613571" y="4105275"/>
                  </a:lnTo>
                  <a:lnTo>
                    <a:pt x="2670721" y="4105275"/>
                  </a:lnTo>
                  <a:lnTo>
                    <a:pt x="2670721" y="4076700"/>
                  </a:lnTo>
                  <a:close/>
                </a:path>
                <a:path w="7181850" h="4105275">
                  <a:moveTo>
                    <a:pt x="2730487" y="0"/>
                  </a:moveTo>
                  <a:lnTo>
                    <a:pt x="2673337" y="0"/>
                  </a:lnTo>
                  <a:lnTo>
                    <a:pt x="2673337" y="28575"/>
                  </a:lnTo>
                  <a:lnTo>
                    <a:pt x="2730487" y="28575"/>
                  </a:lnTo>
                  <a:lnTo>
                    <a:pt x="2730487" y="0"/>
                  </a:lnTo>
                  <a:close/>
                </a:path>
                <a:path w="7181850" h="4105275">
                  <a:moveTo>
                    <a:pt x="2756344" y="4076700"/>
                  </a:moveTo>
                  <a:lnTo>
                    <a:pt x="2699194" y="4076700"/>
                  </a:lnTo>
                  <a:lnTo>
                    <a:pt x="2699194" y="4105275"/>
                  </a:lnTo>
                  <a:lnTo>
                    <a:pt x="2756344" y="4105275"/>
                  </a:lnTo>
                  <a:lnTo>
                    <a:pt x="2756344" y="4076700"/>
                  </a:lnTo>
                  <a:close/>
                </a:path>
                <a:path w="7181850" h="4105275">
                  <a:moveTo>
                    <a:pt x="2816098" y="0"/>
                  </a:moveTo>
                  <a:lnTo>
                    <a:pt x="2758948" y="0"/>
                  </a:lnTo>
                  <a:lnTo>
                    <a:pt x="2758948" y="28575"/>
                  </a:lnTo>
                  <a:lnTo>
                    <a:pt x="2816098" y="28575"/>
                  </a:lnTo>
                  <a:lnTo>
                    <a:pt x="2816098" y="0"/>
                  </a:lnTo>
                  <a:close/>
                </a:path>
                <a:path w="7181850" h="4105275">
                  <a:moveTo>
                    <a:pt x="2841955" y="4076700"/>
                  </a:moveTo>
                  <a:lnTo>
                    <a:pt x="2784805" y="4076700"/>
                  </a:lnTo>
                  <a:lnTo>
                    <a:pt x="2784805" y="4105275"/>
                  </a:lnTo>
                  <a:lnTo>
                    <a:pt x="2841955" y="4105275"/>
                  </a:lnTo>
                  <a:lnTo>
                    <a:pt x="2841955" y="4076700"/>
                  </a:lnTo>
                  <a:close/>
                </a:path>
                <a:path w="7181850" h="4105275">
                  <a:moveTo>
                    <a:pt x="2901708" y="0"/>
                  </a:moveTo>
                  <a:lnTo>
                    <a:pt x="2844558" y="0"/>
                  </a:lnTo>
                  <a:lnTo>
                    <a:pt x="2844558" y="28575"/>
                  </a:lnTo>
                  <a:lnTo>
                    <a:pt x="2901708" y="28575"/>
                  </a:lnTo>
                  <a:lnTo>
                    <a:pt x="2901708" y="0"/>
                  </a:lnTo>
                  <a:close/>
                </a:path>
                <a:path w="7181850" h="4105275">
                  <a:moveTo>
                    <a:pt x="2927566" y="4076700"/>
                  </a:moveTo>
                  <a:lnTo>
                    <a:pt x="2870416" y="4076700"/>
                  </a:lnTo>
                  <a:lnTo>
                    <a:pt x="2870416" y="4105275"/>
                  </a:lnTo>
                  <a:lnTo>
                    <a:pt x="2927566" y="4105275"/>
                  </a:lnTo>
                  <a:lnTo>
                    <a:pt x="2927566" y="4076700"/>
                  </a:lnTo>
                  <a:close/>
                </a:path>
                <a:path w="7181850" h="4105275">
                  <a:moveTo>
                    <a:pt x="2987319" y="0"/>
                  </a:moveTo>
                  <a:lnTo>
                    <a:pt x="2930169" y="0"/>
                  </a:lnTo>
                  <a:lnTo>
                    <a:pt x="2930169" y="28575"/>
                  </a:lnTo>
                  <a:lnTo>
                    <a:pt x="2987319" y="28575"/>
                  </a:lnTo>
                  <a:lnTo>
                    <a:pt x="2987319" y="0"/>
                  </a:lnTo>
                  <a:close/>
                </a:path>
                <a:path w="7181850" h="4105275">
                  <a:moveTo>
                    <a:pt x="3013189" y="4076700"/>
                  </a:moveTo>
                  <a:lnTo>
                    <a:pt x="2956039" y="4076700"/>
                  </a:lnTo>
                  <a:lnTo>
                    <a:pt x="2956039" y="4105275"/>
                  </a:lnTo>
                  <a:lnTo>
                    <a:pt x="3013189" y="4105275"/>
                  </a:lnTo>
                  <a:lnTo>
                    <a:pt x="3013189" y="4076700"/>
                  </a:lnTo>
                  <a:close/>
                </a:path>
                <a:path w="7181850" h="4105275">
                  <a:moveTo>
                    <a:pt x="3072942" y="0"/>
                  </a:moveTo>
                  <a:lnTo>
                    <a:pt x="3015792" y="0"/>
                  </a:lnTo>
                  <a:lnTo>
                    <a:pt x="3015792" y="28575"/>
                  </a:lnTo>
                  <a:lnTo>
                    <a:pt x="3072942" y="28575"/>
                  </a:lnTo>
                  <a:lnTo>
                    <a:pt x="3072942" y="0"/>
                  </a:lnTo>
                  <a:close/>
                </a:path>
                <a:path w="7181850" h="4105275">
                  <a:moveTo>
                    <a:pt x="3098800" y="4076700"/>
                  </a:moveTo>
                  <a:lnTo>
                    <a:pt x="3041650" y="4076700"/>
                  </a:lnTo>
                  <a:lnTo>
                    <a:pt x="3041650" y="4105275"/>
                  </a:lnTo>
                  <a:lnTo>
                    <a:pt x="3098800" y="4105275"/>
                  </a:lnTo>
                  <a:lnTo>
                    <a:pt x="3098800" y="4076700"/>
                  </a:lnTo>
                  <a:close/>
                </a:path>
                <a:path w="7181850" h="4105275">
                  <a:moveTo>
                    <a:pt x="3158553" y="0"/>
                  </a:moveTo>
                  <a:lnTo>
                    <a:pt x="3101403" y="0"/>
                  </a:lnTo>
                  <a:lnTo>
                    <a:pt x="3101403" y="28575"/>
                  </a:lnTo>
                  <a:lnTo>
                    <a:pt x="3158553" y="28575"/>
                  </a:lnTo>
                  <a:lnTo>
                    <a:pt x="3158553" y="0"/>
                  </a:lnTo>
                  <a:close/>
                </a:path>
                <a:path w="7181850" h="4105275">
                  <a:moveTo>
                    <a:pt x="3184410" y="4076700"/>
                  </a:moveTo>
                  <a:lnTo>
                    <a:pt x="3127260" y="4076700"/>
                  </a:lnTo>
                  <a:lnTo>
                    <a:pt x="3127260" y="4105275"/>
                  </a:lnTo>
                  <a:lnTo>
                    <a:pt x="3184410" y="4105275"/>
                  </a:lnTo>
                  <a:lnTo>
                    <a:pt x="3184410" y="4076700"/>
                  </a:lnTo>
                  <a:close/>
                </a:path>
                <a:path w="7181850" h="4105275">
                  <a:moveTo>
                    <a:pt x="3244164" y="0"/>
                  </a:moveTo>
                  <a:lnTo>
                    <a:pt x="3187014" y="0"/>
                  </a:lnTo>
                  <a:lnTo>
                    <a:pt x="3187014" y="28575"/>
                  </a:lnTo>
                  <a:lnTo>
                    <a:pt x="3244164" y="28575"/>
                  </a:lnTo>
                  <a:lnTo>
                    <a:pt x="3244164" y="0"/>
                  </a:lnTo>
                  <a:close/>
                </a:path>
                <a:path w="7181850" h="4105275">
                  <a:moveTo>
                    <a:pt x="3270034" y="4076700"/>
                  </a:moveTo>
                  <a:lnTo>
                    <a:pt x="3212884" y="4076700"/>
                  </a:lnTo>
                  <a:lnTo>
                    <a:pt x="3212884" y="4105275"/>
                  </a:lnTo>
                  <a:lnTo>
                    <a:pt x="3270034" y="4105275"/>
                  </a:lnTo>
                  <a:lnTo>
                    <a:pt x="3270034" y="4076700"/>
                  </a:lnTo>
                  <a:close/>
                </a:path>
                <a:path w="7181850" h="4105275">
                  <a:moveTo>
                    <a:pt x="3329787" y="0"/>
                  </a:moveTo>
                  <a:lnTo>
                    <a:pt x="3272637" y="0"/>
                  </a:lnTo>
                  <a:lnTo>
                    <a:pt x="3272637" y="28575"/>
                  </a:lnTo>
                  <a:lnTo>
                    <a:pt x="3329787" y="28575"/>
                  </a:lnTo>
                  <a:lnTo>
                    <a:pt x="3329787" y="0"/>
                  </a:lnTo>
                  <a:close/>
                </a:path>
                <a:path w="7181850" h="4105275">
                  <a:moveTo>
                    <a:pt x="3355644" y="4076700"/>
                  </a:moveTo>
                  <a:lnTo>
                    <a:pt x="3298494" y="4076700"/>
                  </a:lnTo>
                  <a:lnTo>
                    <a:pt x="3298494" y="4105275"/>
                  </a:lnTo>
                  <a:lnTo>
                    <a:pt x="3355644" y="4105275"/>
                  </a:lnTo>
                  <a:lnTo>
                    <a:pt x="3355644" y="4076700"/>
                  </a:lnTo>
                  <a:close/>
                </a:path>
                <a:path w="7181850" h="4105275">
                  <a:moveTo>
                    <a:pt x="3415398" y="0"/>
                  </a:moveTo>
                  <a:lnTo>
                    <a:pt x="3358248" y="0"/>
                  </a:lnTo>
                  <a:lnTo>
                    <a:pt x="3358248" y="28575"/>
                  </a:lnTo>
                  <a:lnTo>
                    <a:pt x="3415398" y="28575"/>
                  </a:lnTo>
                  <a:lnTo>
                    <a:pt x="3415398" y="0"/>
                  </a:lnTo>
                  <a:close/>
                </a:path>
                <a:path w="7181850" h="4105275">
                  <a:moveTo>
                    <a:pt x="3441255" y="4076700"/>
                  </a:moveTo>
                  <a:lnTo>
                    <a:pt x="3384105" y="4076700"/>
                  </a:lnTo>
                  <a:lnTo>
                    <a:pt x="3384105" y="4105275"/>
                  </a:lnTo>
                  <a:lnTo>
                    <a:pt x="3441255" y="4105275"/>
                  </a:lnTo>
                  <a:lnTo>
                    <a:pt x="3441255" y="4076700"/>
                  </a:lnTo>
                  <a:close/>
                </a:path>
                <a:path w="7181850" h="4105275">
                  <a:moveTo>
                    <a:pt x="3501009" y="0"/>
                  </a:moveTo>
                  <a:lnTo>
                    <a:pt x="3443859" y="0"/>
                  </a:lnTo>
                  <a:lnTo>
                    <a:pt x="3443859" y="28575"/>
                  </a:lnTo>
                  <a:lnTo>
                    <a:pt x="3501009" y="28575"/>
                  </a:lnTo>
                  <a:lnTo>
                    <a:pt x="3501009" y="0"/>
                  </a:lnTo>
                  <a:close/>
                </a:path>
                <a:path w="7181850" h="4105275">
                  <a:moveTo>
                    <a:pt x="3526879" y="4076700"/>
                  </a:moveTo>
                  <a:lnTo>
                    <a:pt x="3469729" y="4076700"/>
                  </a:lnTo>
                  <a:lnTo>
                    <a:pt x="3469729" y="4105275"/>
                  </a:lnTo>
                  <a:lnTo>
                    <a:pt x="3526879" y="4105275"/>
                  </a:lnTo>
                  <a:lnTo>
                    <a:pt x="3526879" y="4076700"/>
                  </a:lnTo>
                  <a:close/>
                </a:path>
                <a:path w="7181850" h="4105275">
                  <a:moveTo>
                    <a:pt x="3586632" y="0"/>
                  </a:moveTo>
                  <a:lnTo>
                    <a:pt x="3529482" y="0"/>
                  </a:lnTo>
                  <a:lnTo>
                    <a:pt x="3529482" y="28575"/>
                  </a:lnTo>
                  <a:lnTo>
                    <a:pt x="3586632" y="28575"/>
                  </a:lnTo>
                  <a:lnTo>
                    <a:pt x="3586632" y="0"/>
                  </a:lnTo>
                  <a:close/>
                </a:path>
                <a:path w="7181850" h="4105275">
                  <a:moveTo>
                    <a:pt x="3612489" y="4076700"/>
                  </a:moveTo>
                  <a:lnTo>
                    <a:pt x="3555339" y="4076700"/>
                  </a:lnTo>
                  <a:lnTo>
                    <a:pt x="3555339" y="4105275"/>
                  </a:lnTo>
                  <a:lnTo>
                    <a:pt x="3612489" y="4105275"/>
                  </a:lnTo>
                  <a:lnTo>
                    <a:pt x="3612489" y="4076700"/>
                  </a:lnTo>
                  <a:close/>
                </a:path>
                <a:path w="7181850" h="4105275">
                  <a:moveTo>
                    <a:pt x="3672243" y="0"/>
                  </a:moveTo>
                  <a:lnTo>
                    <a:pt x="3615093" y="0"/>
                  </a:lnTo>
                  <a:lnTo>
                    <a:pt x="3615093" y="28575"/>
                  </a:lnTo>
                  <a:lnTo>
                    <a:pt x="3672243" y="28575"/>
                  </a:lnTo>
                  <a:lnTo>
                    <a:pt x="3672243" y="0"/>
                  </a:lnTo>
                  <a:close/>
                </a:path>
                <a:path w="7181850" h="4105275">
                  <a:moveTo>
                    <a:pt x="3698100" y="4076700"/>
                  </a:moveTo>
                  <a:lnTo>
                    <a:pt x="3640950" y="4076700"/>
                  </a:lnTo>
                  <a:lnTo>
                    <a:pt x="3640950" y="4105275"/>
                  </a:lnTo>
                  <a:lnTo>
                    <a:pt x="3698100" y="4105275"/>
                  </a:lnTo>
                  <a:lnTo>
                    <a:pt x="3698100" y="4076700"/>
                  </a:lnTo>
                  <a:close/>
                </a:path>
                <a:path w="7181850" h="4105275">
                  <a:moveTo>
                    <a:pt x="3757853" y="0"/>
                  </a:moveTo>
                  <a:lnTo>
                    <a:pt x="3700703" y="0"/>
                  </a:lnTo>
                  <a:lnTo>
                    <a:pt x="3700703" y="28575"/>
                  </a:lnTo>
                  <a:lnTo>
                    <a:pt x="3757853" y="28575"/>
                  </a:lnTo>
                  <a:lnTo>
                    <a:pt x="3757853" y="0"/>
                  </a:lnTo>
                  <a:close/>
                </a:path>
                <a:path w="7181850" h="4105275">
                  <a:moveTo>
                    <a:pt x="3783711" y="4076700"/>
                  </a:moveTo>
                  <a:lnTo>
                    <a:pt x="3726561" y="4076700"/>
                  </a:lnTo>
                  <a:lnTo>
                    <a:pt x="3726561" y="4105275"/>
                  </a:lnTo>
                  <a:lnTo>
                    <a:pt x="3783711" y="4105275"/>
                  </a:lnTo>
                  <a:lnTo>
                    <a:pt x="3783711" y="4076700"/>
                  </a:lnTo>
                  <a:close/>
                </a:path>
                <a:path w="7181850" h="4105275">
                  <a:moveTo>
                    <a:pt x="3843477" y="0"/>
                  </a:moveTo>
                  <a:lnTo>
                    <a:pt x="3786327" y="0"/>
                  </a:lnTo>
                  <a:lnTo>
                    <a:pt x="3786327" y="28575"/>
                  </a:lnTo>
                  <a:lnTo>
                    <a:pt x="3843477" y="28575"/>
                  </a:lnTo>
                  <a:lnTo>
                    <a:pt x="3843477" y="0"/>
                  </a:lnTo>
                  <a:close/>
                </a:path>
                <a:path w="7181850" h="4105275">
                  <a:moveTo>
                    <a:pt x="3869334" y="4076700"/>
                  </a:moveTo>
                  <a:lnTo>
                    <a:pt x="3812184" y="4076700"/>
                  </a:lnTo>
                  <a:lnTo>
                    <a:pt x="3812184" y="4105275"/>
                  </a:lnTo>
                  <a:lnTo>
                    <a:pt x="3869334" y="4105275"/>
                  </a:lnTo>
                  <a:lnTo>
                    <a:pt x="3869334" y="4076700"/>
                  </a:lnTo>
                  <a:close/>
                </a:path>
                <a:path w="7181850" h="4105275">
                  <a:moveTo>
                    <a:pt x="3929088" y="0"/>
                  </a:moveTo>
                  <a:lnTo>
                    <a:pt x="3871938" y="0"/>
                  </a:lnTo>
                  <a:lnTo>
                    <a:pt x="3871938" y="28575"/>
                  </a:lnTo>
                  <a:lnTo>
                    <a:pt x="3929088" y="28575"/>
                  </a:lnTo>
                  <a:lnTo>
                    <a:pt x="3929088" y="0"/>
                  </a:lnTo>
                  <a:close/>
                </a:path>
                <a:path w="7181850" h="4105275">
                  <a:moveTo>
                    <a:pt x="3954945" y="4076700"/>
                  </a:moveTo>
                  <a:lnTo>
                    <a:pt x="3897795" y="4076700"/>
                  </a:lnTo>
                  <a:lnTo>
                    <a:pt x="3897795" y="4105275"/>
                  </a:lnTo>
                  <a:lnTo>
                    <a:pt x="3954945" y="4105275"/>
                  </a:lnTo>
                  <a:lnTo>
                    <a:pt x="3954945" y="4076700"/>
                  </a:lnTo>
                  <a:close/>
                </a:path>
                <a:path w="7181850" h="4105275">
                  <a:moveTo>
                    <a:pt x="4014698" y="0"/>
                  </a:moveTo>
                  <a:lnTo>
                    <a:pt x="3957548" y="0"/>
                  </a:lnTo>
                  <a:lnTo>
                    <a:pt x="3957548" y="28575"/>
                  </a:lnTo>
                  <a:lnTo>
                    <a:pt x="4014698" y="28575"/>
                  </a:lnTo>
                  <a:lnTo>
                    <a:pt x="4014698" y="0"/>
                  </a:lnTo>
                  <a:close/>
                </a:path>
                <a:path w="7181850" h="4105275">
                  <a:moveTo>
                    <a:pt x="4040555" y="4076700"/>
                  </a:moveTo>
                  <a:lnTo>
                    <a:pt x="3983405" y="4076700"/>
                  </a:lnTo>
                  <a:lnTo>
                    <a:pt x="3983405" y="4105275"/>
                  </a:lnTo>
                  <a:lnTo>
                    <a:pt x="4040555" y="4105275"/>
                  </a:lnTo>
                  <a:lnTo>
                    <a:pt x="4040555" y="4076700"/>
                  </a:lnTo>
                  <a:close/>
                </a:path>
                <a:path w="7181850" h="4105275">
                  <a:moveTo>
                    <a:pt x="4100322" y="0"/>
                  </a:moveTo>
                  <a:lnTo>
                    <a:pt x="4043172" y="0"/>
                  </a:lnTo>
                  <a:lnTo>
                    <a:pt x="4043172" y="28575"/>
                  </a:lnTo>
                  <a:lnTo>
                    <a:pt x="4100322" y="28575"/>
                  </a:lnTo>
                  <a:lnTo>
                    <a:pt x="4100322" y="0"/>
                  </a:lnTo>
                  <a:close/>
                </a:path>
                <a:path w="7181850" h="4105275">
                  <a:moveTo>
                    <a:pt x="4126179" y="4076700"/>
                  </a:moveTo>
                  <a:lnTo>
                    <a:pt x="4069029" y="4076700"/>
                  </a:lnTo>
                  <a:lnTo>
                    <a:pt x="4069029" y="4105275"/>
                  </a:lnTo>
                  <a:lnTo>
                    <a:pt x="4126179" y="4105275"/>
                  </a:lnTo>
                  <a:lnTo>
                    <a:pt x="4126179" y="4076700"/>
                  </a:lnTo>
                  <a:close/>
                </a:path>
                <a:path w="7181850" h="4105275">
                  <a:moveTo>
                    <a:pt x="4185932" y="0"/>
                  </a:moveTo>
                  <a:lnTo>
                    <a:pt x="4128782" y="0"/>
                  </a:lnTo>
                  <a:lnTo>
                    <a:pt x="4128782" y="28575"/>
                  </a:lnTo>
                  <a:lnTo>
                    <a:pt x="4185932" y="28575"/>
                  </a:lnTo>
                  <a:lnTo>
                    <a:pt x="4185932" y="0"/>
                  </a:lnTo>
                  <a:close/>
                </a:path>
                <a:path w="7181850" h="4105275">
                  <a:moveTo>
                    <a:pt x="4211790" y="4076700"/>
                  </a:moveTo>
                  <a:lnTo>
                    <a:pt x="4154640" y="4076700"/>
                  </a:lnTo>
                  <a:lnTo>
                    <a:pt x="4154640" y="4105275"/>
                  </a:lnTo>
                  <a:lnTo>
                    <a:pt x="4211790" y="4105275"/>
                  </a:lnTo>
                  <a:lnTo>
                    <a:pt x="4211790" y="4076700"/>
                  </a:lnTo>
                  <a:close/>
                </a:path>
                <a:path w="7181850" h="4105275">
                  <a:moveTo>
                    <a:pt x="4271543" y="0"/>
                  </a:moveTo>
                  <a:lnTo>
                    <a:pt x="4214393" y="0"/>
                  </a:lnTo>
                  <a:lnTo>
                    <a:pt x="4214393" y="28575"/>
                  </a:lnTo>
                  <a:lnTo>
                    <a:pt x="4271543" y="28575"/>
                  </a:lnTo>
                  <a:lnTo>
                    <a:pt x="4271543" y="0"/>
                  </a:lnTo>
                  <a:close/>
                </a:path>
                <a:path w="7181850" h="4105275">
                  <a:moveTo>
                    <a:pt x="4297400" y="4076700"/>
                  </a:moveTo>
                  <a:lnTo>
                    <a:pt x="4240250" y="4076700"/>
                  </a:lnTo>
                  <a:lnTo>
                    <a:pt x="4240250" y="4105275"/>
                  </a:lnTo>
                  <a:lnTo>
                    <a:pt x="4297400" y="4105275"/>
                  </a:lnTo>
                  <a:lnTo>
                    <a:pt x="4297400" y="4076700"/>
                  </a:lnTo>
                  <a:close/>
                </a:path>
                <a:path w="7181850" h="4105275">
                  <a:moveTo>
                    <a:pt x="4357154" y="0"/>
                  </a:moveTo>
                  <a:lnTo>
                    <a:pt x="4300004" y="0"/>
                  </a:lnTo>
                  <a:lnTo>
                    <a:pt x="4300004" y="28575"/>
                  </a:lnTo>
                  <a:lnTo>
                    <a:pt x="4357154" y="28575"/>
                  </a:lnTo>
                  <a:lnTo>
                    <a:pt x="4357154" y="0"/>
                  </a:lnTo>
                  <a:close/>
                </a:path>
                <a:path w="7181850" h="4105275">
                  <a:moveTo>
                    <a:pt x="4383024" y="4076700"/>
                  </a:moveTo>
                  <a:lnTo>
                    <a:pt x="4325874" y="4076700"/>
                  </a:lnTo>
                  <a:lnTo>
                    <a:pt x="4325874" y="4105275"/>
                  </a:lnTo>
                  <a:lnTo>
                    <a:pt x="4383024" y="4105275"/>
                  </a:lnTo>
                  <a:lnTo>
                    <a:pt x="4383024" y="4076700"/>
                  </a:lnTo>
                  <a:close/>
                </a:path>
                <a:path w="7181850" h="4105275">
                  <a:moveTo>
                    <a:pt x="4442777" y="0"/>
                  </a:moveTo>
                  <a:lnTo>
                    <a:pt x="4385627" y="0"/>
                  </a:lnTo>
                  <a:lnTo>
                    <a:pt x="4385627" y="28575"/>
                  </a:lnTo>
                  <a:lnTo>
                    <a:pt x="4442777" y="28575"/>
                  </a:lnTo>
                  <a:lnTo>
                    <a:pt x="4442777" y="0"/>
                  </a:lnTo>
                  <a:close/>
                </a:path>
                <a:path w="7181850" h="4105275">
                  <a:moveTo>
                    <a:pt x="4468634" y="4076700"/>
                  </a:moveTo>
                  <a:lnTo>
                    <a:pt x="4411484" y="4076700"/>
                  </a:lnTo>
                  <a:lnTo>
                    <a:pt x="4411484" y="4105275"/>
                  </a:lnTo>
                  <a:lnTo>
                    <a:pt x="4468634" y="4105275"/>
                  </a:lnTo>
                  <a:lnTo>
                    <a:pt x="4468634" y="4076700"/>
                  </a:lnTo>
                  <a:close/>
                </a:path>
                <a:path w="7181850" h="4105275">
                  <a:moveTo>
                    <a:pt x="4528388" y="0"/>
                  </a:moveTo>
                  <a:lnTo>
                    <a:pt x="4471238" y="0"/>
                  </a:lnTo>
                  <a:lnTo>
                    <a:pt x="4471238" y="28575"/>
                  </a:lnTo>
                  <a:lnTo>
                    <a:pt x="4528388" y="28575"/>
                  </a:lnTo>
                  <a:lnTo>
                    <a:pt x="4528388" y="0"/>
                  </a:lnTo>
                  <a:close/>
                </a:path>
                <a:path w="7181850" h="4105275">
                  <a:moveTo>
                    <a:pt x="4554245" y="4076700"/>
                  </a:moveTo>
                  <a:lnTo>
                    <a:pt x="4497095" y="4076700"/>
                  </a:lnTo>
                  <a:lnTo>
                    <a:pt x="4497095" y="4105275"/>
                  </a:lnTo>
                  <a:lnTo>
                    <a:pt x="4554245" y="4105275"/>
                  </a:lnTo>
                  <a:lnTo>
                    <a:pt x="4554245" y="4076700"/>
                  </a:lnTo>
                  <a:close/>
                </a:path>
                <a:path w="7181850" h="4105275">
                  <a:moveTo>
                    <a:pt x="4613999" y="0"/>
                  </a:moveTo>
                  <a:lnTo>
                    <a:pt x="4556849" y="0"/>
                  </a:lnTo>
                  <a:lnTo>
                    <a:pt x="4556849" y="28575"/>
                  </a:lnTo>
                  <a:lnTo>
                    <a:pt x="4613999" y="28575"/>
                  </a:lnTo>
                  <a:lnTo>
                    <a:pt x="4613999" y="0"/>
                  </a:lnTo>
                  <a:close/>
                </a:path>
                <a:path w="7181850" h="4105275">
                  <a:moveTo>
                    <a:pt x="4639869" y="4076700"/>
                  </a:moveTo>
                  <a:lnTo>
                    <a:pt x="4582719" y="4076700"/>
                  </a:lnTo>
                  <a:lnTo>
                    <a:pt x="4582719" y="4105275"/>
                  </a:lnTo>
                  <a:lnTo>
                    <a:pt x="4639869" y="4105275"/>
                  </a:lnTo>
                  <a:lnTo>
                    <a:pt x="4639869" y="4076700"/>
                  </a:lnTo>
                  <a:close/>
                </a:path>
                <a:path w="7181850" h="4105275">
                  <a:moveTo>
                    <a:pt x="4699622" y="0"/>
                  </a:moveTo>
                  <a:lnTo>
                    <a:pt x="4642472" y="0"/>
                  </a:lnTo>
                  <a:lnTo>
                    <a:pt x="4642472" y="28575"/>
                  </a:lnTo>
                  <a:lnTo>
                    <a:pt x="4699622" y="28575"/>
                  </a:lnTo>
                  <a:lnTo>
                    <a:pt x="4699622" y="0"/>
                  </a:lnTo>
                  <a:close/>
                </a:path>
                <a:path w="7181850" h="4105275">
                  <a:moveTo>
                    <a:pt x="4725479" y="4076700"/>
                  </a:moveTo>
                  <a:lnTo>
                    <a:pt x="4668329" y="4076700"/>
                  </a:lnTo>
                  <a:lnTo>
                    <a:pt x="4668329" y="4105275"/>
                  </a:lnTo>
                  <a:lnTo>
                    <a:pt x="4725479" y="4105275"/>
                  </a:lnTo>
                  <a:lnTo>
                    <a:pt x="4725479" y="4076700"/>
                  </a:lnTo>
                  <a:close/>
                </a:path>
                <a:path w="7181850" h="4105275">
                  <a:moveTo>
                    <a:pt x="4785233" y="0"/>
                  </a:moveTo>
                  <a:lnTo>
                    <a:pt x="4728083" y="0"/>
                  </a:lnTo>
                  <a:lnTo>
                    <a:pt x="4728083" y="28575"/>
                  </a:lnTo>
                  <a:lnTo>
                    <a:pt x="4785233" y="28575"/>
                  </a:lnTo>
                  <a:lnTo>
                    <a:pt x="4785233" y="0"/>
                  </a:lnTo>
                  <a:close/>
                </a:path>
                <a:path w="7181850" h="4105275">
                  <a:moveTo>
                    <a:pt x="4811090" y="4076700"/>
                  </a:moveTo>
                  <a:lnTo>
                    <a:pt x="4753940" y="4076700"/>
                  </a:lnTo>
                  <a:lnTo>
                    <a:pt x="4753940" y="4105275"/>
                  </a:lnTo>
                  <a:lnTo>
                    <a:pt x="4811090" y="4105275"/>
                  </a:lnTo>
                  <a:lnTo>
                    <a:pt x="4811090" y="4076700"/>
                  </a:lnTo>
                  <a:close/>
                </a:path>
                <a:path w="7181850" h="4105275">
                  <a:moveTo>
                    <a:pt x="4870843" y="0"/>
                  </a:moveTo>
                  <a:lnTo>
                    <a:pt x="4813693" y="0"/>
                  </a:lnTo>
                  <a:lnTo>
                    <a:pt x="4813693" y="28575"/>
                  </a:lnTo>
                  <a:lnTo>
                    <a:pt x="4870843" y="28575"/>
                  </a:lnTo>
                  <a:lnTo>
                    <a:pt x="4870843" y="0"/>
                  </a:lnTo>
                  <a:close/>
                </a:path>
                <a:path w="7181850" h="4105275">
                  <a:moveTo>
                    <a:pt x="4896713" y="4076700"/>
                  </a:moveTo>
                  <a:lnTo>
                    <a:pt x="4839563" y="4076700"/>
                  </a:lnTo>
                  <a:lnTo>
                    <a:pt x="4839563" y="4105275"/>
                  </a:lnTo>
                  <a:lnTo>
                    <a:pt x="4896713" y="4105275"/>
                  </a:lnTo>
                  <a:lnTo>
                    <a:pt x="4896713" y="4076700"/>
                  </a:lnTo>
                  <a:close/>
                </a:path>
                <a:path w="7181850" h="4105275">
                  <a:moveTo>
                    <a:pt x="4956467" y="0"/>
                  </a:moveTo>
                  <a:lnTo>
                    <a:pt x="4899317" y="0"/>
                  </a:lnTo>
                  <a:lnTo>
                    <a:pt x="4899317" y="28575"/>
                  </a:lnTo>
                  <a:lnTo>
                    <a:pt x="4956467" y="28575"/>
                  </a:lnTo>
                  <a:lnTo>
                    <a:pt x="4956467" y="0"/>
                  </a:lnTo>
                  <a:close/>
                </a:path>
                <a:path w="7181850" h="4105275">
                  <a:moveTo>
                    <a:pt x="4982324" y="4076700"/>
                  </a:moveTo>
                  <a:lnTo>
                    <a:pt x="4925174" y="4076700"/>
                  </a:lnTo>
                  <a:lnTo>
                    <a:pt x="4925174" y="4105275"/>
                  </a:lnTo>
                  <a:lnTo>
                    <a:pt x="4982324" y="4105275"/>
                  </a:lnTo>
                  <a:lnTo>
                    <a:pt x="4982324" y="4076700"/>
                  </a:lnTo>
                  <a:close/>
                </a:path>
                <a:path w="7181850" h="4105275">
                  <a:moveTo>
                    <a:pt x="5042078" y="0"/>
                  </a:moveTo>
                  <a:lnTo>
                    <a:pt x="4984928" y="0"/>
                  </a:lnTo>
                  <a:lnTo>
                    <a:pt x="4984928" y="28575"/>
                  </a:lnTo>
                  <a:lnTo>
                    <a:pt x="5042078" y="28575"/>
                  </a:lnTo>
                  <a:lnTo>
                    <a:pt x="5042078" y="0"/>
                  </a:lnTo>
                  <a:close/>
                </a:path>
                <a:path w="7181850" h="4105275">
                  <a:moveTo>
                    <a:pt x="5067935" y="4076700"/>
                  </a:moveTo>
                  <a:lnTo>
                    <a:pt x="5010785" y="4076700"/>
                  </a:lnTo>
                  <a:lnTo>
                    <a:pt x="5010785" y="4105275"/>
                  </a:lnTo>
                  <a:lnTo>
                    <a:pt x="5067935" y="4105275"/>
                  </a:lnTo>
                  <a:lnTo>
                    <a:pt x="5067935" y="4076700"/>
                  </a:lnTo>
                  <a:close/>
                </a:path>
                <a:path w="7181850" h="4105275">
                  <a:moveTo>
                    <a:pt x="5127688" y="0"/>
                  </a:moveTo>
                  <a:lnTo>
                    <a:pt x="5070538" y="0"/>
                  </a:lnTo>
                  <a:lnTo>
                    <a:pt x="5070538" y="28575"/>
                  </a:lnTo>
                  <a:lnTo>
                    <a:pt x="5127688" y="28575"/>
                  </a:lnTo>
                  <a:lnTo>
                    <a:pt x="5127688" y="0"/>
                  </a:lnTo>
                  <a:close/>
                </a:path>
                <a:path w="7181850" h="4105275">
                  <a:moveTo>
                    <a:pt x="5153545" y="4076700"/>
                  </a:moveTo>
                  <a:lnTo>
                    <a:pt x="5096395" y="4076700"/>
                  </a:lnTo>
                  <a:lnTo>
                    <a:pt x="5096395" y="4105275"/>
                  </a:lnTo>
                  <a:lnTo>
                    <a:pt x="5153545" y="4105275"/>
                  </a:lnTo>
                  <a:lnTo>
                    <a:pt x="5153545" y="4076700"/>
                  </a:lnTo>
                  <a:close/>
                </a:path>
                <a:path w="7181850" h="4105275">
                  <a:moveTo>
                    <a:pt x="5213312" y="0"/>
                  </a:moveTo>
                  <a:lnTo>
                    <a:pt x="5156162" y="0"/>
                  </a:lnTo>
                  <a:lnTo>
                    <a:pt x="5156162" y="28575"/>
                  </a:lnTo>
                  <a:lnTo>
                    <a:pt x="5213312" y="28575"/>
                  </a:lnTo>
                  <a:lnTo>
                    <a:pt x="5213312" y="0"/>
                  </a:lnTo>
                  <a:close/>
                </a:path>
                <a:path w="7181850" h="4105275">
                  <a:moveTo>
                    <a:pt x="5239169" y="4076700"/>
                  </a:moveTo>
                  <a:lnTo>
                    <a:pt x="5182019" y="4076700"/>
                  </a:lnTo>
                  <a:lnTo>
                    <a:pt x="5182019" y="4105275"/>
                  </a:lnTo>
                  <a:lnTo>
                    <a:pt x="5239169" y="4105275"/>
                  </a:lnTo>
                  <a:lnTo>
                    <a:pt x="5239169" y="4076700"/>
                  </a:lnTo>
                  <a:close/>
                </a:path>
                <a:path w="7181850" h="4105275">
                  <a:moveTo>
                    <a:pt x="5298922" y="0"/>
                  </a:moveTo>
                  <a:lnTo>
                    <a:pt x="5241772" y="0"/>
                  </a:lnTo>
                  <a:lnTo>
                    <a:pt x="5241772" y="28575"/>
                  </a:lnTo>
                  <a:lnTo>
                    <a:pt x="5298922" y="28575"/>
                  </a:lnTo>
                  <a:lnTo>
                    <a:pt x="5298922" y="0"/>
                  </a:lnTo>
                  <a:close/>
                </a:path>
                <a:path w="7181850" h="4105275">
                  <a:moveTo>
                    <a:pt x="5324780" y="4076700"/>
                  </a:moveTo>
                  <a:lnTo>
                    <a:pt x="5267630" y="4076700"/>
                  </a:lnTo>
                  <a:lnTo>
                    <a:pt x="5267630" y="4105275"/>
                  </a:lnTo>
                  <a:lnTo>
                    <a:pt x="5324780" y="4105275"/>
                  </a:lnTo>
                  <a:lnTo>
                    <a:pt x="5324780" y="4076700"/>
                  </a:lnTo>
                  <a:close/>
                </a:path>
                <a:path w="7181850" h="4105275">
                  <a:moveTo>
                    <a:pt x="5384533" y="0"/>
                  </a:moveTo>
                  <a:lnTo>
                    <a:pt x="5327383" y="0"/>
                  </a:lnTo>
                  <a:lnTo>
                    <a:pt x="5327383" y="28575"/>
                  </a:lnTo>
                  <a:lnTo>
                    <a:pt x="5384533" y="28575"/>
                  </a:lnTo>
                  <a:lnTo>
                    <a:pt x="5384533" y="0"/>
                  </a:lnTo>
                  <a:close/>
                </a:path>
                <a:path w="7181850" h="4105275">
                  <a:moveTo>
                    <a:pt x="5410390" y="4076700"/>
                  </a:moveTo>
                  <a:lnTo>
                    <a:pt x="5353240" y="4076700"/>
                  </a:lnTo>
                  <a:lnTo>
                    <a:pt x="5353240" y="4105275"/>
                  </a:lnTo>
                  <a:lnTo>
                    <a:pt x="5410390" y="4105275"/>
                  </a:lnTo>
                  <a:lnTo>
                    <a:pt x="5410390" y="4076700"/>
                  </a:lnTo>
                  <a:close/>
                </a:path>
                <a:path w="7181850" h="4105275">
                  <a:moveTo>
                    <a:pt x="5470156" y="0"/>
                  </a:moveTo>
                  <a:lnTo>
                    <a:pt x="5413006" y="0"/>
                  </a:lnTo>
                  <a:lnTo>
                    <a:pt x="5413006" y="28575"/>
                  </a:lnTo>
                  <a:lnTo>
                    <a:pt x="5470156" y="28575"/>
                  </a:lnTo>
                  <a:lnTo>
                    <a:pt x="5470156" y="0"/>
                  </a:lnTo>
                  <a:close/>
                </a:path>
                <a:path w="7181850" h="4105275">
                  <a:moveTo>
                    <a:pt x="5496014" y="4076700"/>
                  </a:moveTo>
                  <a:lnTo>
                    <a:pt x="5438864" y="4076700"/>
                  </a:lnTo>
                  <a:lnTo>
                    <a:pt x="5438864" y="4105275"/>
                  </a:lnTo>
                  <a:lnTo>
                    <a:pt x="5496014" y="4105275"/>
                  </a:lnTo>
                  <a:lnTo>
                    <a:pt x="5496014" y="4076700"/>
                  </a:lnTo>
                  <a:close/>
                </a:path>
                <a:path w="7181850" h="4105275">
                  <a:moveTo>
                    <a:pt x="5555767" y="0"/>
                  </a:moveTo>
                  <a:lnTo>
                    <a:pt x="5498617" y="0"/>
                  </a:lnTo>
                  <a:lnTo>
                    <a:pt x="5498617" y="28575"/>
                  </a:lnTo>
                  <a:lnTo>
                    <a:pt x="5555767" y="28575"/>
                  </a:lnTo>
                  <a:lnTo>
                    <a:pt x="5555767" y="0"/>
                  </a:lnTo>
                  <a:close/>
                </a:path>
                <a:path w="7181850" h="4105275">
                  <a:moveTo>
                    <a:pt x="5581624" y="4076700"/>
                  </a:moveTo>
                  <a:lnTo>
                    <a:pt x="5524474" y="4076700"/>
                  </a:lnTo>
                  <a:lnTo>
                    <a:pt x="5524474" y="4105275"/>
                  </a:lnTo>
                  <a:lnTo>
                    <a:pt x="5581624" y="4105275"/>
                  </a:lnTo>
                  <a:lnTo>
                    <a:pt x="5581624" y="4076700"/>
                  </a:lnTo>
                  <a:close/>
                </a:path>
                <a:path w="7181850" h="4105275">
                  <a:moveTo>
                    <a:pt x="5641378" y="0"/>
                  </a:moveTo>
                  <a:lnTo>
                    <a:pt x="5584228" y="0"/>
                  </a:lnTo>
                  <a:lnTo>
                    <a:pt x="5584228" y="28575"/>
                  </a:lnTo>
                  <a:lnTo>
                    <a:pt x="5641378" y="28575"/>
                  </a:lnTo>
                  <a:lnTo>
                    <a:pt x="5641378" y="0"/>
                  </a:lnTo>
                  <a:close/>
                </a:path>
                <a:path w="7181850" h="4105275">
                  <a:moveTo>
                    <a:pt x="5667235" y="4076700"/>
                  </a:moveTo>
                  <a:lnTo>
                    <a:pt x="5610085" y="4076700"/>
                  </a:lnTo>
                  <a:lnTo>
                    <a:pt x="5610085" y="4105275"/>
                  </a:lnTo>
                  <a:lnTo>
                    <a:pt x="5667235" y="4105275"/>
                  </a:lnTo>
                  <a:lnTo>
                    <a:pt x="5667235" y="4076700"/>
                  </a:lnTo>
                  <a:close/>
                </a:path>
                <a:path w="7181850" h="4105275">
                  <a:moveTo>
                    <a:pt x="5726989" y="0"/>
                  </a:moveTo>
                  <a:lnTo>
                    <a:pt x="5669839" y="0"/>
                  </a:lnTo>
                  <a:lnTo>
                    <a:pt x="5669839" y="28575"/>
                  </a:lnTo>
                  <a:lnTo>
                    <a:pt x="5726989" y="28575"/>
                  </a:lnTo>
                  <a:lnTo>
                    <a:pt x="5726989" y="0"/>
                  </a:lnTo>
                  <a:close/>
                </a:path>
                <a:path w="7181850" h="4105275">
                  <a:moveTo>
                    <a:pt x="5752858" y="4076700"/>
                  </a:moveTo>
                  <a:lnTo>
                    <a:pt x="5695708" y="4076700"/>
                  </a:lnTo>
                  <a:lnTo>
                    <a:pt x="5695708" y="4105275"/>
                  </a:lnTo>
                  <a:lnTo>
                    <a:pt x="5752858" y="4105275"/>
                  </a:lnTo>
                  <a:lnTo>
                    <a:pt x="5752858" y="4076700"/>
                  </a:lnTo>
                  <a:close/>
                </a:path>
                <a:path w="7181850" h="4105275">
                  <a:moveTo>
                    <a:pt x="5812612" y="0"/>
                  </a:moveTo>
                  <a:lnTo>
                    <a:pt x="5755462" y="0"/>
                  </a:lnTo>
                  <a:lnTo>
                    <a:pt x="5755462" y="28575"/>
                  </a:lnTo>
                  <a:lnTo>
                    <a:pt x="5812612" y="28575"/>
                  </a:lnTo>
                  <a:lnTo>
                    <a:pt x="5812612" y="0"/>
                  </a:lnTo>
                  <a:close/>
                </a:path>
                <a:path w="7181850" h="4105275">
                  <a:moveTo>
                    <a:pt x="5838469" y="4076700"/>
                  </a:moveTo>
                  <a:lnTo>
                    <a:pt x="5781319" y="4076700"/>
                  </a:lnTo>
                  <a:lnTo>
                    <a:pt x="5781319" y="4105275"/>
                  </a:lnTo>
                  <a:lnTo>
                    <a:pt x="5838469" y="4105275"/>
                  </a:lnTo>
                  <a:lnTo>
                    <a:pt x="5838469" y="4076700"/>
                  </a:lnTo>
                  <a:close/>
                </a:path>
                <a:path w="7181850" h="4105275">
                  <a:moveTo>
                    <a:pt x="5898223" y="0"/>
                  </a:moveTo>
                  <a:lnTo>
                    <a:pt x="5841073" y="0"/>
                  </a:lnTo>
                  <a:lnTo>
                    <a:pt x="5841073" y="28575"/>
                  </a:lnTo>
                  <a:lnTo>
                    <a:pt x="5898223" y="28575"/>
                  </a:lnTo>
                  <a:lnTo>
                    <a:pt x="5898223" y="0"/>
                  </a:lnTo>
                  <a:close/>
                </a:path>
                <a:path w="7181850" h="4105275">
                  <a:moveTo>
                    <a:pt x="5924080" y="4076700"/>
                  </a:moveTo>
                  <a:lnTo>
                    <a:pt x="5866930" y="4076700"/>
                  </a:lnTo>
                  <a:lnTo>
                    <a:pt x="5866930" y="4105275"/>
                  </a:lnTo>
                  <a:lnTo>
                    <a:pt x="5924080" y="4105275"/>
                  </a:lnTo>
                  <a:lnTo>
                    <a:pt x="5924080" y="4076700"/>
                  </a:lnTo>
                  <a:close/>
                </a:path>
                <a:path w="7181850" h="4105275">
                  <a:moveTo>
                    <a:pt x="5983833" y="0"/>
                  </a:moveTo>
                  <a:lnTo>
                    <a:pt x="5926683" y="0"/>
                  </a:lnTo>
                  <a:lnTo>
                    <a:pt x="5926683" y="28575"/>
                  </a:lnTo>
                  <a:lnTo>
                    <a:pt x="5983833" y="28575"/>
                  </a:lnTo>
                  <a:lnTo>
                    <a:pt x="5983833" y="0"/>
                  </a:lnTo>
                  <a:close/>
                </a:path>
                <a:path w="7181850" h="4105275">
                  <a:moveTo>
                    <a:pt x="6009703" y="4076700"/>
                  </a:moveTo>
                  <a:lnTo>
                    <a:pt x="5952553" y="4076700"/>
                  </a:lnTo>
                  <a:lnTo>
                    <a:pt x="5952553" y="4105275"/>
                  </a:lnTo>
                  <a:lnTo>
                    <a:pt x="6009703" y="4105275"/>
                  </a:lnTo>
                  <a:lnTo>
                    <a:pt x="6009703" y="4076700"/>
                  </a:lnTo>
                  <a:close/>
                </a:path>
                <a:path w="7181850" h="4105275">
                  <a:moveTo>
                    <a:pt x="6069457" y="0"/>
                  </a:moveTo>
                  <a:lnTo>
                    <a:pt x="6012307" y="0"/>
                  </a:lnTo>
                  <a:lnTo>
                    <a:pt x="6012307" y="28575"/>
                  </a:lnTo>
                  <a:lnTo>
                    <a:pt x="6069457" y="28575"/>
                  </a:lnTo>
                  <a:lnTo>
                    <a:pt x="6069457" y="0"/>
                  </a:lnTo>
                  <a:close/>
                </a:path>
                <a:path w="7181850" h="4105275">
                  <a:moveTo>
                    <a:pt x="6095314" y="4076700"/>
                  </a:moveTo>
                  <a:lnTo>
                    <a:pt x="6038164" y="4076700"/>
                  </a:lnTo>
                  <a:lnTo>
                    <a:pt x="6038164" y="4105275"/>
                  </a:lnTo>
                  <a:lnTo>
                    <a:pt x="6095314" y="4105275"/>
                  </a:lnTo>
                  <a:lnTo>
                    <a:pt x="6095314" y="4076700"/>
                  </a:lnTo>
                  <a:close/>
                </a:path>
                <a:path w="7181850" h="4105275">
                  <a:moveTo>
                    <a:pt x="6155067" y="0"/>
                  </a:moveTo>
                  <a:lnTo>
                    <a:pt x="6097917" y="0"/>
                  </a:lnTo>
                  <a:lnTo>
                    <a:pt x="6097917" y="28575"/>
                  </a:lnTo>
                  <a:lnTo>
                    <a:pt x="6155067" y="28575"/>
                  </a:lnTo>
                  <a:lnTo>
                    <a:pt x="6155067" y="0"/>
                  </a:lnTo>
                  <a:close/>
                </a:path>
                <a:path w="7181850" h="4105275">
                  <a:moveTo>
                    <a:pt x="6180925" y="4076700"/>
                  </a:moveTo>
                  <a:lnTo>
                    <a:pt x="6123775" y="4076700"/>
                  </a:lnTo>
                  <a:lnTo>
                    <a:pt x="6123775" y="4105275"/>
                  </a:lnTo>
                  <a:lnTo>
                    <a:pt x="6180925" y="4105275"/>
                  </a:lnTo>
                  <a:lnTo>
                    <a:pt x="6180925" y="4076700"/>
                  </a:lnTo>
                  <a:close/>
                </a:path>
                <a:path w="7181850" h="4105275">
                  <a:moveTo>
                    <a:pt x="6240678" y="0"/>
                  </a:moveTo>
                  <a:lnTo>
                    <a:pt x="6183528" y="0"/>
                  </a:lnTo>
                  <a:lnTo>
                    <a:pt x="6183528" y="28575"/>
                  </a:lnTo>
                  <a:lnTo>
                    <a:pt x="6240678" y="28575"/>
                  </a:lnTo>
                  <a:lnTo>
                    <a:pt x="6240678" y="0"/>
                  </a:lnTo>
                  <a:close/>
                </a:path>
                <a:path w="7181850" h="4105275">
                  <a:moveTo>
                    <a:pt x="6266548" y="4076700"/>
                  </a:moveTo>
                  <a:lnTo>
                    <a:pt x="6209398" y="4076700"/>
                  </a:lnTo>
                  <a:lnTo>
                    <a:pt x="6209398" y="4105275"/>
                  </a:lnTo>
                  <a:lnTo>
                    <a:pt x="6266548" y="4105275"/>
                  </a:lnTo>
                  <a:lnTo>
                    <a:pt x="6266548" y="4076700"/>
                  </a:lnTo>
                  <a:close/>
                </a:path>
                <a:path w="7181850" h="4105275">
                  <a:moveTo>
                    <a:pt x="6326302" y="0"/>
                  </a:moveTo>
                  <a:lnTo>
                    <a:pt x="6269152" y="0"/>
                  </a:lnTo>
                  <a:lnTo>
                    <a:pt x="6269152" y="28575"/>
                  </a:lnTo>
                  <a:lnTo>
                    <a:pt x="6326302" y="28575"/>
                  </a:lnTo>
                  <a:lnTo>
                    <a:pt x="6326302" y="0"/>
                  </a:lnTo>
                  <a:close/>
                </a:path>
                <a:path w="7181850" h="4105275">
                  <a:moveTo>
                    <a:pt x="6352159" y="4076700"/>
                  </a:moveTo>
                  <a:lnTo>
                    <a:pt x="6295009" y="4076700"/>
                  </a:lnTo>
                  <a:lnTo>
                    <a:pt x="6295009" y="4105275"/>
                  </a:lnTo>
                  <a:lnTo>
                    <a:pt x="6352159" y="4105275"/>
                  </a:lnTo>
                  <a:lnTo>
                    <a:pt x="6352159" y="4076700"/>
                  </a:lnTo>
                  <a:close/>
                </a:path>
                <a:path w="7181850" h="4105275">
                  <a:moveTo>
                    <a:pt x="6411912" y="0"/>
                  </a:moveTo>
                  <a:lnTo>
                    <a:pt x="6354762" y="0"/>
                  </a:lnTo>
                  <a:lnTo>
                    <a:pt x="6354762" y="28575"/>
                  </a:lnTo>
                  <a:lnTo>
                    <a:pt x="6411912" y="28575"/>
                  </a:lnTo>
                  <a:lnTo>
                    <a:pt x="6411912" y="0"/>
                  </a:lnTo>
                  <a:close/>
                </a:path>
                <a:path w="7181850" h="4105275">
                  <a:moveTo>
                    <a:pt x="6437770" y="4076700"/>
                  </a:moveTo>
                  <a:lnTo>
                    <a:pt x="6380620" y="4076700"/>
                  </a:lnTo>
                  <a:lnTo>
                    <a:pt x="6380620" y="4105275"/>
                  </a:lnTo>
                  <a:lnTo>
                    <a:pt x="6437770" y="4105275"/>
                  </a:lnTo>
                  <a:lnTo>
                    <a:pt x="6437770" y="4076700"/>
                  </a:lnTo>
                  <a:close/>
                </a:path>
                <a:path w="7181850" h="4105275">
                  <a:moveTo>
                    <a:pt x="6497523" y="0"/>
                  </a:moveTo>
                  <a:lnTo>
                    <a:pt x="6440373" y="0"/>
                  </a:lnTo>
                  <a:lnTo>
                    <a:pt x="6440373" y="28575"/>
                  </a:lnTo>
                  <a:lnTo>
                    <a:pt x="6497523" y="28575"/>
                  </a:lnTo>
                  <a:lnTo>
                    <a:pt x="6497523" y="0"/>
                  </a:lnTo>
                  <a:close/>
                </a:path>
                <a:path w="7181850" h="4105275">
                  <a:moveTo>
                    <a:pt x="6523380" y="4076700"/>
                  </a:moveTo>
                  <a:lnTo>
                    <a:pt x="6466230" y="4076700"/>
                  </a:lnTo>
                  <a:lnTo>
                    <a:pt x="6466230" y="4105275"/>
                  </a:lnTo>
                  <a:lnTo>
                    <a:pt x="6523380" y="4105275"/>
                  </a:lnTo>
                  <a:lnTo>
                    <a:pt x="6523380" y="4076700"/>
                  </a:lnTo>
                  <a:close/>
                </a:path>
                <a:path w="7181850" h="4105275">
                  <a:moveTo>
                    <a:pt x="6583146" y="0"/>
                  </a:moveTo>
                  <a:lnTo>
                    <a:pt x="6525996" y="0"/>
                  </a:lnTo>
                  <a:lnTo>
                    <a:pt x="6525996" y="28575"/>
                  </a:lnTo>
                  <a:lnTo>
                    <a:pt x="6583146" y="28575"/>
                  </a:lnTo>
                  <a:lnTo>
                    <a:pt x="6583146" y="0"/>
                  </a:lnTo>
                  <a:close/>
                </a:path>
                <a:path w="7181850" h="4105275">
                  <a:moveTo>
                    <a:pt x="6609004" y="4076700"/>
                  </a:moveTo>
                  <a:lnTo>
                    <a:pt x="6551854" y="4076700"/>
                  </a:lnTo>
                  <a:lnTo>
                    <a:pt x="6551854" y="4105275"/>
                  </a:lnTo>
                  <a:lnTo>
                    <a:pt x="6609004" y="4105275"/>
                  </a:lnTo>
                  <a:lnTo>
                    <a:pt x="6609004" y="4076700"/>
                  </a:lnTo>
                  <a:close/>
                </a:path>
                <a:path w="7181850" h="4105275">
                  <a:moveTo>
                    <a:pt x="6668757" y="0"/>
                  </a:moveTo>
                  <a:lnTo>
                    <a:pt x="6611607" y="0"/>
                  </a:lnTo>
                  <a:lnTo>
                    <a:pt x="6611607" y="28575"/>
                  </a:lnTo>
                  <a:lnTo>
                    <a:pt x="6668757" y="28575"/>
                  </a:lnTo>
                  <a:lnTo>
                    <a:pt x="6668757" y="0"/>
                  </a:lnTo>
                  <a:close/>
                </a:path>
                <a:path w="7181850" h="4105275">
                  <a:moveTo>
                    <a:pt x="6694614" y="4076700"/>
                  </a:moveTo>
                  <a:lnTo>
                    <a:pt x="6637464" y="4076700"/>
                  </a:lnTo>
                  <a:lnTo>
                    <a:pt x="6637464" y="4105275"/>
                  </a:lnTo>
                  <a:lnTo>
                    <a:pt x="6694614" y="4105275"/>
                  </a:lnTo>
                  <a:lnTo>
                    <a:pt x="6694614" y="4076700"/>
                  </a:lnTo>
                  <a:close/>
                </a:path>
                <a:path w="7181850" h="4105275">
                  <a:moveTo>
                    <a:pt x="6754368" y="0"/>
                  </a:moveTo>
                  <a:lnTo>
                    <a:pt x="6697218" y="0"/>
                  </a:lnTo>
                  <a:lnTo>
                    <a:pt x="6697218" y="28575"/>
                  </a:lnTo>
                  <a:lnTo>
                    <a:pt x="6754368" y="28575"/>
                  </a:lnTo>
                  <a:lnTo>
                    <a:pt x="6754368" y="0"/>
                  </a:lnTo>
                  <a:close/>
                </a:path>
                <a:path w="7181850" h="4105275">
                  <a:moveTo>
                    <a:pt x="6780225" y="4076700"/>
                  </a:moveTo>
                  <a:lnTo>
                    <a:pt x="6723075" y="4076700"/>
                  </a:lnTo>
                  <a:lnTo>
                    <a:pt x="6723075" y="4105275"/>
                  </a:lnTo>
                  <a:lnTo>
                    <a:pt x="6780225" y="4105275"/>
                  </a:lnTo>
                  <a:lnTo>
                    <a:pt x="6780225" y="4076700"/>
                  </a:lnTo>
                  <a:close/>
                </a:path>
                <a:path w="7181850" h="4105275">
                  <a:moveTo>
                    <a:pt x="6839991" y="0"/>
                  </a:moveTo>
                  <a:lnTo>
                    <a:pt x="6782841" y="0"/>
                  </a:lnTo>
                  <a:lnTo>
                    <a:pt x="6782841" y="28575"/>
                  </a:lnTo>
                  <a:lnTo>
                    <a:pt x="6839991" y="28575"/>
                  </a:lnTo>
                  <a:lnTo>
                    <a:pt x="6839991" y="0"/>
                  </a:lnTo>
                  <a:close/>
                </a:path>
                <a:path w="7181850" h="4105275">
                  <a:moveTo>
                    <a:pt x="6865848" y="4076700"/>
                  </a:moveTo>
                  <a:lnTo>
                    <a:pt x="6808698" y="4076700"/>
                  </a:lnTo>
                  <a:lnTo>
                    <a:pt x="6808698" y="4105275"/>
                  </a:lnTo>
                  <a:lnTo>
                    <a:pt x="6865848" y="4105275"/>
                  </a:lnTo>
                  <a:lnTo>
                    <a:pt x="6865848" y="4076700"/>
                  </a:lnTo>
                  <a:close/>
                </a:path>
                <a:path w="7181850" h="4105275">
                  <a:moveTo>
                    <a:pt x="6925602" y="0"/>
                  </a:moveTo>
                  <a:lnTo>
                    <a:pt x="6868452" y="0"/>
                  </a:lnTo>
                  <a:lnTo>
                    <a:pt x="6868452" y="28575"/>
                  </a:lnTo>
                  <a:lnTo>
                    <a:pt x="6925602" y="28575"/>
                  </a:lnTo>
                  <a:lnTo>
                    <a:pt x="6925602" y="0"/>
                  </a:lnTo>
                  <a:close/>
                </a:path>
                <a:path w="7181850" h="4105275">
                  <a:moveTo>
                    <a:pt x="6951459" y="4076700"/>
                  </a:moveTo>
                  <a:lnTo>
                    <a:pt x="6894309" y="4076700"/>
                  </a:lnTo>
                  <a:lnTo>
                    <a:pt x="6894309" y="4105275"/>
                  </a:lnTo>
                  <a:lnTo>
                    <a:pt x="6951459" y="4105275"/>
                  </a:lnTo>
                  <a:lnTo>
                    <a:pt x="6951459" y="4076700"/>
                  </a:lnTo>
                  <a:close/>
                </a:path>
                <a:path w="7181850" h="4105275">
                  <a:moveTo>
                    <a:pt x="7011454" y="1104"/>
                  </a:moveTo>
                  <a:lnTo>
                    <a:pt x="7010120" y="914"/>
                  </a:lnTo>
                  <a:lnTo>
                    <a:pt x="6991350" y="0"/>
                  </a:lnTo>
                  <a:lnTo>
                    <a:pt x="6954063" y="0"/>
                  </a:lnTo>
                  <a:lnTo>
                    <a:pt x="6954063" y="28575"/>
                  </a:lnTo>
                  <a:lnTo>
                    <a:pt x="6991350" y="28575"/>
                  </a:lnTo>
                  <a:lnTo>
                    <a:pt x="7007301" y="29349"/>
                  </a:lnTo>
                  <a:lnTo>
                    <a:pt x="7008431" y="29514"/>
                  </a:lnTo>
                  <a:lnTo>
                    <a:pt x="7008533" y="28575"/>
                  </a:lnTo>
                  <a:lnTo>
                    <a:pt x="7011454" y="1104"/>
                  </a:lnTo>
                  <a:close/>
                </a:path>
                <a:path w="7181850" h="4105275">
                  <a:moveTo>
                    <a:pt x="7038327" y="4099191"/>
                  </a:moveTo>
                  <a:lnTo>
                    <a:pt x="7031279" y="4071531"/>
                  </a:lnTo>
                  <a:lnTo>
                    <a:pt x="7022947" y="4073626"/>
                  </a:lnTo>
                  <a:lnTo>
                    <a:pt x="7007301" y="4075938"/>
                  </a:lnTo>
                  <a:lnTo>
                    <a:pt x="6991350" y="4076700"/>
                  </a:lnTo>
                  <a:lnTo>
                    <a:pt x="6979920" y="4076700"/>
                  </a:lnTo>
                  <a:lnTo>
                    <a:pt x="6979920" y="4105275"/>
                  </a:lnTo>
                  <a:lnTo>
                    <a:pt x="6991350" y="4105275"/>
                  </a:lnTo>
                  <a:lnTo>
                    <a:pt x="7010120" y="4104373"/>
                  </a:lnTo>
                  <a:lnTo>
                    <a:pt x="7028523" y="4101655"/>
                  </a:lnTo>
                  <a:lnTo>
                    <a:pt x="7038327" y="4099191"/>
                  </a:lnTo>
                  <a:close/>
                </a:path>
                <a:path w="7181850" h="4105275">
                  <a:moveTo>
                    <a:pt x="7096442" y="31623"/>
                  </a:moveTo>
                  <a:lnTo>
                    <a:pt x="7081253" y="22529"/>
                  </a:lnTo>
                  <a:lnTo>
                    <a:pt x="7064261" y="14503"/>
                  </a:lnTo>
                  <a:lnTo>
                    <a:pt x="7046569" y="8166"/>
                  </a:lnTo>
                  <a:lnTo>
                    <a:pt x="7041070" y="6781"/>
                  </a:lnTo>
                  <a:lnTo>
                    <a:pt x="7033615" y="34340"/>
                  </a:lnTo>
                  <a:lnTo>
                    <a:pt x="7038289" y="35509"/>
                  </a:lnTo>
                  <a:lnTo>
                    <a:pt x="7053326" y="40906"/>
                  </a:lnTo>
                  <a:lnTo>
                    <a:pt x="7067766" y="47726"/>
                  </a:lnTo>
                  <a:lnTo>
                    <a:pt x="7080682" y="55460"/>
                  </a:lnTo>
                  <a:lnTo>
                    <a:pt x="7096442" y="31623"/>
                  </a:lnTo>
                  <a:close/>
                </a:path>
                <a:path w="7181850" h="4105275">
                  <a:moveTo>
                    <a:pt x="7118197" y="4056621"/>
                  </a:moveTo>
                  <a:lnTo>
                    <a:pt x="7099173" y="4035348"/>
                  </a:lnTo>
                  <a:lnTo>
                    <a:pt x="7094029" y="4040009"/>
                  </a:lnTo>
                  <a:lnTo>
                    <a:pt x="7081329" y="4049445"/>
                  </a:lnTo>
                  <a:lnTo>
                    <a:pt x="7067766" y="4057561"/>
                  </a:lnTo>
                  <a:lnTo>
                    <a:pt x="7056082" y="4063073"/>
                  </a:lnTo>
                  <a:lnTo>
                    <a:pt x="7067499" y="4089247"/>
                  </a:lnTo>
                  <a:lnTo>
                    <a:pt x="7081253" y="4082758"/>
                  </a:lnTo>
                  <a:lnTo>
                    <a:pt x="7097217" y="4073207"/>
                  </a:lnTo>
                  <a:lnTo>
                    <a:pt x="7112152" y="4062107"/>
                  </a:lnTo>
                  <a:lnTo>
                    <a:pt x="7118197" y="4056621"/>
                  </a:lnTo>
                  <a:close/>
                </a:path>
                <a:path w="7181850" h="4105275">
                  <a:moveTo>
                    <a:pt x="7157923" y="98247"/>
                  </a:moveTo>
                  <a:lnTo>
                    <a:pt x="7149782" y="84645"/>
                  </a:lnTo>
                  <a:lnTo>
                    <a:pt x="7138683" y="69710"/>
                  </a:lnTo>
                  <a:lnTo>
                    <a:pt x="7126059" y="55803"/>
                  </a:lnTo>
                  <a:lnTo>
                    <a:pt x="7120268" y="50546"/>
                  </a:lnTo>
                  <a:lnTo>
                    <a:pt x="7100925" y="71539"/>
                  </a:lnTo>
                  <a:lnTo>
                    <a:pt x="7105853" y="76009"/>
                  </a:lnTo>
                  <a:lnTo>
                    <a:pt x="7116585" y="87833"/>
                  </a:lnTo>
                  <a:lnTo>
                    <a:pt x="7126021" y="100533"/>
                  </a:lnTo>
                  <a:lnTo>
                    <a:pt x="7132929" y="112090"/>
                  </a:lnTo>
                  <a:lnTo>
                    <a:pt x="7157923" y="98247"/>
                  </a:lnTo>
                  <a:close/>
                </a:path>
                <a:path w="7181850" h="4105275">
                  <a:moveTo>
                    <a:pt x="7169239" y="3982428"/>
                  </a:moveTo>
                  <a:lnTo>
                    <a:pt x="7142556" y="3972280"/>
                  </a:lnTo>
                  <a:lnTo>
                    <a:pt x="7140956" y="3976751"/>
                  </a:lnTo>
                  <a:lnTo>
                    <a:pt x="7134136" y="3991191"/>
                  </a:lnTo>
                  <a:lnTo>
                    <a:pt x="7126071" y="4004678"/>
                  </a:lnTo>
                  <a:lnTo>
                    <a:pt x="7117169" y="4016667"/>
                  </a:lnTo>
                  <a:lnTo>
                    <a:pt x="7139381" y="4034650"/>
                  </a:lnTo>
                  <a:lnTo>
                    <a:pt x="7149782" y="4020642"/>
                  </a:lnTo>
                  <a:lnTo>
                    <a:pt x="7159333" y="4004678"/>
                  </a:lnTo>
                  <a:lnTo>
                    <a:pt x="7167359" y="3987685"/>
                  </a:lnTo>
                  <a:lnTo>
                    <a:pt x="7169239" y="3982428"/>
                  </a:lnTo>
                  <a:close/>
                </a:path>
                <a:path w="7181850" h="4105275">
                  <a:moveTo>
                    <a:pt x="7181583" y="184772"/>
                  </a:moveTo>
                  <a:lnTo>
                    <a:pt x="7180948" y="171742"/>
                  </a:lnTo>
                  <a:lnTo>
                    <a:pt x="7178230" y="153339"/>
                  </a:lnTo>
                  <a:lnTo>
                    <a:pt x="7173696" y="135293"/>
                  </a:lnTo>
                  <a:lnTo>
                    <a:pt x="7170217" y="125577"/>
                  </a:lnTo>
                  <a:lnTo>
                    <a:pt x="7143470" y="135293"/>
                  </a:lnTo>
                  <a:lnTo>
                    <a:pt x="7146353" y="143573"/>
                  </a:lnTo>
                  <a:lnTo>
                    <a:pt x="7150201" y="158915"/>
                  </a:lnTo>
                  <a:lnTo>
                    <a:pt x="7152513" y="174548"/>
                  </a:lnTo>
                  <a:lnTo>
                    <a:pt x="7153046" y="185635"/>
                  </a:lnTo>
                  <a:lnTo>
                    <a:pt x="7181583" y="184772"/>
                  </a:lnTo>
                  <a:close/>
                </a:path>
                <a:path w="7181850" h="4105275">
                  <a:moveTo>
                    <a:pt x="7181850" y="3894658"/>
                  </a:moveTo>
                  <a:lnTo>
                    <a:pt x="7153275" y="3894658"/>
                  </a:lnTo>
                  <a:lnTo>
                    <a:pt x="7153275" y="3914775"/>
                  </a:lnTo>
                  <a:lnTo>
                    <a:pt x="7152513" y="3930726"/>
                  </a:lnTo>
                  <a:lnTo>
                    <a:pt x="7150201" y="3946372"/>
                  </a:lnTo>
                  <a:lnTo>
                    <a:pt x="7150036" y="3947020"/>
                  </a:lnTo>
                  <a:lnTo>
                    <a:pt x="7178040" y="3952710"/>
                  </a:lnTo>
                  <a:lnTo>
                    <a:pt x="7178230" y="3951948"/>
                  </a:lnTo>
                  <a:lnTo>
                    <a:pt x="7180948" y="3933545"/>
                  </a:lnTo>
                  <a:lnTo>
                    <a:pt x="7181850" y="3914775"/>
                  </a:lnTo>
                  <a:lnTo>
                    <a:pt x="7181850" y="3894658"/>
                  </a:lnTo>
                  <a:close/>
                </a:path>
                <a:path w="7181850" h="4105275">
                  <a:moveTo>
                    <a:pt x="7181850" y="3809047"/>
                  </a:moveTo>
                  <a:lnTo>
                    <a:pt x="7153275" y="3809047"/>
                  </a:lnTo>
                  <a:lnTo>
                    <a:pt x="7153275" y="3866197"/>
                  </a:lnTo>
                  <a:lnTo>
                    <a:pt x="7181850" y="3866197"/>
                  </a:lnTo>
                  <a:lnTo>
                    <a:pt x="7181850" y="3809047"/>
                  </a:lnTo>
                  <a:close/>
                </a:path>
                <a:path w="7181850" h="4105275">
                  <a:moveTo>
                    <a:pt x="7181850" y="3723436"/>
                  </a:moveTo>
                  <a:lnTo>
                    <a:pt x="7153275" y="3723436"/>
                  </a:lnTo>
                  <a:lnTo>
                    <a:pt x="7153275" y="3780586"/>
                  </a:lnTo>
                  <a:lnTo>
                    <a:pt x="7181850" y="3780586"/>
                  </a:lnTo>
                  <a:lnTo>
                    <a:pt x="7181850" y="3723436"/>
                  </a:lnTo>
                  <a:close/>
                </a:path>
                <a:path w="7181850" h="4105275">
                  <a:moveTo>
                    <a:pt x="7181850" y="3637813"/>
                  </a:moveTo>
                  <a:lnTo>
                    <a:pt x="7153275" y="3637813"/>
                  </a:lnTo>
                  <a:lnTo>
                    <a:pt x="7153275" y="3694963"/>
                  </a:lnTo>
                  <a:lnTo>
                    <a:pt x="7181850" y="3694963"/>
                  </a:lnTo>
                  <a:lnTo>
                    <a:pt x="7181850" y="3637813"/>
                  </a:lnTo>
                  <a:close/>
                </a:path>
                <a:path w="7181850" h="4105275">
                  <a:moveTo>
                    <a:pt x="7181850" y="3552202"/>
                  </a:moveTo>
                  <a:lnTo>
                    <a:pt x="7153275" y="3552202"/>
                  </a:lnTo>
                  <a:lnTo>
                    <a:pt x="7153275" y="3609352"/>
                  </a:lnTo>
                  <a:lnTo>
                    <a:pt x="7181850" y="3609352"/>
                  </a:lnTo>
                  <a:lnTo>
                    <a:pt x="7181850" y="3552202"/>
                  </a:lnTo>
                  <a:close/>
                </a:path>
                <a:path w="7181850" h="4105275">
                  <a:moveTo>
                    <a:pt x="7181850" y="3466592"/>
                  </a:moveTo>
                  <a:lnTo>
                    <a:pt x="7153275" y="3466592"/>
                  </a:lnTo>
                  <a:lnTo>
                    <a:pt x="7153275" y="3523742"/>
                  </a:lnTo>
                  <a:lnTo>
                    <a:pt x="7181850" y="3523742"/>
                  </a:lnTo>
                  <a:lnTo>
                    <a:pt x="7181850" y="3466592"/>
                  </a:lnTo>
                  <a:close/>
                </a:path>
                <a:path w="7181850" h="4105275">
                  <a:moveTo>
                    <a:pt x="7181850" y="3380968"/>
                  </a:moveTo>
                  <a:lnTo>
                    <a:pt x="7153275" y="3380968"/>
                  </a:lnTo>
                  <a:lnTo>
                    <a:pt x="7153275" y="3438118"/>
                  </a:lnTo>
                  <a:lnTo>
                    <a:pt x="7181850" y="3438118"/>
                  </a:lnTo>
                  <a:lnTo>
                    <a:pt x="7181850" y="3380968"/>
                  </a:lnTo>
                  <a:close/>
                </a:path>
                <a:path w="7181850" h="4105275">
                  <a:moveTo>
                    <a:pt x="7181850" y="3295358"/>
                  </a:moveTo>
                  <a:lnTo>
                    <a:pt x="7153275" y="3295358"/>
                  </a:lnTo>
                  <a:lnTo>
                    <a:pt x="7153275" y="3352508"/>
                  </a:lnTo>
                  <a:lnTo>
                    <a:pt x="7181850" y="3352508"/>
                  </a:lnTo>
                  <a:lnTo>
                    <a:pt x="7181850" y="3295358"/>
                  </a:lnTo>
                  <a:close/>
                </a:path>
                <a:path w="7181850" h="4105275">
                  <a:moveTo>
                    <a:pt x="7181850" y="3209747"/>
                  </a:moveTo>
                  <a:lnTo>
                    <a:pt x="7153275" y="3209747"/>
                  </a:lnTo>
                  <a:lnTo>
                    <a:pt x="7153275" y="3266897"/>
                  </a:lnTo>
                  <a:lnTo>
                    <a:pt x="7181850" y="3266897"/>
                  </a:lnTo>
                  <a:lnTo>
                    <a:pt x="7181850" y="3209747"/>
                  </a:lnTo>
                  <a:close/>
                </a:path>
                <a:path w="7181850" h="4105275">
                  <a:moveTo>
                    <a:pt x="7181850" y="3124123"/>
                  </a:moveTo>
                  <a:lnTo>
                    <a:pt x="7153275" y="3124123"/>
                  </a:lnTo>
                  <a:lnTo>
                    <a:pt x="7153275" y="3181273"/>
                  </a:lnTo>
                  <a:lnTo>
                    <a:pt x="7181850" y="3181273"/>
                  </a:lnTo>
                  <a:lnTo>
                    <a:pt x="7181850" y="3124123"/>
                  </a:lnTo>
                  <a:close/>
                </a:path>
                <a:path w="7181850" h="4105275">
                  <a:moveTo>
                    <a:pt x="7181850" y="3038513"/>
                  </a:moveTo>
                  <a:lnTo>
                    <a:pt x="7153275" y="3038513"/>
                  </a:lnTo>
                  <a:lnTo>
                    <a:pt x="7153275" y="3095663"/>
                  </a:lnTo>
                  <a:lnTo>
                    <a:pt x="7181850" y="3095663"/>
                  </a:lnTo>
                  <a:lnTo>
                    <a:pt x="7181850" y="3038513"/>
                  </a:lnTo>
                  <a:close/>
                </a:path>
                <a:path w="7181850" h="4105275">
                  <a:moveTo>
                    <a:pt x="7181850" y="2952902"/>
                  </a:moveTo>
                  <a:lnTo>
                    <a:pt x="7153275" y="2952902"/>
                  </a:lnTo>
                  <a:lnTo>
                    <a:pt x="7153275" y="3010052"/>
                  </a:lnTo>
                  <a:lnTo>
                    <a:pt x="7181850" y="3010052"/>
                  </a:lnTo>
                  <a:lnTo>
                    <a:pt x="7181850" y="2952902"/>
                  </a:lnTo>
                  <a:close/>
                </a:path>
                <a:path w="7181850" h="4105275">
                  <a:moveTo>
                    <a:pt x="7181850" y="2867291"/>
                  </a:moveTo>
                  <a:lnTo>
                    <a:pt x="7153275" y="2867291"/>
                  </a:lnTo>
                  <a:lnTo>
                    <a:pt x="7153275" y="2924441"/>
                  </a:lnTo>
                  <a:lnTo>
                    <a:pt x="7181850" y="2924441"/>
                  </a:lnTo>
                  <a:lnTo>
                    <a:pt x="7181850" y="2867291"/>
                  </a:lnTo>
                  <a:close/>
                </a:path>
                <a:path w="7181850" h="4105275">
                  <a:moveTo>
                    <a:pt x="7181850" y="2781668"/>
                  </a:moveTo>
                  <a:lnTo>
                    <a:pt x="7153275" y="2781668"/>
                  </a:lnTo>
                  <a:lnTo>
                    <a:pt x="7153275" y="2838818"/>
                  </a:lnTo>
                  <a:lnTo>
                    <a:pt x="7181850" y="2838818"/>
                  </a:lnTo>
                  <a:lnTo>
                    <a:pt x="7181850" y="2781668"/>
                  </a:lnTo>
                  <a:close/>
                </a:path>
                <a:path w="7181850" h="4105275">
                  <a:moveTo>
                    <a:pt x="7181850" y="2696057"/>
                  </a:moveTo>
                  <a:lnTo>
                    <a:pt x="7153275" y="2696057"/>
                  </a:lnTo>
                  <a:lnTo>
                    <a:pt x="7153275" y="2753207"/>
                  </a:lnTo>
                  <a:lnTo>
                    <a:pt x="7181850" y="2753207"/>
                  </a:lnTo>
                  <a:lnTo>
                    <a:pt x="7181850" y="2696057"/>
                  </a:lnTo>
                  <a:close/>
                </a:path>
                <a:path w="7181850" h="4105275">
                  <a:moveTo>
                    <a:pt x="7181850" y="2610447"/>
                  </a:moveTo>
                  <a:lnTo>
                    <a:pt x="7153275" y="2610447"/>
                  </a:lnTo>
                  <a:lnTo>
                    <a:pt x="7153275" y="2667597"/>
                  </a:lnTo>
                  <a:lnTo>
                    <a:pt x="7181850" y="2667597"/>
                  </a:lnTo>
                  <a:lnTo>
                    <a:pt x="7181850" y="2610447"/>
                  </a:lnTo>
                  <a:close/>
                </a:path>
                <a:path w="7181850" h="4105275">
                  <a:moveTo>
                    <a:pt x="7181850" y="2524823"/>
                  </a:moveTo>
                  <a:lnTo>
                    <a:pt x="7153275" y="2524823"/>
                  </a:lnTo>
                  <a:lnTo>
                    <a:pt x="7153275" y="2581973"/>
                  </a:lnTo>
                  <a:lnTo>
                    <a:pt x="7181850" y="2581973"/>
                  </a:lnTo>
                  <a:lnTo>
                    <a:pt x="7181850" y="2524823"/>
                  </a:lnTo>
                  <a:close/>
                </a:path>
                <a:path w="7181850" h="4105275">
                  <a:moveTo>
                    <a:pt x="7181850" y="2439212"/>
                  </a:moveTo>
                  <a:lnTo>
                    <a:pt x="7153275" y="2439212"/>
                  </a:lnTo>
                  <a:lnTo>
                    <a:pt x="7153275" y="2496362"/>
                  </a:lnTo>
                  <a:lnTo>
                    <a:pt x="7181850" y="2496362"/>
                  </a:lnTo>
                  <a:lnTo>
                    <a:pt x="7181850" y="2439212"/>
                  </a:lnTo>
                  <a:close/>
                </a:path>
                <a:path w="7181850" h="4105275">
                  <a:moveTo>
                    <a:pt x="7181850" y="2353602"/>
                  </a:moveTo>
                  <a:lnTo>
                    <a:pt x="7153275" y="2353602"/>
                  </a:lnTo>
                  <a:lnTo>
                    <a:pt x="7153275" y="2410752"/>
                  </a:lnTo>
                  <a:lnTo>
                    <a:pt x="7181850" y="2410752"/>
                  </a:lnTo>
                  <a:lnTo>
                    <a:pt x="7181850" y="2353602"/>
                  </a:lnTo>
                  <a:close/>
                </a:path>
                <a:path w="7181850" h="4105275">
                  <a:moveTo>
                    <a:pt x="7181850" y="2267978"/>
                  </a:moveTo>
                  <a:lnTo>
                    <a:pt x="7153275" y="2267978"/>
                  </a:lnTo>
                  <a:lnTo>
                    <a:pt x="7153275" y="2325128"/>
                  </a:lnTo>
                  <a:lnTo>
                    <a:pt x="7181850" y="2325128"/>
                  </a:lnTo>
                  <a:lnTo>
                    <a:pt x="7181850" y="2267978"/>
                  </a:lnTo>
                  <a:close/>
                </a:path>
                <a:path w="7181850" h="4105275">
                  <a:moveTo>
                    <a:pt x="7181850" y="2182368"/>
                  </a:moveTo>
                  <a:lnTo>
                    <a:pt x="7153275" y="2182368"/>
                  </a:lnTo>
                  <a:lnTo>
                    <a:pt x="7153275" y="2239518"/>
                  </a:lnTo>
                  <a:lnTo>
                    <a:pt x="7181850" y="2239518"/>
                  </a:lnTo>
                  <a:lnTo>
                    <a:pt x="7181850" y="2182368"/>
                  </a:lnTo>
                  <a:close/>
                </a:path>
                <a:path w="7181850" h="4105275">
                  <a:moveTo>
                    <a:pt x="7181850" y="2096757"/>
                  </a:moveTo>
                  <a:lnTo>
                    <a:pt x="7153275" y="2096757"/>
                  </a:lnTo>
                  <a:lnTo>
                    <a:pt x="7153275" y="2153907"/>
                  </a:lnTo>
                  <a:lnTo>
                    <a:pt x="7181850" y="2153907"/>
                  </a:lnTo>
                  <a:lnTo>
                    <a:pt x="7181850" y="2096757"/>
                  </a:lnTo>
                  <a:close/>
                </a:path>
                <a:path w="7181850" h="4105275">
                  <a:moveTo>
                    <a:pt x="7181850" y="2011133"/>
                  </a:moveTo>
                  <a:lnTo>
                    <a:pt x="7153275" y="2011133"/>
                  </a:lnTo>
                  <a:lnTo>
                    <a:pt x="7153275" y="2068283"/>
                  </a:lnTo>
                  <a:lnTo>
                    <a:pt x="7181850" y="2068283"/>
                  </a:lnTo>
                  <a:lnTo>
                    <a:pt x="7181850" y="2011133"/>
                  </a:lnTo>
                  <a:close/>
                </a:path>
                <a:path w="7181850" h="4105275">
                  <a:moveTo>
                    <a:pt x="7181850" y="1925523"/>
                  </a:moveTo>
                  <a:lnTo>
                    <a:pt x="7153275" y="1925523"/>
                  </a:lnTo>
                  <a:lnTo>
                    <a:pt x="7153275" y="1982673"/>
                  </a:lnTo>
                  <a:lnTo>
                    <a:pt x="7181850" y="1982673"/>
                  </a:lnTo>
                  <a:lnTo>
                    <a:pt x="7181850" y="1925523"/>
                  </a:lnTo>
                  <a:close/>
                </a:path>
                <a:path w="7181850" h="4105275">
                  <a:moveTo>
                    <a:pt x="7181850" y="1839912"/>
                  </a:moveTo>
                  <a:lnTo>
                    <a:pt x="7153275" y="1839912"/>
                  </a:lnTo>
                  <a:lnTo>
                    <a:pt x="7153275" y="1897062"/>
                  </a:lnTo>
                  <a:lnTo>
                    <a:pt x="7181850" y="1897062"/>
                  </a:lnTo>
                  <a:lnTo>
                    <a:pt x="7181850" y="1839912"/>
                  </a:lnTo>
                  <a:close/>
                </a:path>
                <a:path w="7181850" h="4105275">
                  <a:moveTo>
                    <a:pt x="7181850" y="1754289"/>
                  </a:moveTo>
                  <a:lnTo>
                    <a:pt x="7153275" y="1754289"/>
                  </a:lnTo>
                  <a:lnTo>
                    <a:pt x="7153275" y="1811439"/>
                  </a:lnTo>
                  <a:lnTo>
                    <a:pt x="7181850" y="1811439"/>
                  </a:lnTo>
                  <a:lnTo>
                    <a:pt x="7181850" y="1754289"/>
                  </a:lnTo>
                  <a:close/>
                </a:path>
                <a:path w="7181850" h="4105275">
                  <a:moveTo>
                    <a:pt x="7181850" y="1668678"/>
                  </a:moveTo>
                  <a:lnTo>
                    <a:pt x="7153275" y="1668678"/>
                  </a:lnTo>
                  <a:lnTo>
                    <a:pt x="7153275" y="1725828"/>
                  </a:lnTo>
                  <a:lnTo>
                    <a:pt x="7181850" y="1725828"/>
                  </a:lnTo>
                  <a:lnTo>
                    <a:pt x="7181850" y="1668678"/>
                  </a:lnTo>
                  <a:close/>
                </a:path>
                <a:path w="7181850" h="4105275">
                  <a:moveTo>
                    <a:pt x="7181850" y="1583067"/>
                  </a:moveTo>
                  <a:lnTo>
                    <a:pt x="7153275" y="1583067"/>
                  </a:lnTo>
                  <a:lnTo>
                    <a:pt x="7153275" y="1640217"/>
                  </a:lnTo>
                  <a:lnTo>
                    <a:pt x="7181850" y="1640217"/>
                  </a:lnTo>
                  <a:lnTo>
                    <a:pt x="7181850" y="1583067"/>
                  </a:lnTo>
                  <a:close/>
                </a:path>
                <a:path w="7181850" h="4105275">
                  <a:moveTo>
                    <a:pt x="7181850" y="1497457"/>
                  </a:moveTo>
                  <a:lnTo>
                    <a:pt x="7153275" y="1497457"/>
                  </a:lnTo>
                  <a:lnTo>
                    <a:pt x="7153275" y="1554607"/>
                  </a:lnTo>
                  <a:lnTo>
                    <a:pt x="7181850" y="1554607"/>
                  </a:lnTo>
                  <a:lnTo>
                    <a:pt x="7181850" y="1497457"/>
                  </a:lnTo>
                  <a:close/>
                </a:path>
                <a:path w="7181850" h="4105275">
                  <a:moveTo>
                    <a:pt x="7181850" y="1411833"/>
                  </a:moveTo>
                  <a:lnTo>
                    <a:pt x="7153275" y="1411833"/>
                  </a:lnTo>
                  <a:lnTo>
                    <a:pt x="7153275" y="1468983"/>
                  </a:lnTo>
                  <a:lnTo>
                    <a:pt x="7181850" y="1468983"/>
                  </a:lnTo>
                  <a:lnTo>
                    <a:pt x="7181850" y="1411833"/>
                  </a:lnTo>
                  <a:close/>
                </a:path>
                <a:path w="7181850" h="4105275">
                  <a:moveTo>
                    <a:pt x="7181850" y="1326222"/>
                  </a:moveTo>
                  <a:lnTo>
                    <a:pt x="7153275" y="1326222"/>
                  </a:lnTo>
                  <a:lnTo>
                    <a:pt x="7153275" y="1383372"/>
                  </a:lnTo>
                  <a:lnTo>
                    <a:pt x="7181850" y="1383372"/>
                  </a:lnTo>
                  <a:lnTo>
                    <a:pt x="7181850" y="1326222"/>
                  </a:lnTo>
                  <a:close/>
                </a:path>
                <a:path w="7181850" h="4105275">
                  <a:moveTo>
                    <a:pt x="7181850" y="1240612"/>
                  </a:moveTo>
                  <a:lnTo>
                    <a:pt x="7153275" y="1240612"/>
                  </a:lnTo>
                  <a:lnTo>
                    <a:pt x="7153275" y="1297762"/>
                  </a:lnTo>
                  <a:lnTo>
                    <a:pt x="7181850" y="1297762"/>
                  </a:lnTo>
                  <a:lnTo>
                    <a:pt x="7181850" y="1240612"/>
                  </a:lnTo>
                  <a:close/>
                </a:path>
                <a:path w="7181850" h="4105275">
                  <a:moveTo>
                    <a:pt x="7181850" y="1154988"/>
                  </a:moveTo>
                  <a:lnTo>
                    <a:pt x="7153275" y="1154988"/>
                  </a:lnTo>
                  <a:lnTo>
                    <a:pt x="7153275" y="1212138"/>
                  </a:lnTo>
                  <a:lnTo>
                    <a:pt x="7181850" y="1212138"/>
                  </a:lnTo>
                  <a:lnTo>
                    <a:pt x="7181850" y="1154988"/>
                  </a:lnTo>
                  <a:close/>
                </a:path>
                <a:path w="7181850" h="4105275">
                  <a:moveTo>
                    <a:pt x="7181850" y="1069378"/>
                  </a:moveTo>
                  <a:lnTo>
                    <a:pt x="7153275" y="1069378"/>
                  </a:lnTo>
                  <a:lnTo>
                    <a:pt x="7153275" y="1126528"/>
                  </a:lnTo>
                  <a:lnTo>
                    <a:pt x="7181850" y="1126528"/>
                  </a:lnTo>
                  <a:lnTo>
                    <a:pt x="7181850" y="1069378"/>
                  </a:lnTo>
                  <a:close/>
                </a:path>
                <a:path w="7181850" h="4105275">
                  <a:moveTo>
                    <a:pt x="7181850" y="983767"/>
                  </a:moveTo>
                  <a:lnTo>
                    <a:pt x="7153275" y="983767"/>
                  </a:lnTo>
                  <a:lnTo>
                    <a:pt x="7153275" y="1040917"/>
                  </a:lnTo>
                  <a:lnTo>
                    <a:pt x="7181850" y="1040917"/>
                  </a:lnTo>
                  <a:lnTo>
                    <a:pt x="7181850" y="983767"/>
                  </a:lnTo>
                  <a:close/>
                </a:path>
                <a:path w="7181850" h="4105275">
                  <a:moveTo>
                    <a:pt x="7181850" y="898144"/>
                  </a:moveTo>
                  <a:lnTo>
                    <a:pt x="7153275" y="898144"/>
                  </a:lnTo>
                  <a:lnTo>
                    <a:pt x="7153275" y="955294"/>
                  </a:lnTo>
                  <a:lnTo>
                    <a:pt x="7181850" y="955294"/>
                  </a:lnTo>
                  <a:lnTo>
                    <a:pt x="7181850" y="898144"/>
                  </a:lnTo>
                  <a:close/>
                </a:path>
                <a:path w="7181850" h="4105275">
                  <a:moveTo>
                    <a:pt x="7181850" y="812533"/>
                  </a:moveTo>
                  <a:lnTo>
                    <a:pt x="7153275" y="812533"/>
                  </a:lnTo>
                  <a:lnTo>
                    <a:pt x="7153275" y="869683"/>
                  </a:lnTo>
                  <a:lnTo>
                    <a:pt x="7181850" y="869683"/>
                  </a:lnTo>
                  <a:lnTo>
                    <a:pt x="7181850" y="812533"/>
                  </a:lnTo>
                  <a:close/>
                </a:path>
                <a:path w="7181850" h="4105275">
                  <a:moveTo>
                    <a:pt x="7181850" y="726922"/>
                  </a:moveTo>
                  <a:lnTo>
                    <a:pt x="7153275" y="726922"/>
                  </a:lnTo>
                  <a:lnTo>
                    <a:pt x="7153275" y="784072"/>
                  </a:lnTo>
                  <a:lnTo>
                    <a:pt x="7181850" y="784072"/>
                  </a:lnTo>
                  <a:lnTo>
                    <a:pt x="7181850" y="726922"/>
                  </a:lnTo>
                  <a:close/>
                </a:path>
                <a:path w="7181850" h="4105275">
                  <a:moveTo>
                    <a:pt x="7181850" y="641299"/>
                  </a:moveTo>
                  <a:lnTo>
                    <a:pt x="7153275" y="641299"/>
                  </a:lnTo>
                  <a:lnTo>
                    <a:pt x="7153275" y="698449"/>
                  </a:lnTo>
                  <a:lnTo>
                    <a:pt x="7181850" y="698449"/>
                  </a:lnTo>
                  <a:lnTo>
                    <a:pt x="7181850" y="641299"/>
                  </a:lnTo>
                  <a:close/>
                </a:path>
                <a:path w="7181850" h="4105275">
                  <a:moveTo>
                    <a:pt x="7181850" y="555688"/>
                  </a:moveTo>
                  <a:lnTo>
                    <a:pt x="7153275" y="555688"/>
                  </a:lnTo>
                  <a:lnTo>
                    <a:pt x="7153275" y="612838"/>
                  </a:lnTo>
                  <a:lnTo>
                    <a:pt x="7181850" y="612838"/>
                  </a:lnTo>
                  <a:lnTo>
                    <a:pt x="7181850" y="555688"/>
                  </a:lnTo>
                  <a:close/>
                </a:path>
                <a:path w="7181850" h="4105275">
                  <a:moveTo>
                    <a:pt x="7181850" y="470077"/>
                  </a:moveTo>
                  <a:lnTo>
                    <a:pt x="7153275" y="470077"/>
                  </a:lnTo>
                  <a:lnTo>
                    <a:pt x="7153275" y="527227"/>
                  </a:lnTo>
                  <a:lnTo>
                    <a:pt x="7181850" y="527227"/>
                  </a:lnTo>
                  <a:lnTo>
                    <a:pt x="7181850" y="470077"/>
                  </a:lnTo>
                  <a:close/>
                </a:path>
                <a:path w="7181850" h="4105275">
                  <a:moveTo>
                    <a:pt x="7181850" y="384454"/>
                  </a:moveTo>
                  <a:lnTo>
                    <a:pt x="7153275" y="384454"/>
                  </a:lnTo>
                  <a:lnTo>
                    <a:pt x="7153275" y="441604"/>
                  </a:lnTo>
                  <a:lnTo>
                    <a:pt x="7181850" y="441604"/>
                  </a:lnTo>
                  <a:lnTo>
                    <a:pt x="7181850" y="384454"/>
                  </a:lnTo>
                  <a:close/>
                </a:path>
                <a:path w="7181850" h="4105275">
                  <a:moveTo>
                    <a:pt x="7181850" y="298843"/>
                  </a:moveTo>
                  <a:lnTo>
                    <a:pt x="7153275" y="298843"/>
                  </a:lnTo>
                  <a:lnTo>
                    <a:pt x="7153275" y="355993"/>
                  </a:lnTo>
                  <a:lnTo>
                    <a:pt x="7181850" y="355993"/>
                  </a:lnTo>
                  <a:lnTo>
                    <a:pt x="7181850" y="298843"/>
                  </a:lnTo>
                  <a:close/>
                </a:path>
                <a:path w="7181850" h="4105275">
                  <a:moveTo>
                    <a:pt x="7181850" y="213233"/>
                  </a:moveTo>
                  <a:lnTo>
                    <a:pt x="7153275" y="213233"/>
                  </a:lnTo>
                  <a:lnTo>
                    <a:pt x="7153275" y="270383"/>
                  </a:lnTo>
                  <a:lnTo>
                    <a:pt x="7181850" y="270383"/>
                  </a:lnTo>
                  <a:lnTo>
                    <a:pt x="7181850" y="21323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074" y="2876549"/>
              <a:ext cx="228600" cy="228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52549" y="3114674"/>
              <a:ext cx="5991225" cy="19050"/>
            </a:xfrm>
            <a:custGeom>
              <a:avLst/>
              <a:gdLst/>
              <a:ahLst/>
              <a:cxnLst/>
              <a:rect l="l" t="t" r="r" b="b"/>
              <a:pathLst>
                <a:path w="5991225" h="19050">
                  <a:moveTo>
                    <a:pt x="59912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5991224" y="0"/>
                  </a:lnTo>
                  <a:lnTo>
                    <a:pt x="5991224" y="1904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074" y="3428999"/>
              <a:ext cx="228600" cy="2286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52549" y="3667124"/>
              <a:ext cx="5991225" cy="19050"/>
            </a:xfrm>
            <a:custGeom>
              <a:avLst/>
              <a:gdLst/>
              <a:ahLst/>
              <a:cxnLst/>
              <a:rect l="l" t="t" r="r" b="b"/>
              <a:pathLst>
                <a:path w="5991225" h="19050">
                  <a:moveTo>
                    <a:pt x="59912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5991224" y="0"/>
                  </a:lnTo>
                  <a:lnTo>
                    <a:pt x="5991224" y="1904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074" y="3981449"/>
              <a:ext cx="228600" cy="228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074" y="4533899"/>
              <a:ext cx="228600" cy="2286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52549" y="4772024"/>
              <a:ext cx="5991225" cy="19050"/>
            </a:xfrm>
            <a:custGeom>
              <a:avLst/>
              <a:gdLst/>
              <a:ahLst/>
              <a:cxnLst/>
              <a:rect l="l" t="t" r="r" b="b"/>
              <a:pathLst>
                <a:path w="5991225" h="19050">
                  <a:moveTo>
                    <a:pt x="59912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5991224" y="0"/>
                  </a:lnTo>
                  <a:lnTo>
                    <a:pt x="5991224" y="1904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xfrm>
            <a:off x="1339849" y="2609850"/>
            <a:ext cx="6051551" cy="251171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4" dirty="0"/>
              <a:t>Я</a:t>
            </a:r>
            <a:r>
              <a:rPr spc="235" dirty="0"/>
              <a:t> </a:t>
            </a:r>
            <a:r>
              <a:rPr dirty="0" err="1"/>
              <a:t>успешно</a:t>
            </a:r>
            <a:r>
              <a:rPr spc="114" dirty="0"/>
              <a:t> </a:t>
            </a:r>
            <a:r>
              <a:rPr spc="-5" dirty="0" err="1"/>
              <a:t>с</a:t>
            </a:r>
            <a:r>
              <a:rPr spc="-35" dirty="0" err="1"/>
              <a:t>о</a:t>
            </a:r>
            <a:r>
              <a:rPr spc="10" dirty="0" err="1"/>
              <a:t>з</a:t>
            </a:r>
            <a:r>
              <a:rPr spc="-55" dirty="0" err="1"/>
              <a:t>д</a:t>
            </a:r>
            <a:r>
              <a:rPr spc="20" dirty="0" err="1"/>
              <a:t>а</a:t>
            </a:r>
            <a:r>
              <a:rPr spc="65" dirty="0" err="1"/>
              <a:t>л</a:t>
            </a:r>
            <a:r>
              <a:rPr lang="ru-RU" spc="65" dirty="0"/>
              <a:t> проект </a:t>
            </a:r>
            <a:r>
              <a:rPr lang="en-US" spc="65" dirty="0"/>
              <a:t>“The Infinite War”</a:t>
            </a:r>
            <a:endParaRPr lang="ru-RU" spc="65" dirty="0"/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ru-RU" sz="200" spc="65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ru-RU" sz="200" spc="65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sz="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err="1"/>
              <a:t>Мой</a:t>
            </a:r>
            <a:r>
              <a:rPr spc="100" dirty="0"/>
              <a:t> </a:t>
            </a:r>
            <a:r>
              <a:rPr spc="-90" dirty="0" err="1"/>
              <a:t>про</a:t>
            </a:r>
            <a:r>
              <a:rPr lang="ru-RU" spc="-90" dirty="0" err="1"/>
              <a:t>ект</a:t>
            </a:r>
            <a:r>
              <a:rPr lang="ru-RU" spc="-90" dirty="0"/>
              <a:t> </a:t>
            </a:r>
            <a:r>
              <a:rPr lang="ru-RU" dirty="0"/>
              <a:t>помогает развивать концентрацию, реакцию и стратегическое мышление</a:t>
            </a:r>
            <a:r>
              <a:rPr lang="ru-RU" sz="200" spc="-60" dirty="0">
                <a:latin typeface="Cambria"/>
                <a:cs typeface="Cambria"/>
              </a:rPr>
              <a:t>.</a:t>
            </a:r>
            <a:r>
              <a:rPr lang="ru-RU" sz="200" spc="100" dirty="0">
                <a:latin typeface="Cambria"/>
                <a:cs typeface="Cambria"/>
              </a:rPr>
              <a:t>                                                                   </a:t>
            </a:r>
            <a:r>
              <a:rPr lang="ru-RU" sz="200" spc="185" dirty="0">
                <a:latin typeface="Cambria"/>
                <a:cs typeface="Cambria"/>
              </a:rPr>
              <a:t>.</a:t>
            </a:r>
            <a:r>
              <a:rPr lang="ru-RU" sz="200" spc="100" dirty="0">
                <a:latin typeface="Cambria"/>
                <a:cs typeface="Cambria"/>
              </a:rPr>
              <a:t> </a:t>
            </a:r>
            <a:r>
              <a:rPr lang="ru-RU" sz="200" spc="135" dirty="0">
                <a:latin typeface="Cambria"/>
                <a:cs typeface="Cambria"/>
              </a:rPr>
              <a:t>.</a:t>
            </a:r>
            <a:endParaRPr sz="200" dirty="0">
              <a:latin typeface="Cambria"/>
              <a:cs typeface="Cambria"/>
            </a:endParaRPr>
          </a:p>
          <a:p>
            <a:pPr marL="12700" marR="5080">
              <a:lnSpc>
                <a:spcPct val="213200"/>
              </a:lnSpc>
              <a:tabLst>
                <a:tab pos="6003290" algn="l"/>
              </a:tabLst>
            </a:pPr>
            <a:r>
              <a:rPr u="heavy" spc="-204" dirty="0">
                <a:uFill>
                  <a:solidFill>
                    <a:srgbClr val="DDDDDD"/>
                  </a:solidFill>
                </a:uFill>
              </a:rPr>
              <a:t>Я</a:t>
            </a:r>
            <a:r>
              <a:rPr u="heavy" spc="90" dirty="0">
                <a:uFill>
                  <a:solidFill>
                    <a:srgbClr val="DDDDDD"/>
                  </a:solidFill>
                </a:uFill>
              </a:rPr>
              <a:t> </a:t>
            </a:r>
            <a:r>
              <a:rPr u="heavy" dirty="0" err="1">
                <a:uFill>
                  <a:solidFill>
                    <a:srgbClr val="DDDDDD"/>
                  </a:solidFill>
                </a:uFill>
              </a:rPr>
              <a:t>научился</a:t>
            </a:r>
            <a:r>
              <a:rPr u="heavy" spc="60" dirty="0">
                <a:uFill>
                  <a:solidFill>
                    <a:srgbClr val="DDDDDD"/>
                  </a:solidFill>
                </a:uFill>
              </a:rPr>
              <a:t> </a:t>
            </a:r>
            <a:r>
              <a:rPr u="heavy" spc="40" dirty="0" err="1">
                <a:uFill>
                  <a:solidFill>
                    <a:srgbClr val="DDDDDD"/>
                  </a:solidFill>
                </a:uFill>
              </a:rPr>
              <a:t>и</a:t>
            </a:r>
            <a:r>
              <a:rPr u="heavy" spc="-5" dirty="0" err="1">
                <a:uFill>
                  <a:solidFill>
                    <a:srgbClr val="DDDDDD"/>
                  </a:solidFill>
                </a:uFill>
              </a:rPr>
              <a:t>с</a:t>
            </a:r>
            <a:r>
              <a:rPr u="heavy" spc="70" dirty="0" err="1">
                <a:uFill>
                  <a:solidFill>
                    <a:srgbClr val="DDDDDD"/>
                  </a:solidFill>
                </a:uFill>
              </a:rPr>
              <a:t>п</a:t>
            </a:r>
            <a:r>
              <a:rPr u="heavy" spc="-35" dirty="0" err="1">
                <a:uFill>
                  <a:solidFill>
                    <a:srgbClr val="DDDDDD"/>
                  </a:solidFill>
                </a:uFill>
              </a:rPr>
              <a:t>о</a:t>
            </a:r>
            <a:r>
              <a:rPr u="heavy" spc="65" dirty="0" err="1">
                <a:uFill>
                  <a:solidFill>
                    <a:srgbClr val="DDDDDD"/>
                  </a:solidFill>
                </a:uFill>
              </a:rPr>
              <a:t>л</a:t>
            </a:r>
            <a:r>
              <a:rPr u="heavy" spc="-10" dirty="0" err="1">
                <a:uFill>
                  <a:solidFill>
                    <a:srgbClr val="DDDDDD"/>
                  </a:solidFill>
                </a:uFill>
              </a:rPr>
              <a:t>ь</a:t>
            </a:r>
            <a:r>
              <a:rPr u="heavy" spc="10" dirty="0" err="1">
                <a:uFill>
                  <a:solidFill>
                    <a:srgbClr val="DDDDDD"/>
                  </a:solidFill>
                </a:uFill>
              </a:rPr>
              <a:t>з</a:t>
            </a:r>
            <a:r>
              <a:rPr u="heavy" spc="-35" dirty="0" err="1">
                <a:uFill>
                  <a:solidFill>
                    <a:srgbClr val="DDDDDD"/>
                  </a:solidFill>
                </a:uFill>
              </a:rPr>
              <a:t>о</a:t>
            </a:r>
            <a:r>
              <a:rPr u="heavy" dirty="0" err="1">
                <a:uFill>
                  <a:solidFill>
                    <a:srgbClr val="DDDDDD"/>
                  </a:solidFill>
                </a:uFill>
              </a:rPr>
              <a:t>в</a:t>
            </a:r>
            <a:r>
              <a:rPr u="heavy" spc="20" dirty="0" err="1">
                <a:uFill>
                  <a:solidFill>
                    <a:srgbClr val="DDDDDD"/>
                  </a:solidFill>
                </a:uFill>
              </a:rPr>
              <a:t>а</a:t>
            </a:r>
            <a:r>
              <a:rPr u="heavy" spc="-140" dirty="0" err="1">
                <a:uFill>
                  <a:solidFill>
                    <a:srgbClr val="DDDDDD"/>
                  </a:solidFill>
                </a:uFill>
              </a:rPr>
              <a:t>т</a:t>
            </a:r>
            <a:r>
              <a:rPr u="heavy" spc="-10" dirty="0" err="1">
                <a:uFill>
                  <a:solidFill>
                    <a:srgbClr val="DDDDDD"/>
                  </a:solidFill>
                </a:uFill>
              </a:rPr>
              <a:t>ь</a:t>
            </a:r>
            <a:r>
              <a:rPr lang="en-US" u="heavy" spc="-10" dirty="0">
                <a:uFill>
                  <a:solidFill>
                    <a:srgbClr val="DDDDDD"/>
                  </a:solidFill>
                </a:uFill>
              </a:rPr>
              <a:t>  </a:t>
            </a:r>
            <a:r>
              <a:rPr lang="en-US" u="heavy" dirty="0">
                <a:uFill>
                  <a:solidFill>
                    <a:srgbClr val="DDDDDD"/>
                  </a:solidFill>
                </a:uFill>
              </a:rPr>
              <a:t>Python</a:t>
            </a:r>
            <a:r>
              <a:rPr lang="ru-RU" u="heavy" dirty="0">
                <a:uFill>
                  <a:solidFill>
                    <a:srgbClr val="DDDDDD"/>
                  </a:solidFill>
                </a:uFill>
              </a:rPr>
              <a:t>+ связанны библиотеки </a:t>
            </a:r>
            <a:r>
              <a:rPr sz="200" u="heavy" spc="135" dirty="0">
                <a:uFill>
                  <a:solidFill>
                    <a:srgbClr val="DDDDDD"/>
                  </a:solidFill>
                </a:uFill>
                <a:latin typeface="Cambria"/>
                <a:cs typeface="Cambria"/>
              </a:rPr>
              <a:t>.</a:t>
            </a:r>
            <a:r>
              <a:rPr sz="200" u="heavy" dirty="0">
                <a:uFill>
                  <a:solidFill>
                    <a:srgbClr val="DDDDDD"/>
                  </a:solidFill>
                </a:uFill>
                <a:latin typeface="Cambria"/>
                <a:cs typeface="Cambria"/>
              </a:rPr>
              <a:t>	</a:t>
            </a:r>
            <a:r>
              <a:rPr sz="200" spc="500" dirty="0">
                <a:latin typeface="Cambria"/>
                <a:cs typeface="Cambria"/>
              </a:rPr>
              <a:t> </a:t>
            </a:r>
            <a:r>
              <a:rPr dirty="0"/>
              <a:t>В</a:t>
            </a:r>
            <a:r>
              <a:rPr spc="-55" dirty="0"/>
              <a:t> </a:t>
            </a:r>
            <a:r>
              <a:rPr spc="-160" dirty="0"/>
              <a:t>итоге</a:t>
            </a:r>
            <a:r>
              <a:rPr spc="-40" dirty="0"/>
              <a:t> </a:t>
            </a:r>
            <a:r>
              <a:rPr spc="50" dirty="0"/>
              <a:t>у</a:t>
            </a:r>
            <a:r>
              <a:rPr spc="-120" dirty="0"/>
              <a:t> </a:t>
            </a:r>
            <a:r>
              <a:rPr dirty="0" err="1"/>
              <a:t>меня</a:t>
            </a:r>
            <a:r>
              <a:rPr spc="25" dirty="0"/>
              <a:t> </a:t>
            </a:r>
            <a:r>
              <a:rPr spc="114" dirty="0" err="1"/>
              <a:t>п</a:t>
            </a:r>
            <a:r>
              <a:rPr spc="10" dirty="0" err="1"/>
              <a:t>о</a:t>
            </a:r>
            <a:r>
              <a:rPr spc="110" dirty="0" err="1"/>
              <a:t>л</a:t>
            </a:r>
            <a:r>
              <a:rPr spc="-65" dirty="0" err="1"/>
              <a:t>у</a:t>
            </a:r>
            <a:r>
              <a:rPr spc="60" dirty="0" err="1"/>
              <a:t>ч</a:t>
            </a:r>
            <a:r>
              <a:rPr spc="85" dirty="0" err="1"/>
              <a:t>и</a:t>
            </a:r>
            <a:r>
              <a:rPr spc="110" dirty="0" err="1"/>
              <a:t>л</a:t>
            </a:r>
            <a:r>
              <a:rPr spc="10" dirty="0" err="1"/>
              <a:t>о</a:t>
            </a:r>
            <a:r>
              <a:rPr spc="40" dirty="0" err="1"/>
              <a:t>с</a:t>
            </a:r>
            <a:r>
              <a:rPr spc="35" dirty="0" err="1"/>
              <a:t>ь</a:t>
            </a:r>
            <a:r>
              <a:rPr lang="ru-RU" spc="35" dirty="0"/>
              <a:t> </a:t>
            </a:r>
            <a:r>
              <a:rPr lang="ru-RU" dirty="0"/>
              <a:t>создать 2</a:t>
            </a:r>
            <a:r>
              <a:rPr lang="en-US" dirty="0"/>
              <a:t>d</a:t>
            </a:r>
            <a:r>
              <a:rPr lang="ru-RU" dirty="0"/>
              <a:t> игру в стиле </a:t>
            </a:r>
            <a:r>
              <a:rPr lang="en-US" dirty="0"/>
              <a:t>‘’Shooter”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sz="200" spc="20" dirty="0">
                <a:latin typeface="Cambria"/>
                <a:cs typeface="Cambria"/>
              </a:rPr>
              <a:t>.</a:t>
            </a:r>
            <a:r>
              <a:rPr sz="200" spc="80" dirty="0">
                <a:latin typeface="Cambria"/>
                <a:cs typeface="Cambria"/>
              </a:rPr>
              <a:t> </a:t>
            </a:r>
            <a:r>
              <a:rPr sz="200" spc="185" dirty="0">
                <a:latin typeface="Cambria"/>
                <a:cs typeface="Cambria"/>
              </a:rPr>
              <a:t>.</a:t>
            </a:r>
            <a:r>
              <a:rPr sz="200" spc="80" dirty="0">
                <a:latin typeface="Cambria"/>
                <a:cs typeface="Cambria"/>
              </a:rPr>
              <a:t> </a:t>
            </a:r>
            <a:r>
              <a:rPr sz="200" spc="135" dirty="0">
                <a:latin typeface="Cambria"/>
                <a:cs typeface="Cambria"/>
              </a:rPr>
              <a:t>.</a:t>
            </a:r>
            <a:endParaRPr sz="200" dirty="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01049" y="2743199"/>
            <a:ext cx="3023235" cy="3041650"/>
            <a:chOff x="8401049" y="2743199"/>
            <a:chExt cx="3023235" cy="304165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1049" y="2743199"/>
              <a:ext cx="3022995" cy="304139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37637" y="3457574"/>
              <a:ext cx="1298575" cy="11430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 rot="21000000">
            <a:off x="10387084" y="5347951"/>
            <a:ext cx="75960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450" b="1" spc="60" dirty="0">
                <a:solidFill>
                  <a:srgbClr val="FFFFFF"/>
                </a:solidFill>
                <a:latin typeface="Arial"/>
                <a:cs typeface="Arial"/>
              </a:rPr>
              <a:t>УСПЕХ</a:t>
            </a:r>
            <a:r>
              <a:rPr sz="1550" b="1" spc="60" dirty="0">
                <a:solidFill>
                  <a:srgbClr val="FFFFFF"/>
                </a:solidFill>
                <a:latin typeface="Candara"/>
                <a:cs typeface="Candara"/>
              </a:rPr>
              <a:t>!</a:t>
            </a:r>
            <a:endParaRPr sz="155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15"/>
              </a:spcBef>
            </a:pPr>
            <a:r>
              <a:rPr spc="170" dirty="0"/>
              <a:t>Что</a:t>
            </a:r>
            <a:r>
              <a:rPr spc="-260" dirty="0"/>
              <a:t> </a:t>
            </a:r>
            <a:r>
              <a:rPr spc="90" dirty="0"/>
              <a:t>Дальше</a:t>
            </a:r>
            <a:r>
              <a:rPr sz="3850" spc="90" dirty="0"/>
              <a:t>?</a:t>
            </a:r>
            <a:endParaRPr sz="3850"/>
          </a:p>
        </p:txBody>
      </p:sp>
      <p:grpSp>
        <p:nvGrpSpPr>
          <p:cNvPr id="3" name="object 3"/>
          <p:cNvGrpSpPr/>
          <p:nvPr/>
        </p:nvGrpSpPr>
        <p:grpSpPr>
          <a:xfrm>
            <a:off x="6991349" y="1571624"/>
            <a:ext cx="4629150" cy="4905375"/>
            <a:chOff x="6991349" y="1571624"/>
            <a:chExt cx="4629150" cy="4905375"/>
          </a:xfrm>
        </p:grpSpPr>
        <p:sp>
          <p:nvSpPr>
            <p:cNvPr id="4" name="object 4"/>
            <p:cNvSpPr/>
            <p:nvPr/>
          </p:nvSpPr>
          <p:spPr>
            <a:xfrm>
              <a:off x="7000874" y="1581149"/>
              <a:ext cx="4610100" cy="4886325"/>
            </a:xfrm>
            <a:custGeom>
              <a:avLst/>
              <a:gdLst/>
              <a:ahLst/>
              <a:cxnLst/>
              <a:rect l="l" t="t" r="r" b="b"/>
              <a:pathLst>
                <a:path w="4610100" h="4886325">
                  <a:moveTo>
                    <a:pt x="4429124" y="4886324"/>
                  </a:moveTo>
                  <a:lnTo>
                    <a:pt x="180974" y="4886324"/>
                  </a:lnTo>
                  <a:lnTo>
                    <a:pt x="172083" y="4886106"/>
                  </a:lnTo>
                  <a:lnTo>
                    <a:pt x="128438" y="4878533"/>
                  </a:lnTo>
                  <a:lnTo>
                    <a:pt x="87942" y="4860582"/>
                  </a:lnTo>
                  <a:lnTo>
                    <a:pt x="53005" y="4833317"/>
                  </a:lnTo>
                  <a:lnTo>
                    <a:pt x="25739" y="4798379"/>
                  </a:lnTo>
                  <a:lnTo>
                    <a:pt x="7789" y="4757883"/>
                  </a:lnTo>
                  <a:lnTo>
                    <a:pt x="216" y="4714240"/>
                  </a:lnTo>
                  <a:lnTo>
                    <a:pt x="0" y="4705349"/>
                  </a:lnTo>
                  <a:lnTo>
                    <a:pt x="0" y="180974"/>
                  </a:lnTo>
                  <a:lnTo>
                    <a:pt x="5423" y="136990"/>
                  </a:lnTo>
                  <a:lnTo>
                    <a:pt x="21365" y="95662"/>
                  </a:lnTo>
                  <a:lnTo>
                    <a:pt x="46872" y="59446"/>
                  </a:lnTo>
                  <a:lnTo>
                    <a:pt x="80429" y="30499"/>
                  </a:lnTo>
                  <a:lnTo>
                    <a:pt x="120014" y="10574"/>
                  </a:lnTo>
                  <a:lnTo>
                    <a:pt x="163235" y="869"/>
                  </a:lnTo>
                  <a:lnTo>
                    <a:pt x="180974" y="0"/>
                  </a:lnTo>
                  <a:lnTo>
                    <a:pt x="4429124" y="0"/>
                  </a:lnTo>
                  <a:lnTo>
                    <a:pt x="4473106" y="5425"/>
                  </a:lnTo>
                  <a:lnTo>
                    <a:pt x="4514434" y="21367"/>
                  </a:lnTo>
                  <a:lnTo>
                    <a:pt x="4550651" y="46873"/>
                  </a:lnTo>
                  <a:lnTo>
                    <a:pt x="4579598" y="80430"/>
                  </a:lnTo>
                  <a:lnTo>
                    <a:pt x="4599522" y="120015"/>
                  </a:lnTo>
                  <a:lnTo>
                    <a:pt x="4609229" y="163235"/>
                  </a:lnTo>
                  <a:lnTo>
                    <a:pt x="4610099" y="180974"/>
                  </a:lnTo>
                  <a:lnTo>
                    <a:pt x="4610099" y="4705349"/>
                  </a:lnTo>
                  <a:lnTo>
                    <a:pt x="4604672" y="4749333"/>
                  </a:lnTo>
                  <a:lnTo>
                    <a:pt x="4588730" y="4790660"/>
                  </a:lnTo>
                  <a:lnTo>
                    <a:pt x="4563225" y="4826877"/>
                  </a:lnTo>
                  <a:lnTo>
                    <a:pt x="4529668" y="4855823"/>
                  </a:lnTo>
                  <a:lnTo>
                    <a:pt x="4490081" y="4875749"/>
                  </a:lnTo>
                  <a:lnTo>
                    <a:pt x="4446862" y="4885454"/>
                  </a:lnTo>
                  <a:lnTo>
                    <a:pt x="4429124" y="4886324"/>
                  </a:lnTo>
                  <a:close/>
                </a:path>
              </a:pathLst>
            </a:custGeom>
            <a:solidFill>
              <a:srgbClr val="E6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00874" y="1581149"/>
              <a:ext cx="4610100" cy="4886325"/>
            </a:xfrm>
            <a:custGeom>
              <a:avLst/>
              <a:gdLst/>
              <a:ahLst/>
              <a:cxnLst/>
              <a:rect l="l" t="t" r="r" b="b"/>
              <a:pathLst>
                <a:path w="4610100" h="4886325">
                  <a:moveTo>
                    <a:pt x="0" y="4705349"/>
                  </a:moveTo>
                  <a:lnTo>
                    <a:pt x="0" y="180974"/>
                  </a:lnTo>
                  <a:lnTo>
                    <a:pt x="216" y="172084"/>
                  </a:lnTo>
                  <a:lnTo>
                    <a:pt x="7789" y="128439"/>
                  </a:lnTo>
                  <a:lnTo>
                    <a:pt x="25739" y="87943"/>
                  </a:lnTo>
                  <a:lnTo>
                    <a:pt x="53005" y="53006"/>
                  </a:lnTo>
                  <a:lnTo>
                    <a:pt x="87942" y="25740"/>
                  </a:lnTo>
                  <a:lnTo>
                    <a:pt x="128438" y="7790"/>
                  </a:lnTo>
                  <a:lnTo>
                    <a:pt x="172083" y="217"/>
                  </a:lnTo>
                  <a:lnTo>
                    <a:pt x="180974" y="0"/>
                  </a:lnTo>
                  <a:lnTo>
                    <a:pt x="4429124" y="0"/>
                  </a:lnTo>
                  <a:lnTo>
                    <a:pt x="4473106" y="5425"/>
                  </a:lnTo>
                  <a:lnTo>
                    <a:pt x="4514434" y="21367"/>
                  </a:lnTo>
                  <a:lnTo>
                    <a:pt x="4550651" y="46873"/>
                  </a:lnTo>
                  <a:lnTo>
                    <a:pt x="4579598" y="80430"/>
                  </a:lnTo>
                  <a:lnTo>
                    <a:pt x="4599522" y="120015"/>
                  </a:lnTo>
                  <a:lnTo>
                    <a:pt x="4609229" y="163235"/>
                  </a:lnTo>
                  <a:lnTo>
                    <a:pt x="4610099" y="180974"/>
                  </a:lnTo>
                  <a:lnTo>
                    <a:pt x="4610099" y="4705349"/>
                  </a:lnTo>
                  <a:lnTo>
                    <a:pt x="4604672" y="4749333"/>
                  </a:lnTo>
                  <a:lnTo>
                    <a:pt x="4588730" y="4790660"/>
                  </a:lnTo>
                  <a:lnTo>
                    <a:pt x="4563225" y="4826877"/>
                  </a:lnTo>
                  <a:lnTo>
                    <a:pt x="4529668" y="4855823"/>
                  </a:lnTo>
                  <a:lnTo>
                    <a:pt x="4490081" y="4875749"/>
                  </a:lnTo>
                  <a:lnTo>
                    <a:pt x="4446862" y="4885454"/>
                  </a:lnTo>
                  <a:lnTo>
                    <a:pt x="4429124" y="4886324"/>
                  </a:lnTo>
                  <a:lnTo>
                    <a:pt x="180974" y="4886324"/>
                  </a:lnTo>
                  <a:lnTo>
                    <a:pt x="136989" y="4880899"/>
                  </a:lnTo>
                  <a:lnTo>
                    <a:pt x="95661" y="4864956"/>
                  </a:lnTo>
                  <a:lnTo>
                    <a:pt x="59445" y="4839450"/>
                  </a:lnTo>
                  <a:lnTo>
                    <a:pt x="30498" y="4805893"/>
                  </a:lnTo>
                  <a:lnTo>
                    <a:pt x="10573" y="4766307"/>
                  </a:lnTo>
                  <a:lnTo>
                    <a:pt x="868" y="4723088"/>
                  </a:lnTo>
                  <a:lnTo>
                    <a:pt x="0" y="4705349"/>
                  </a:lnTo>
                  <a:close/>
                </a:path>
              </a:pathLst>
            </a:custGeom>
            <a:ln w="19049">
              <a:solidFill>
                <a:srgbClr val="29AA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96149" y="2228849"/>
              <a:ext cx="4019550" cy="19050"/>
            </a:xfrm>
            <a:custGeom>
              <a:avLst/>
              <a:gdLst/>
              <a:ahLst/>
              <a:cxnLst/>
              <a:rect l="l" t="t" r="r" b="b"/>
              <a:pathLst>
                <a:path w="4019550" h="19050">
                  <a:moveTo>
                    <a:pt x="40195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4019549" y="0"/>
                  </a:lnTo>
                  <a:lnTo>
                    <a:pt x="4019549" y="1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2527" y="1862208"/>
            <a:ext cx="307911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185" dirty="0">
                <a:solidFill>
                  <a:srgbClr val="0095B8"/>
                </a:solidFill>
                <a:latin typeface="Arial"/>
                <a:cs typeface="Arial"/>
              </a:rPr>
              <a:t>ИДЕИ</a:t>
            </a:r>
            <a:r>
              <a:rPr sz="1550" b="1" spc="6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550" b="1" spc="170" dirty="0">
                <a:solidFill>
                  <a:srgbClr val="0095B8"/>
                </a:solidFill>
                <a:latin typeface="Arial"/>
                <a:cs typeface="Arial"/>
              </a:rPr>
              <a:t>ДЛЯ</a:t>
            </a:r>
            <a:r>
              <a:rPr sz="1550" b="1" spc="6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0095B8"/>
                </a:solidFill>
                <a:latin typeface="Arial"/>
                <a:cs typeface="Arial"/>
              </a:rPr>
              <a:t>ВДОХНОВЕНИЯ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96149" y="2438399"/>
            <a:ext cx="4019550" cy="666750"/>
            <a:chOff x="7296149" y="2438399"/>
            <a:chExt cx="4019550" cy="666750"/>
          </a:xfrm>
        </p:grpSpPr>
        <p:sp>
          <p:nvSpPr>
            <p:cNvPr id="9" name="object 9"/>
            <p:cNvSpPr/>
            <p:nvPr/>
          </p:nvSpPr>
          <p:spPr>
            <a:xfrm>
              <a:off x="7296149" y="2438399"/>
              <a:ext cx="4019550" cy="666750"/>
            </a:xfrm>
            <a:custGeom>
              <a:avLst/>
              <a:gdLst/>
              <a:ahLst/>
              <a:cxnLst/>
              <a:rect l="l" t="t" r="r" b="b"/>
              <a:pathLst>
                <a:path w="4019550" h="666750">
                  <a:moveTo>
                    <a:pt x="3876674" y="666749"/>
                  </a:moveTo>
                  <a:lnTo>
                    <a:pt x="142874" y="666749"/>
                  </a:lnTo>
                  <a:lnTo>
                    <a:pt x="135855" y="666578"/>
                  </a:lnTo>
                  <a:lnTo>
                    <a:pt x="94748" y="658401"/>
                  </a:lnTo>
                  <a:lnTo>
                    <a:pt x="57756" y="638628"/>
                  </a:lnTo>
                  <a:lnTo>
                    <a:pt x="28120" y="608992"/>
                  </a:lnTo>
                  <a:lnTo>
                    <a:pt x="8347" y="571999"/>
                  </a:lnTo>
                  <a:lnTo>
                    <a:pt x="171" y="530893"/>
                  </a:lnTo>
                  <a:lnTo>
                    <a:pt x="0" y="523874"/>
                  </a:lnTo>
                  <a:lnTo>
                    <a:pt x="0" y="142874"/>
                  </a:lnTo>
                  <a:lnTo>
                    <a:pt x="6149" y="101400"/>
                  </a:lnTo>
                  <a:lnTo>
                    <a:pt x="24077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876674" y="0"/>
                  </a:lnTo>
                  <a:lnTo>
                    <a:pt x="3918147" y="6150"/>
                  </a:lnTo>
                  <a:lnTo>
                    <a:pt x="3956050" y="24078"/>
                  </a:lnTo>
                  <a:lnTo>
                    <a:pt x="3987118" y="52234"/>
                  </a:lnTo>
                  <a:lnTo>
                    <a:pt x="4008672" y="88198"/>
                  </a:lnTo>
                  <a:lnTo>
                    <a:pt x="4018863" y="128870"/>
                  </a:lnTo>
                  <a:lnTo>
                    <a:pt x="4019549" y="142874"/>
                  </a:lnTo>
                  <a:lnTo>
                    <a:pt x="4019549" y="523874"/>
                  </a:lnTo>
                  <a:lnTo>
                    <a:pt x="4013397" y="565349"/>
                  </a:lnTo>
                  <a:lnTo>
                    <a:pt x="3995469" y="603251"/>
                  </a:lnTo>
                  <a:lnTo>
                    <a:pt x="3967314" y="634319"/>
                  </a:lnTo>
                  <a:lnTo>
                    <a:pt x="3931349" y="655873"/>
                  </a:lnTo>
                  <a:lnTo>
                    <a:pt x="3890677" y="666063"/>
                  </a:lnTo>
                  <a:lnTo>
                    <a:pt x="3876674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9024" y="258127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7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9454" y="2698749"/>
              <a:ext cx="152400" cy="1524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946330" y="2661071"/>
            <a:ext cx="264858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Поделиться</a:t>
            </a:r>
            <a:r>
              <a:rPr sz="1200" b="1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проектом</a:t>
            </a:r>
            <a:r>
              <a:rPr sz="1200" b="1" spc="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65" dirty="0">
                <a:solidFill>
                  <a:srgbClr val="545454"/>
                </a:solidFill>
                <a:latin typeface="Arial"/>
                <a:cs typeface="Arial"/>
              </a:rPr>
              <a:t>с</a:t>
            </a:r>
            <a:r>
              <a:rPr sz="1200" b="1" spc="-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друзьями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96149" y="3248024"/>
            <a:ext cx="4019550" cy="666750"/>
            <a:chOff x="7296149" y="3248024"/>
            <a:chExt cx="4019550" cy="666750"/>
          </a:xfrm>
        </p:grpSpPr>
        <p:sp>
          <p:nvSpPr>
            <p:cNvPr id="14" name="object 14"/>
            <p:cNvSpPr/>
            <p:nvPr/>
          </p:nvSpPr>
          <p:spPr>
            <a:xfrm>
              <a:off x="7296149" y="3248024"/>
              <a:ext cx="4019550" cy="666750"/>
            </a:xfrm>
            <a:custGeom>
              <a:avLst/>
              <a:gdLst/>
              <a:ahLst/>
              <a:cxnLst/>
              <a:rect l="l" t="t" r="r" b="b"/>
              <a:pathLst>
                <a:path w="4019550" h="666750">
                  <a:moveTo>
                    <a:pt x="3876674" y="666749"/>
                  </a:moveTo>
                  <a:lnTo>
                    <a:pt x="142874" y="666749"/>
                  </a:lnTo>
                  <a:lnTo>
                    <a:pt x="135855" y="666578"/>
                  </a:lnTo>
                  <a:lnTo>
                    <a:pt x="94748" y="658401"/>
                  </a:lnTo>
                  <a:lnTo>
                    <a:pt x="57756" y="638628"/>
                  </a:lnTo>
                  <a:lnTo>
                    <a:pt x="28120" y="608992"/>
                  </a:lnTo>
                  <a:lnTo>
                    <a:pt x="8347" y="571999"/>
                  </a:lnTo>
                  <a:lnTo>
                    <a:pt x="171" y="530893"/>
                  </a:lnTo>
                  <a:lnTo>
                    <a:pt x="0" y="523874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7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876674" y="0"/>
                  </a:lnTo>
                  <a:lnTo>
                    <a:pt x="3918147" y="6150"/>
                  </a:lnTo>
                  <a:lnTo>
                    <a:pt x="3956050" y="24078"/>
                  </a:lnTo>
                  <a:lnTo>
                    <a:pt x="3987118" y="52234"/>
                  </a:lnTo>
                  <a:lnTo>
                    <a:pt x="4008672" y="88198"/>
                  </a:lnTo>
                  <a:lnTo>
                    <a:pt x="4018863" y="128870"/>
                  </a:lnTo>
                  <a:lnTo>
                    <a:pt x="4019549" y="142874"/>
                  </a:lnTo>
                  <a:lnTo>
                    <a:pt x="4019549" y="523874"/>
                  </a:lnTo>
                  <a:lnTo>
                    <a:pt x="4013397" y="565349"/>
                  </a:lnTo>
                  <a:lnTo>
                    <a:pt x="3995469" y="603251"/>
                  </a:lnTo>
                  <a:lnTo>
                    <a:pt x="3967314" y="634319"/>
                  </a:lnTo>
                  <a:lnTo>
                    <a:pt x="3931349" y="655873"/>
                  </a:lnTo>
                  <a:lnTo>
                    <a:pt x="3890677" y="666063"/>
                  </a:lnTo>
                  <a:lnTo>
                    <a:pt x="3876674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39024" y="33908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1"/>
                  </a:lnTo>
                  <a:lnTo>
                    <a:pt x="55795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5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9929" y="3495674"/>
              <a:ext cx="171450" cy="17462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946330" y="3470696"/>
            <a:ext cx="204851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Добавить</a:t>
            </a:r>
            <a:r>
              <a:rPr sz="1200" b="1" spc="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новые</a:t>
            </a:r>
            <a:r>
              <a:rPr sz="1200" b="1" spc="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функции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96149" y="4057649"/>
            <a:ext cx="4019550" cy="666750"/>
            <a:chOff x="7296149" y="4057649"/>
            <a:chExt cx="4019550" cy="666750"/>
          </a:xfrm>
        </p:grpSpPr>
        <p:sp>
          <p:nvSpPr>
            <p:cNvPr id="19" name="object 19"/>
            <p:cNvSpPr/>
            <p:nvPr/>
          </p:nvSpPr>
          <p:spPr>
            <a:xfrm>
              <a:off x="7296149" y="4057649"/>
              <a:ext cx="4019550" cy="666750"/>
            </a:xfrm>
            <a:custGeom>
              <a:avLst/>
              <a:gdLst/>
              <a:ahLst/>
              <a:cxnLst/>
              <a:rect l="l" t="t" r="r" b="b"/>
              <a:pathLst>
                <a:path w="4019550" h="666750">
                  <a:moveTo>
                    <a:pt x="3876674" y="666749"/>
                  </a:moveTo>
                  <a:lnTo>
                    <a:pt x="142874" y="666749"/>
                  </a:lnTo>
                  <a:lnTo>
                    <a:pt x="135855" y="666578"/>
                  </a:lnTo>
                  <a:lnTo>
                    <a:pt x="94748" y="658401"/>
                  </a:lnTo>
                  <a:lnTo>
                    <a:pt x="57756" y="638628"/>
                  </a:lnTo>
                  <a:lnTo>
                    <a:pt x="28120" y="608992"/>
                  </a:lnTo>
                  <a:lnTo>
                    <a:pt x="8347" y="571999"/>
                  </a:lnTo>
                  <a:lnTo>
                    <a:pt x="171" y="530893"/>
                  </a:lnTo>
                  <a:lnTo>
                    <a:pt x="0" y="523874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7" y="63496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876674" y="0"/>
                  </a:lnTo>
                  <a:lnTo>
                    <a:pt x="3918147" y="6150"/>
                  </a:lnTo>
                  <a:lnTo>
                    <a:pt x="3956050" y="24078"/>
                  </a:lnTo>
                  <a:lnTo>
                    <a:pt x="3987118" y="52234"/>
                  </a:lnTo>
                  <a:lnTo>
                    <a:pt x="4008672" y="88198"/>
                  </a:lnTo>
                  <a:lnTo>
                    <a:pt x="4018863" y="128870"/>
                  </a:lnTo>
                  <a:lnTo>
                    <a:pt x="4019549" y="142874"/>
                  </a:lnTo>
                  <a:lnTo>
                    <a:pt x="4019549" y="523874"/>
                  </a:lnTo>
                  <a:lnTo>
                    <a:pt x="4013397" y="565349"/>
                  </a:lnTo>
                  <a:lnTo>
                    <a:pt x="3995469" y="603251"/>
                  </a:lnTo>
                  <a:lnTo>
                    <a:pt x="3967314" y="634319"/>
                  </a:lnTo>
                  <a:lnTo>
                    <a:pt x="3931349" y="655873"/>
                  </a:lnTo>
                  <a:lnTo>
                    <a:pt x="3890677" y="666063"/>
                  </a:lnTo>
                  <a:lnTo>
                    <a:pt x="3876674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39024" y="42005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6117" y="4314824"/>
              <a:ext cx="215900" cy="1555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946330" y="4280321"/>
            <a:ext cx="322262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Изучить</a:t>
            </a:r>
            <a:r>
              <a:rPr sz="1200" b="1" spc="8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новый</a:t>
            </a:r>
            <a:r>
              <a:rPr sz="1200" b="1" spc="114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язык</a:t>
            </a:r>
            <a:r>
              <a:rPr sz="1200" b="1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программирования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96149" y="4867274"/>
            <a:ext cx="4019550" cy="666750"/>
            <a:chOff x="7296149" y="4867274"/>
            <a:chExt cx="4019550" cy="666750"/>
          </a:xfrm>
        </p:grpSpPr>
        <p:sp>
          <p:nvSpPr>
            <p:cNvPr id="24" name="object 24"/>
            <p:cNvSpPr/>
            <p:nvPr/>
          </p:nvSpPr>
          <p:spPr>
            <a:xfrm>
              <a:off x="7296149" y="4867274"/>
              <a:ext cx="4019550" cy="666750"/>
            </a:xfrm>
            <a:custGeom>
              <a:avLst/>
              <a:gdLst/>
              <a:ahLst/>
              <a:cxnLst/>
              <a:rect l="l" t="t" r="r" b="b"/>
              <a:pathLst>
                <a:path w="4019550" h="666750">
                  <a:moveTo>
                    <a:pt x="3876674" y="666749"/>
                  </a:moveTo>
                  <a:lnTo>
                    <a:pt x="142874" y="666749"/>
                  </a:lnTo>
                  <a:lnTo>
                    <a:pt x="135855" y="666578"/>
                  </a:lnTo>
                  <a:lnTo>
                    <a:pt x="94748" y="658400"/>
                  </a:lnTo>
                  <a:lnTo>
                    <a:pt x="57756" y="638628"/>
                  </a:lnTo>
                  <a:lnTo>
                    <a:pt x="28120" y="608992"/>
                  </a:lnTo>
                  <a:lnTo>
                    <a:pt x="8347" y="571999"/>
                  </a:lnTo>
                  <a:lnTo>
                    <a:pt x="171" y="530894"/>
                  </a:lnTo>
                  <a:lnTo>
                    <a:pt x="0" y="523874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7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876674" y="0"/>
                  </a:lnTo>
                  <a:lnTo>
                    <a:pt x="3918147" y="6149"/>
                  </a:lnTo>
                  <a:lnTo>
                    <a:pt x="3956050" y="24078"/>
                  </a:lnTo>
                  <a:lnTo>
                    <a:pt x="3987118" y="52234"/>
                  </a:lnTo>
                  <a:lnTo>
                    <a:pt x="4008672" y="88198"/>
                  </a:lnTo>
                  <a:lnTo>
                    <a:pt x="4018863" y="128869"/>
                  </a:lnTo>
                  <a:lnTo>
                    <a:pt x="4019549" y="142874"/>
                  </a:lnTo>
                  <a:lnTo>
                    <a:pt x="4019549" y="523874"/>
                  </a:lnTo>
                  <a:lnTo>
                    <a:pt x="4013397" y="565349"/>
                  </a:lnTo>
                  <a:lnTo>
                    <a:pt x="3995469" y="603251"/>
                  </a:lnTo>
                  <a:lnTo>
                    <a:pt x="3967314" y="634319"/>
                  </a:lnTo>
                  <a:lnTo>
                    <a:pt x="3931349" y="655873"/>
                  </a:lnTo>
                  <a:lnTo>
                    <a:pt x="3890677" y="666063"/>
                  </a:lnTo>
                  <a:lnTo>
                    <a:pt x="3876674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39024" y="50101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6"/>
                  </a:lnTo>
                  <a:lnTo>
                    <a:pt x="62574" y="331658"/>
                  </a:lnTo>
                  <a:lnTo>
                    <a:pt x="32103" y="296334"/>
                  </a:lnTo>
                  <a:lnTo>
                    <a:pt x="11129" y="254665"/>
                  </a:lnTo>
                  <a:lnTo>
                    <a:pt x="914" y="209171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8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9929" y="5114924"/>
              <a:ext cx="171450" cy="1746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946330" y="5089946"/>
            <a:ext cx="213296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Опубликовать</a:t>
            </a:r>
            <a:r>
              <a:rPr sz="1200" b="1" spc="8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в</a:t>
            </a:r>
            <a:r>
              <a:rPr sz="1200" b="1" spc="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интернете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1499" y="2314574"/>
            <a:ext cx="6038850" cy="4162425"/>
            <a:chOff x="571499" y="2314574"/>
            <a:chExt cx="6038850" cy="4162425"/>
          </a:xfrm>
        </p:grpSpPr>
        <p:sp>
          <p:nvSpPr>
            <p:cNvPr id="29" name="object 29"/>
            <p:cNvSpPr/>
            <p:nvPr/>
          </p:nvSpPr>
          <p:spPr>
            <a:xfrm>
              <a:off x="571499" y="2314574"/>
              <a:ext cx="6038850" cy="4162425"/>
            </a:xfrm>
            <a:custGeom>
              <a:avLst/>
              <a:gdLst/>
              <a:ahLst/>
              <a:cxnLst/>
              <a:rect l="l" t="t" r="r" b="b"/>
              <a:pathLst>
                <a:path w="6038850" h="4162425">
                  <a:moveTo>
                    <a:pt x="5848349" y="4162424"/>
                  </a:moveTo>
                  <a:lnTo>
                    <a:pt x="190499" y="4162424"/>
                  </a:lnTo>
                  <a:lnTo>
                    <a:pt x="171733" y="4161518"/>
                  </a:lnTo>
                  <a:lnTo>
                    <a:pt x="117598" y="4147923"/>
                  </a:lnTo>
                  <a:lnTo>
                    <a:pt x="69706" y="4119256"/>
                  </a:lnTo>
                  <a:lnTo>
                    <a:pt x="32075" y="4077780"/>
                  </a:lnTo>
                  <a:lnTo>
                    <a:pt x="8156" y="4027140"/>
                  </a:lnTo>
                  <a:lnTo>
                    <a:pt x="0" y="3971924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5848349" y="0"/>
                  </a:lnTo>
                  <a:lnTo>
                    <a:pt x="5903565" y="8156"/>
                  </a:lnTo>
                  <a:lnTo>
                    <a:pt x="5954205" y="32075"/>
                  </a:lnTo>
                  <a:lnTo>
                    <a:pt x="5995681" y="69706"/>
                  </a:lnTo>
                  <a:lnTo>
                    <a:pt x="6024347" y="117598"/>
                  </a:lnTo>
                  <a:lnTo>
                    <a:pt x="6037942" y="171733"/>
                  </a:lnTo>
                  <a:lnTo>
                    <a:pt x="6038849" y="190499"/>
                  </a:lnTo>
                  <a:lnTo>
                    <a:pt x="6038849" y="3971924"/>
                  </a:lnTo>
                  <a:lnTo>
                    <a:pt x="6030691" y="4027140"/>
                  </a:lnTo>
                  <a:lnTo>
                    <a:pt x="6006773" y="4077780"/>
                  </a:lnTo>
                  <a:lnTo>
                    <a:pt x="5969142" y="4119256"/>
                  </a:lnTo>
                  <a:lnTo>
                    <a:pt x="5921248" y="4147923"/>
                  </a:lnTo>
                  <a:lnTo>
                    <a:pt x="5867115" y="4161518"/>
                  </a:lnTo>
                  <a:lnTo>
                    <a:pt x="5848349" y="4162424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1487" y="2314574"/>
              <a:ext cx="6038850" cy="4162425"/>
            </a:xfrm>
            <a:custGeom>
              <a:avLst/>
              <a:gdLst/>
              <a:ahLst/>
              <a:cxnLst/>
              <a:rect l="l" t="t" r="r" b="b"/>
              <a:pathLst>
                <a:path w="6038850" h="4162425">
                  <a:moveTo>
                    <a:pt x="28575" y="3891572"/>
                  </a:moveTo>
                  <a:lnTo>
                    <a:pt x="0" y="3891572"/>
                  </a:lnTo>
                  <a:lnTo>
                    <a:pt x="0" y="3948722"/>
                  </a:lnTo>
                  <a:lnTo>
                    <a:pt x="28575" y="3948722"/>
                  </a:lnTo>
                  <a:lnTo>
                    <a:pt x="28575" y="3891572"/>
                  </a:lnTo>
                  <a:close/>
                </a:path>
                <a:path w="6038850" h="4162425">
                  <a:moveTo>
                    <a:pt x="28575" y="3805720"/>
                  </a:moveTo>
                  <a:lnTo>
                    <a:pt x="0" y="3805720"/>
                  </a:lnTo>
                  <a:lnTo>
                    <a:pt x="0" y="3862870"/>
                  </a:lnTo>
                  <a:lnTo>
                    <a:pt x="28575" y="3862870"/>
                  </a:lnTo>
                  <a:lnTo>
                    <a:pt x="28575" y="3805720"/>
                  </a:lnTo>
                  <a:close/>
                </a:path>
                <a:path w="6038850" h="4162425">
                  <a:moveTo>
                    <a:pt x="28575" y="3719880"/>
                  </a:moveTo>
                  <a:lnTo>
                    <a:pt x="0" y="3719880"/>
                  </a:lnTo>
                  <a:lnTo>
                    <a:pt x="0" y="3777030"/>
                  </a:lnTo>
                  <a:lnTo>
                    <a:pt x="28575" y="3777030"/>
                  </a:lnTo>
                  <a:lnTo>
                    <a:pt x="28575" y="3719880"/>
                  </a:lnTo>
                  <a:close/>
                </a:path>
                <a:path w="6038850" h="4162425">
                  <a:moveTo>
                    <a:pt x="28575" y="3634028"/>
                  </a:moveTo>
                  <a:lnTo>
                    <a:pt x="0" y="3634028"/>
                  </a:lnTo>
                  <a:lnTo>
                    <a:pt x="0" y="3691178"/>
                  </a:lnTo>
                  <a:lnTo>
                    <a:pt x="28575" y="3691178"/>
                  </a:lnTo>
                  <a:lnTo>
                    <a:pt x="28575" y="3634028"/>
                  </a:lnTo>
                  <a:close/>
                </a:path>
                <a:path w="6038850" h="4162425">
                  <a:moveTo>
                    <a:pt x="28575" y="3548176"/>
                  </a:moveTo>
                  <a:lnTo>
                    <a:pt x="0" y="3548176"/>
                  </a:lnTo>
                  <a:lnTo>
                    <a:pt x="0" y="3605326"/>
                  </a:lnTo>
                  <a:lnTo>
                    <a:pt x="28575" y="3605326"/>
                  </a:lnTo>
                  <a:lnTo>
                    <a:pt x="28575" y="3548176"/>
                  </a:lnTo>
                  <a:close/>
                </a:path>
                <a:path w="6038850" h="4162425">
                  <a:moveTo>
                    <a:pt x="28575" y="3462337"/>
                  </a:moveTo>
                  <a:lnTo>
                    <a:pt x="0" y="3462337"/>
                  </a:lnTo>
                  <a:lnTo>
                    <a:pt x="0" y="3519487"/>
                  </a:lnTo>
                  <a:lnTo>
                    <a:pt x="28575" y="3519487"/>
                  </a:lnTo>
                  <a:lnTo>
                    <a:pt x="28575" y="3462337"/>
                  </a:lnTo>
                  <a:close/>
                </a:path>
                <a:path w="6038850" h="4162425">
                  <a:moveTo>
                    <a:pt x="28575" y="3376485"/>
                  </a:moveTo>
                  <a:lnTo>
                    <a:pt x="0" y="3376485"/>
                  </a:lnTo>
                  <a:lnTo>
                    <a:pt x="0" y="3433635"/>
                  </a:lnTo>
                  <a:lnTo>
                    <a:pt x="28575" y="3433635"/>
                  </a:lnTo>
                  <a:lnTo>
                    <a:pt x="28575" y="3376485"/>
                  </a:lnTo>
                  <a:close/>
                </a:path>
                <a:path w="6038850" h="4162425">
                  <a:moveTo>
                    <a:pt x="28575" y="3290646"/>
                  </a:moveTo>
                  <a:lnTo>
                    <a:pt x="0" y="3290646"/>
                  </a:lnTo>
                  <a:lnTo>
                    <a:pt x="0" y="3347796"/>
                  </a:lnTo>
                  <a:lnTo>
                    <a:pt x="28575" y="3347796"/>
                  </a:lnTo>
                  <a:lnTo>
                    <a:pt x="28575" y="3290646"/>
                  </a:lnTo>
                  <a:close/>
                </a:path>
                <a:path w="6038850" h="4162425">
                  <a:moveTo>
                    <a:pt x="28575" y="3204794"/>
                  </a:moveTo>
                  <a:lnTo>
                    <a:pt x="0" y="3204794"/>
                  </a:lnTo>
                  <a:lnTo>
                    <a:pt x="0" y="3261944"/>
                  </a:lnTo>
                  <a:lnTo>
                    <a:pt x="28575" y="3261944"/>
                  </a:lnTo>
                  <a:lnTo>
                    <a:pt x="28575" y="3204794"/>
                  </a:lnTo>
                  <a:close/>
                </a:path>
                <a:path w="6038850" h="4162425">
                  <a:moveTo>
                    <a:pt x="28575" y="3118942"/>
                  </a:moveTo>
                  <a:lnTo>
                    <a:pt x="0" y="3118942"/>
                  </a:lnTo>
                  <a:lnTo>
                    <a:pt x="0" y="3176092"/>
                  </a:lnTo>
                  <a:lnTo>
                    <a:pt x="28575" y="3176092"/>
                  </a:lnTo>
                  <a:lnTo>
                    <a:pt x="28575" y="3118942"/>
                  </a:lnTo>
                  <a:close/>
                </a:path>
                <a:path w="6038850" h="4162425">
                  <a:moveTo>
                    <a:pt x="28575" y="3033103"/>
                  </a:moveTo>
                  <a:lnTo>
                    <a:pt x="0" y="3033103"/>
                  </a:lnTo>
                  <a:lnTo>
                    <a:pt x="0" y="3090253"/>
                  </a:lnTo>
                  <a:lnTo>
                    <a:pt x="28575" y="3090253"/>
                  </a:lnTo>
                  <a:lnTo>
                    <a:pt x="28575" y="3033103"/>
                  </a:lnTo>
                  <a:close/>
                </a:path>
                <a:path w="6038850" h="4162425">
                  <a:moveTo>
                    <a:pt x="28575" y="2947251"/>
                  </a:moveTo>
                  <a:lnTo>
                    <a:pt x="0" y="2947251"/>
                  </a:lnTo>
                  <a:lnTo>
                    <a:pt x="0" y="3004401"/>
                  </a:lnTo>
                  <a:lnTo>
                    <a:pt x="28575" y="3004401"/>
                  </a:lnTo>
                  <a:lnTo>
                    <a:pt x="28575" y="2947251"/>
                  </a:lnTo>
                  <a:close/>
                </a:path>
                <a:path w="6038850" h="4162425">
                  <a:moveTo>
                    <a:pt x="28575" y="2861399"/>
                  </a:moveTo>
                  <a:lnTo>
                    <a:pt x="0" y="2861399"/>
                  </a:lnTo>
                  <a:lnTo>
                    <a:pt x="0" y="2918549"/>
                  </a:lnTo>
                  <a:lnTo>
                    <a:pt x="28575" y="2918549"/>
                  </a:lnTo>
                  <a:lnTo>
                    <a:pt x="28575" y="2861399"/>
                  </a:lnTo>
                  <a:close/>
                </a:path>
                <a:path w="6038850" h="4162425">
                  <a:moveTo>
                    <a:pt x="28575" y="2775559"/>
                  </a:moveTo>
                  <a:lnTo>
                    <a:pt x="0" y="2775559"/>
                  </a:lnTo>
                  <a:lnTo>
                    <a:pt x="0" y="2832709"/>
                  </a:lnTo>
                  <a:lnTo>
                    <a:pt x="28575" y="2832709"/>
                  </a:lnTo>
                  <a:lnTo>
                    <a:pt x="28575" y="2775559"/>
                  </a:lnTo>
                  <a:close/>
                </a:path>
                <a:path w="6038850" h="4162425">
                  <a:moveTo>
                    <a:pt x="28575" y="2689707"/>
                  </a:moveTo>
                  <a:lnTo>
                    <a:pt x="0" y="2689707"/>
                  </a:lnTo>
                  <a:lnTo>
                    <a:pt x="0" y="2746857"/>
                  </a:lnTo>
                  <a:lnTo>
                    <a:pt x="28575" y="2746857"/>
                  </a:lnTo>
                  <a:lnTo>
                    <a:pt x="28575" y="2689707"/>
                  </a:lnTo>
                  <a:close/>
                </a:path>
                <a:path w="6038850" h="4162425">
                  <a:moveTo>
                    <a:pt x="28575" y="2603855"/>
                  </a:moveTo>
                  <a:lnTo>
                    <a:pt x="0" y="2603855"/>
                  </a:lnTo>
                  <a:lnTo>
                    <a:pt x="0" y="2661005"/>
                  </a:lnTo>
                  <a:lnTo>
                    <a:pt x="28575" y="2661005"/>
                  </a:lnTo>
                  <a:lnTo>
                    <a:pt x="28575" y="2603855"/>
                  </a:lnTo>
                  <a:close/>
                </a:path>
                <a:path w="6038850" h="4162425">
                  <a:moveTo>
                    <a:pt x="28575" y="2518016"/>
                  </a:moveTo>
                  <a:lnTo>
                    <a:pt x="0" y="2518016"/>
                  </a:lnTo>
                  <a:lnTo>
                    <a:pt x="0" y="2575166"/>
                  </a:lnTo>
                  <a:lnTo>
                    <a:pt x="28575" y="2575166"/>
                  </a:lnTo>
                  <a:lnTo>
                    <a:pt x="28575" y="2518016"/>
                  </a:lnTo>
                  <a:close/>
                </a:path>
                <a:path w="6038850" h="4162425">
                  <a:moveTo>
                    <a:pt x="28575" y="2432164"/>
                  </a:moveTo>
                  <a:lnTo>
                    <a:pt x="0" y="2432164"/>
                  </a:lnTo>
                  <a:lnTo>
                    <a:pt x="0" y="2489314"/>
                  </a:lnTo>
                  <a:lnTo>
                    <a:pt x="28575" y="2489314"/>
                  </a:lnTo>
                  <a:lnTo>
                    <a:pt x="28575" y="2432164"/>
                  </a:lnTo>
                  <a:close/>
                </a:path>
                <a:path w="6038850" h="4162425">
                  <a:moveTo>
                    <a:pt x="28575" y="2346312"/>
                  </a:moveTo>
                  <a:lnTo>
                    <a:pt x="0" y="2346312"/>
                  </a:lnTo>
                  <a:lnTo>
                    <a:pt x="0" y="2403462"/>
                  </a:lnTo>
                  <a:lnTo>
                    <a:pt x="28575" y="2403462"/>
                  </a:lnTo>
                  <a:lnTo>
                    <a:pt x="28575" y="2346312"/>
                  </a:lnTo>
                  <a:close/>
                </a:path>
                <a:path w="6038850" h="4162425">
                  <a:moveTo>
                    <a:pt x="28575" y="2260473"/>
                  </a:moveTo>
                  <a:lnTo>
                    <a:pt x="0" y="2260473"/>
                  </a:lnTo>
                  <a:lnTo>
                    <a:pt x="0" y="2317623"/>
                  </a:lnTo>
                  <a:lnTo>
                    <a:pt x="28575" y="2317623"/>
                  </a:lnTo>
                  <a:lnTo>
                    <a:pt x="28575" y="2260473"/>
                  </a:lnTo>
                  <a:close/>
                </a:path>
                <a:path w="6038850" h="4162425">
                  <a:moveTo>
                    <a:pt x="28575" y="2174621"/>
                  </a:moveTo>
                  <a:lnTo>
                    <a:pt x="0" y="2174621"/>
                  </a:lnTo>
                  <a:lnTo>
                    <a:pt x="0" y="2231771"/>
                  </a:lnTo>
                  <a:lnTo>
                    <a:pt x="28575" y="2231771"/>
                  </a:lnTo>
                  <a:lnTo>
                    <a:pt x="28575" y="2174621"/>
                  </a:lnTo>
                  <a:close/>
                </a:path>
                <a:path w="6038850" h="4162425">
                  <a:moveTo>
                    <a:pt x="28575" y="2088769"/>
                  </a:moveTo>
                  <a:lnTo>
                    <a:pt x="0" y="2088769"/>
                  </a:lnTo>
                  <a:lnTo>
                    <a:pt x="0" y="2145919"/>
                  </a:lnTo>
                  <a:lnTo>
                    <a:pt x="28575" y="2145919"/>
                  </a:lnTo>
                  <a:lnTo>
                    <a:pt x="28575" y="2088769"/>
                  </a:lnTo>
                  <a:close/>
                </a:path>
                <a:path w="6038850" h="4162425">
                  <a:moveTo>
                    <a:pt x="28575" y="2002929"/>
                  </a:moveTo>
                  <a:lnTo>
                    <a:pt x="0" y="2002929"/>
                  </a:lnTo>
                  <a:lnTo>
                    <a:pt x="0" y="2060079"/>
                  </a:lnTo>
                  <a:lnTo>
                    <a:pt x="28575" y="2060079"/>
                  </a:lnTo>
                  <a:lnTo>
                    <a:pt x="28575" y="2002929"/>
                  </a:lnTo>
                  <a:close/>
                </a:path>
                <a:path w="6038850" h="4162425">
                  <a:moveTo>
                    <a:pt x="28575" y="1917077"/>
                  </a:moveTo>
                  <a:lnTo>
                    <a:pt x="0" y="1917077"/>
                  </a:lnTo>
                  <a:lnTo>
                    <a:pt x="0" y="1974227"/>
                  </a:lnTo>
                  <a:lnTo>
                    <a:pt x="28575" y="1974227"/>
                  </a:lnTo>
                  <a:lnTo>
                    <a:pt x="28575" y="1917077"/>
                  </a:lnTo>
                  <a:close/>
                </a:path>
                <a:path w="6038850" h="4162425">
                  <a:moveTo>
                    <a:pt x="28575" y="1831225"/>
                  </a:moveTo>
                  <a:lnTo>
                    <a:pt x="0" y="1831225"/>
                  </a:lnTo>
                  <a:lnTo>
                    <a:pt x="0" y="1888375"/>
                  </a:lnTo>
                  <a:lnTo>
                    <a:pt x="28575" y="1888375"/>
                  </a:lnTo>
                  <a:lnTo>
                    <a:pt x="28575" y="1831225"/>
                  </a:lnTo>
                  <a:close/>
                </a:path>
                <a:path w="6038850" h="4162425">
                  <a:moveTo>
                    <a:pt x="28575" y="1745386"/>
                  </a:moveTo>
                  <a:lnTo>
                    <a:pt x="0" y="1745386"/>
                  </a:lnTo>
                  <a:lnTo>
                    <a:pt x="0" y="1802536"/>
                  </a:lnTo>
                  <a:lnTo>
                    <a:pt x="28575" y="1802536"/>
                  </a:lnTo>
                  <a:lnTo>
                    <a:pt x="28575" y="1745386"/>
                  </a:lnTo>
                  <a:close/>
                </a:path>
                <a:path w="6038850" h="4162425">
                  <a:moveTo>
                    <a:pt x="28575" y="1659534"/>
                  </a:moveTo>
                  <a:lnTo>
                    <a:pt x="0" y="1659534"/>
                  </a:lnTo>
                  <a:lnTo>
                    <a:pt x="0" y="1716684"/>
                  </a:lnTo>
                  <a:lnTo>
                    <a:pt x="28575" y="1716684"/>
                  </a:lnTo>
                  <a:lnTo>
                    <a:pt x="28575" y="1659534"/>
                  </a:lnTo>
                  <a:close/>
                </a:path>
                <a:path w="6038850" h="4162425">
                  <a:moveTo>
                    <a:pt x="28575" y="1573682"/>
                  </a:moveTo>
                  <a:lnTo>
                    <a:pt x="0" y="1573682"/>
                  </a:lnTo>
                  <a:lnTo>
                    <a:pt x="0" y="1630832"/>
                  </a:lnTo>
                  <a:lnTo>
                    <a:pt x="28575" y="1630832"/>
                  </a:lnTo>
                  <a:lnTo>
                    <a:pt x="28575" y="1573682"/>
                  </a:lnTo>
                  <a:close/>
                </a:path>
                <a:path w="6038850" h="4162425">
                  <a:moveTo>
                    <a:pt x="28575" y="1487843"/>
                  </a:moveTo>
                  <a:lnTo>
                    <a:pt x="0" y="1487843"/>
                  </a:lnTo>
                  <a:lnTo>
                    <a:pt x="0" y="1544993"/>
                  </a:lnTo>
                  <a:lnTo>
                    <a:pt x="28575" y="1544993"/>
                  </a:lnTo>
                  <a:lnTo>
                    <a:pt x="28575" y="1487843"/>
                  </a:lnTo>
                  <a:close/>
                </a:path>
                <a:path w="6038850" h="4162425">
                  <a:moveTo>
                    <a:pt x="28575" y="1401991"/>
                  </a:moveTo>
                  <a:lnTo>
                    <a:pt x="0" y="1401991"/>
                  </a:lnTo>
                  <a:lnTo>
                    <a:pt x="0" y="1459141"/>
                  </a:lnTo>
                  <a:lnTo>
                    <a:pt x="28575" y="1459141"/>
                  </a:lnTo>
                  <a:lnTo>
                    <a:pt x="28575" y="1401991"/>
                  </a:lnTo>
                  <a:close/>
                </a:path>
                <a:path w="6038850" h="4162425">
                  <a:moveTo>
                    <a:pt x="28575" y="1316139"/>
                  </a:moveTo>
                  <a:lnTo>
                    <a:pt x="0" y="1316139"/>
                  </a:lnTo>
                  <a:lnTo>
                    <a:pt x="0" y="1373289"/>
                  </a:lnTo>
                  <a:lnTo>
                    <a:pt x="28575" y="1373289"/>
                  </a:lnTo>
                  <a:lnTo>
                    <a:pt x="28575" y="1316139"/>
                  </a:lnTo>
                  <a:close/>
                </a:path>
                <a:path w="6038850" h="4162425">
                  <a:moveTo>
                    <a:pt x="28575" y="1230299"/>
                  </a:moveTo>
                  <a:lnTo>
                    <a:pt x="0" y="1230299"/>
                  </a:lnTo>
                  <a:lnTo>
                    <a:pt x="0" y="1287449"/>
                  </a:lnTo>
                  <a:lnTo>
                    <a:pt x="28575" y="1287449"/>
                  </a:lnTo>
                  <a:lnTo>
                    <a:pt x="28575" y="1230299"/>
                  </a:lnTo>
                  <a:close/>
                </a:path>
                <a:path w="6038850" h="4162425">
                  <a:moveTo>
                    <a:pt x="28575" y="1144447"/>
                  </a:moveTo>
                  <a:lnTo>
                    <a:pt x="0" y="1144447"/>
                  </a:lnTo>
                  <a:lnTo>
                    <a:pt x="0" y="1201597"/>
                  </a:lnTo>
                  <a:lnTo>
                    <a:pt x="28575" y="1201597"/>
                  </a:lnTo>
                  <a:lnTo>
                    <a:pt x="28575" y="1144447"/>
                  </a:lnTo>
                  <a:close/>
                </a:path>
                <a:path w="6038850" h="4162425">
                  <a:moveTo>
                    <a:pt x="28575" y="1058608"/>
                  </a:moveTo>
                  <a:lnTo>
                    <a:pt x="0" y="1058608"/>
                  </a:lnTo>
                  <a:lnTo>
                    <a:pt x="0" y="1115758"/>
                  </a:lnTo>
                  <a:lnTo>
                    <a:pt x="28575" y="1115758"/>
                  </a:lnTo>
                  <a:lnTo>
                    <a:pt x="28575" y="1058608"/>
                  </a:lnTo>
                  <a:close/>
                </a:path>
                <a:path w="6038850" h="4162425">
                  <a:moveTo>
                    <a:pt x="28575" y="972756"/>
                  </a:moveTo>
                  <a:lnTo>
                    <a:pt x="0" y="972756"/>
                  </a:lnTo>
                  <a:lnTo>
                    <a:pt x="0" y="1029906"/>
                  </a:lnTo>
                  <a:lnTo>
                    <a:pt x="28575" y="1029906"/>
                  </a:lnTo>
                  <a:lnTo>
                    <a:pt x="28575" y="972756"/>
                  </a:lnTo>
                  <a:close/>
                </a:path>
                <a:path w="6038850" h="4162425">
                  <a:moveTo>
                    <a:pt x="28575" y="886904"/>
                  </a:moveTo>
                  <a:lnTo>
                    <a:pt x="0" y="886904"/>
                  </a:lnTo>
                  <a:lnTo>
                    <a:pt x="0" y="944054"/>
                  </a:lnTo>
                  <a:lnTo>
                    <a:pt x="28575" y="944054"/>
                  </a:lnTo>
                  <a:lnTo>
                    <a:pt x="28575" y="886904"/>
                  </a:lnTo>
                  <a:close/>
                </a:path>
                <a:path w="6038850" h="4162425">
                  <a:moveTo>
                    <a:pt x="28575" y="801065"/>
                  </a:moveTo>
                  <a:lnTo>
                    <a:pt x="0" y="801065"/>
                  </a:lnTo>
                  <a:lnTo>
                    <a:pt x="0" y="858215"/>
                  </a:lnTo>
                  <a:lnTo>
                    <a:pt x="28575" y="858215"/>
                  </a:lnTo>
                  <a:lnTo>
                    <a:pt x="28575" y="801065"/>
                  </a:lnTo>
                  <a:close/>
                </a:path>
                <a:path w="6038850" h="4162425">
                  <a:moveTo>
                    <a:pt x="28575" y="715213"/>
                  </a:moveTo>
                  <a:lnTo>
                    <a:pt x="0" y="715213"/>
                  </a:lnTo>
                  <a:lnTo>
                    <a:pt x="0" y="772363"/>
                  </a:lnTo>
                  <a:lnTo>
                    <a:pt x="28575" y="772363"/>
                  </a:lnTo>
                  <a:lnTo>
                    <a:pt x="28575" y="715213"/>
                  </a:lnTo>
                  <a:close/>
                </a:path>
                <a:path w="6038850" h="4162425">
                  <a:moveTo>
                    <a:pt x="28575" y="629361"/>
                  </a:moveTo>
                  <a:lnTo>
                    <a:pt x="0" y="629361"/>
                  </a:lnTo>
                  <a:lnTo>
                    <a:pt x="0" y="686511"/>
                  </a:lnTo>
                  <a:lnTo>
                    <a:pt x="28575" y="686511"/>
                  </a:lnTo>
                  <a:lnTo>
                    <a:pt x="28575" y="629361"/>
                  </a:lnTo>
                  <a:close/>
                </a:path>
                <a:path w="6038850" h="4162425">
                  <a:moveTo>
                    <a:pt x="28575" y="543521"/>
                  </a:moveTo>
                  <a:lnTo>
                    <a:pt x="0" y="543521"/>
                  </a:lnTo>
                  <a:lnTo>
                    <a:pt x="0" y="600671"/>
                  </a:lnTo>
                  <a:lnTo>
                    <a:pt x="28575" y="600671"/>
                  </a:lnTo>
                  <a:lnTo>
                    <a:pt x="28575" y="543521"/>
                  </a:lnTo>
                  <a:close/>
                </a:path>
                <a:path w="6038850" h="4162425">
                  <a:moveTo>
                    <a:pt x="28575" y="457669"/>
                  </a:moveTo>
                  <a:lnTo>
                    <a:pt x="0" y="457669"/>
                  </a:lnTo>
                  <a:lnTo>
                    <a:pt x="0" y="514819"/>
                  </a:lnTo>
                  <a:lnTo>
                    <a:pt x="28575" y="514819"/>
                  </a:lnTo>
                  <a:lnTo>
                    <a:pt x="28575" y="457669"/>
                  </a:lnTo>
                  <a:close/>
                </a:path>
                <a:path w="6038850" h="4162425">
                  <a:moveTo>
                    <a:pt x="28575" y="371817"/>
                  </a:moveTo>
                  <a:lnTo>
                    <a:pt x="0" y="371817"/>
                  </a:lnTo>
                  <a:lnTo>
                    <a:pt x="0" y="428967"/>
                  </a:lnTo>
                  <a:lnTo>
                    <a:pt x="28575" y="428967"/>
                  </a:lnTo>
                  <a:lnTo>
                    <a:pt x="28575" y="371817"/>
                  </a:lnTo>
                  <a:close/>
                </a:path>
                <a:path w="6038850" h="4162425">
                  <a:moveTo>
                    <a:pt x="28575" y="285978"/>
                  </a:moveTo>
                  <a:lnTo>
                    <a:pt x="0" y="285978"/>
                  </a:lnTo>
                  <a:lnTo>
                    <a:pt x="0" y="343128"/>
                  </a:lnTo>
                  <a:lnTo>
                    <a:pt x="28575" y="343128"/>
                  </a:lnTo>
                  <a:lnTo>
                    <a:pt x="28575" y="285978"/>
                  </a:lnTo>
                  <a:close/>
                </a:path>
                <a:path w="6038850" h="4162425">
                  <a:moveTo>
                    <a:pt x="28575" y="200126"/>
                  </a:moveTo>
                  <a:lnTo>
                    <a:pt x="0" y="200126"/>
                  </a:lnTo>
                  <a:lnTo>
                    <a:pt x="0" y="257276"/>
                  </a:lnTo>
                  <a:lnTo>
                    <a:pt x="28575" y="257276"/>
                  </a:lnTo>
                  <a:lnTo>
                    <a:pt x="28575" y="200126"/>
                  </a:lnTo>
                  <a:close/>
                </a:path>
                <a:path w="6038850" h="4162425">
                  <a:moveTo>
                    <a:pt x="38392" y="4026890"/>
                  </a:moveTo>
                  <a:lnTo>
                    <a:pt x="35509" y="4018864"/>
                  </a:lnTo>
                  <a:lnTo>
                    <a:pt x="31661" y="4003522"/>
                  </a:lnTo>
                  <a:lnTo>
                    <a:pt x="29349" y="3987876"/>
                  </a:lnTo>
                  <a:lnTo>
                    <a:pt x="28803" y="3976586"/>
                  </a:lnTo>
                  <a:lnTo>
                    <a:pt x="266" y="3977411"/>
                  </a:lnTo>
                  <a:lnTo>
                    <a:pt x="914" y="3990695"/>
                  </a:lnTo>
                  <a:lnTo>
                    <a:pt x="3632" y="4009098"/>
                  </a:lnTo>
                  <a:lnTo>
                    <a:pt x="8166" y="4027144"/>
                  </a:lnTo>
                  <a:lnTo>
                    <a:pt x="11557" y="4036593"/>
                  </a:lnTo>
                  <a:lnTo>
                    <a:pt x="38392" y="4026890"/>
                  </a:lnTo>
                  <a:close/>
                </a:path>
                <a:path w="6038850" h="4162425">
                  <a:moveTo>
                    <a:pt x="42976" y="124155"/>
                  </a:moveTo>
                  <a:lnTo>
                    <a:pt x="16941" y="112445"/>
                  </a:lnTo>
                  <a:lnTo>
                    <a:pt x="14503" y="117602"/>
                  </a:lnTo>
                  <a:lnTo>
                    <a:pt x="8166" y="135293"/>
                  </a:lnTo>
                  <a:lnTo>
                    <a:pt x="3632" y="153339"/>
                  </a:lnTo>
                  <a:lnTo>
                    <a:pt x="990" y="171208"/>
                  </a:lnTo>
                  <a:lnTo>
                    <a:pt x="29413" y="174104"/>
                  </a:lnTo>
                  <a:lnTo>
                    <a:pt x="31661" y="158915"/>
                  </a:lnTo>
                  <a:lnTo>
                    <a:pt x="35509" y="143573"/>
                  </a:lnTo>
                  <a:lnTo>
                    <a:pt x="40906" y="128536"/>
                  </a:lnTo>
                  <a:lnTo>
                    <a:pt x="42976" y="124155"/>
                  </a:lnTo>
                  <a:close/>
                </a:path>
                <a:path w="6038850" h="4162425">
                  <a:moveTo>
                    <a:pt x="80924" y="4090886"/>
                  </a:moveTo>
                  <a:lnTo>
                    <a:pt x="76009" y="4086428"/>
                  </a:lnTo>
                  <a:lnTo>
                    <a:pt x="65278" y="4074604"/>
                  </a:lnTo>
                  <a:lnTo>
                    <a:pt x="55841" y="4061904"/>
                  </a:lnTo>
                  <a:lnTo>
                    <a:pt x="48920" y="4050334"/>
                  </a:lnTo>
                  <a:lnTo>
                    <a:pt x="23939" y="4064177"/>
                  </a:lnTo>
                  <a:lnTo>
                    <a:pt x="32080" y="4077792"/>
                  </a:lnTo>
                  <a:lnTo>
                    <a:pt x="43167" y="4092727"/>
                  </a:lnTo>
                  <a:lnTo>
                    <a:pt x="55803" y="4106634"/>
                  </a:lnTo>
                  <a:lnTo>
                    <a:pt x="61582" y="4111879"/>
                  </a:lnTo>
                  <a:lnTo>
                    <a:pt x="80924" y="4090886"/>
                  </a:lnTo>
                  <a:close/>
                </a:path>
                <a:path w="6038850" h="4162425">
                  <a:moveTo>
                    <a:pt x="90284" y="63449"/>
                  </a:moveTo>
                  <a:lnTo>
                    <a:pt x="72605" y="41033"/>
                  </a:lnTo>
                  <a:lnTo>
                    <a:pt x="69710" y="43167"/>
                  </a:lnTo>
                  <a:lnTo>
                    <a:pt x="55803" y="55803"/>
                  </a:lnTo>
                  <a:lnTo>
                    <a:pt x="43167" y="69710"/>
                  </a:lnTo>
                  <a:lnTo>
                    <a:pt x="32080" y="84645"/>
                  </a:lnTo>
                  <a:lnTo>
                    <a:pt x="31318" y="85915"/>
                  </a:lnTo>
                  <a:lnTo>
                    <a:pt x="55194" y="101612"/>
                  </a:lnTo>
                  <a:lnTo>
                    <a:pt x="55841" y="100533"/>
                  </a:lnTo>
                  <a:lnTo>
                    <a:pt x="65278" y="87833"/>
                  </a:lnTo>
                  <a:lnTo>
                    <a:pt x="76009" y="76009"/>
                  </a:lnTo>
                  <a:lnTo>
                    <a:pt x="87833" y="65278"/>
                  </a:lnTo>
                  <a:lnTo>
                    <a:pt x="90284" y="63449"/>
                  </a:lnTo>
                  <a:close/>
                </a:path>
                <a:path w="6038850" h="4162425">
                  <a:moveTo>
                    <a:pt x="148450" y="4128147"/>
                  </a:moveTo>
                  <a:lnTo>
                    <a:pt x="143573" y="4126928"/>
                  </a:lnTo>
                  <a:lnTo>
                    <a:pt x="128536" y="4121531"/>
                  </a:lnTo>
                  <a:lnTo>
                    <a:pt x="114096" y="4114711"/>
                  </a:lnTo>
                  <a:lnTo>
                    <a:pt x="101346" y="4107078"/>
                  </a:lnTo>
                  <a:lnTo>
                    <a:pt x="85610" y="4130929"/>
                  </a:lnTo>
                  <a:lnTo>
                    <a:pt x="100609" y="4139908"/>
                  </a:lnTo>
                  <a:lnTo>
                    <a:pt x="117602" y="4147934"/>
                  </a:lnTo>
                  <a:lnTo>
                    <a:pt x="135293" y="4154271"/>
                  </a:lnTo>
                  <a:lnTo>
                    <a:pt x="141020" y="4155719"/>
                  </a:lnTo>
                  <a:lnTo>
                    <a:pt x="148450" y="4128147"/>
                  </a:lnTo>
                  <a:close/>
                </a:path>
                <a:path w="6038850" h="4162425">
                  <a:moveTo>
                    <a:pt x="160502" y="31432"/>
                  </a:moveTo>
                  <a:lnTo>
                    <a:pt x="155206" y="3352"/>
                  </a:lnTo>
                  <a:lnTo>
                    <a:pt x="153339" y="3632"/>
                  </a:lnTo>
                  <a:lnTo>
                    <a:pt x="135293" y="8166"/>
                  </a:lnTo>
                  <a:lnTo>
                    <a:pt x="117602" y="14503"/>
                  </a:lnTo>
                  <a:lnTo>
                    <a:pt x="100609" y="22529"/>
                  </a:lnTo>
                  <a:lnTo>
                    <a:pt x="97955" y="24117"/>
                  </a:lnTo>
                  <a:lnTo>
                    <a:pt x="111836" y="49072"/>
                  </a:lnTo>
                  <a:lnTo>
                    <a:pt x="114096" y="47726"/>
                  </a:lnTo>
                  <a:lnTo>
                    <a:pt x="128536" y="40906"/>
                  </a:lnTo>
                  <a:lnTo>
                    <a:pt x="143573" y="35509"/>
                  </a:lnTo>
                  <a:lnTo>
                    <a:pt x="158915" y="31661"/>
                  </a:lnTo>
                  <a:lnTo>
                    <a:pt x="160502" y="31432"/>
                  </a:lnTo>
                  <a:close/>
                </a:path>
                <a:path w="6038850" h="4162425">
                  <a:moveTo>
                    <a:pt x="228244" y="4133850"/>
                  </a:moveTo>
                  <a:lnTo>
                    <a:pt x="190500" y="4133850"/>
                  </a:lnTo>
                  <a:lnTo>
                    <a:pt x="173799" y="4133050"/>
                  </a:lnTo>
                  <a:lnTo>
                    <a:pt x="173723" y="4133850"/>
                  </a:lnTo>
                  <a:lnTo>
                    <a:pt x="170865" y="4161396"/>
                  </a:lnTo>
                  <a:lnTo>
                    <a:pt x="171742" y="4161523"/>
                  </a:lnTo>
                  <a:lnTo>
                    <a:pt x="190500" y="4162425"/>
                  </a:lnTo>
                  <a:lnTo>
                    <a:pt x="228244" y="4162425"/>
                  </a:lnTo>
                  <a:lnTo>
                    <a:pt x="228244" y="4133850"/>
                  </a:lnTo>
                  <a:close/>
                </a:path>
                <a:path w="6038850" h="4162425">
                  <a:moveTo>
                    <a:pt x="247650" y="0"/>
                  </a:moveTo>
                  <a:lnTo>
                    <a:pt x="190500" y="0"/>
                  </a:lnTo>
                  <a:lnTo>
                    <a:pt x="184696" y="292"/>
                  </a:lnTo>
                  <a:lnTo>
                    <a:pt x="185559" y="28816"/>
                  </a:lnTo>
                  <a:lnTo>
                    <a:pt x="190500" y="28575"/>
                  </a:lnTo>
                  <a:lnTo>
                    <a:pt x="247650" y="28575"/>
                  </a:lnTo>
                  <a:lnTo>
                    <a:pt x="247650" y="0"/>
                  </a:lnTo>
                  <a:close/>
                </a:path>
                <a:path w="6038850" h="4162425">
                  <a:moveTo>
                    <a:pt x="314096" y="4133850"/>
                  </a:moveTo>
                  <a:lnTo>
                    <a:pt x="256946" y="4133850"/>
                  </a:lnTo>
                  <a:lnTo>
                    <a:pt x="256946" y="4162425"/>
                  </a:lnTo>
                  <a:lnTo>
                    <a:pt x="314096" y="4162425"/>
                  </a:lnTo>
                  <a:lnTo>
                    <a:pt x="314096" y="4133850"/>
                  </a:lnTo>
                  <a:close/>
                </a:path>
                <a:path w="6038850" h="4162425">
                  <a:moveTo>
                    <a:pt x="333502" y="0"/>
                  </a:moveTo>
                  <a:lnTo>
                    <a:pt x="276352" y="0"/>
                  </a:lnTo>
                  <a:lnTo>
                    <a:pt x="276352" y="28575"/>
                  </a:lnTo>
                  <a:lnTo>
                    <a:pt x="333502" y="28575"/>
                  </a:lnTo>
                  <a:lnTo>
                    <a:pt x="333502" y="0"/>
                  </a:lnTo>
                  <a:close/>
                </a:path>
                <a:path w="6038850" h="4162425">
                  <a:moveTo>
                    <a:pt x="399935" y="4133850"/>
                  </a:moveTo>
                  <a:lnTo>
                    <a:pt x="342785" y="4133850"/>
                  </a:lnTo>
                  <a:lnTo>
                    <a:pt x="342785" y="4162425"/>
                  </a:lnTo>
                  <a:lnTo>
                    <a:pt x="399935" y="4162425"/>
                  </a:lnTo>
                  <a:lnTo>
                    <a:pt x="399935" y="4133850"/>
                  </a:lnTo>
                  <a:close/>
                </a:path>
                <a:path w="6038850" h="4162425">
                  <a:moveTo>
                    <a:pt x="419354" y="0"/>
                  </a:moveTo>
                  <a:lnTo>
                    <a:pt x="362204" y="0"/>
                  </a:lnTo>
                  <a:lnTo>
                    <a:pt x="362204" y="28575"/>
                  </a:lnTo>
                  <a:lnTo>
                    <a:pt x="419354" y="28575"/>
                  </a:lnTo>
                  <a:lnTo>
                    <a:pt x="419354" y="0"/>
                  </a:lnTo>
                  <a:close/>
                </a:path>
                <a:path w="6038850" h="4162425">
                  <a:moveTo>
                    <a:pt x="485787" y="4133850"/>
                  </a:moveTo>
                  <a:lnTo>
                    <a:pt x="428637" y="4133850"/>
                  </a:lnTo>
                  <a:lnTo>
                    <a:pt x="428637" y="4162425"/>
                  </a:lnTo>
                  <a:lnTo>
                    <a:pt x="485787" y="4162425"/>
                  </a:lnTo>
                  <a:lnTo>
                    <a:pt x="485787" y="4133850"/>
                  </a:lnTo>
                  <a:close/>
                </a:path>
                <a:path w="6038850" h="4162425">
                  <a:moveTo>
                    <a:pt x="505193" y="0"/>
                  </a:moveTo>
                  <a:lnTo>
                    <a:pt x="448043" y="0"/>
                  </a:lnTo>
                  <a:lnTo>
                    <a:pt x="448043" y="28575"/>
                  </a:lnTo>
                  <a:lnTo>
                    <a:pt x="505193" y="28575"/>
                  </a:lnTo>
                  <a:lnTo>
                    <a:pt x="505193" y="0"/>
                  </a:lnTo>
                  <a:close/>
                </a:path>
                <a:path w="6038850" h="4162425">
                  <a:moveTo>
                    <a:pt x="571639" y="4133850"/>
                  </a:moveTo>
                  <a:lnTo>
                    <a:pt x="514489" y="4133850"/>
                  </a:lnTo>
                  <a:lnTo>
                    <a:pt x="514489" y="4162425"/>
                  </a:lnTo>
                  <a:lnTo>
                    <a:pt x="571639" y="4162425"/>
                  </a:lnTo>
                  <a:lnTo>
                    <a:pt x="571639" y="4133850"/>
                  </a:lnTo>
                  <a:close/>
                </a:path>
                <a:path w="6038850" h="4162425">
                  <a:moveTo>
                    <a:pt x="591045" y="0"/>
                  </a:moveTo>
                  <a:lnTo>
                    <a:pt x="533895" y="0"/>
                  </a:lnTo>
                  <a:lnTo>
                    <a:pt x="533895" y="28575"/>
                  </a:lnTo>
                  <a:lnTo>
                    <a:pt x="591045" y="28575"/>
                  </a:lnTo>
                  <a:lnTo>
                    <a:pt x="591045" y="0"/>
                  </a:lnTo>
                  <a:close/>
                </a:path>
                <a:path w="6038850" h="4162425">
                  <a:moveTo>
                    <a:pt x="657479" y="4133850"/>
                  </a:moveTo>
                  <a:lnTo>
                    <a:pt x="600329" y="4133850"/>
                  </a:lnTo>
                  <a:lnTo>
                    <a:pt x="600329" y="4162425"/>
                  </a:lnTo>
                  <a:lnTo>
                    <a:pt x="657479" y="4162425"/>
                  </a:lnTo>
                  <a:lnTo>
                    <a:pt x="657479" y="4133850"/>
                  </a:lnTo>
                  <a:close/>
                </a:path>
                <a:path w="6038850" h="4162425">
                  <a:moveTo>
                    <a:pt x="676897" y="0"/>
                  </a:moveTo>
                  <a:lnTo>
                    <a:pt x="619747" y="0"/>
                  </a:lnTo>
                  <a:lnTo>
                    <a:pt x="619747" y="28575"/>
                  </a:lnTo>
                  <a:lnTo>
                    <a:pt x="676897" y="28575"/>
                  </a:lnTo>
                  <a:lnTo>
                    <a:pt x="676897" y="0"/>
                  </a:lnTo>
                  <a:close/>
                </a:path>
                <a:path w="6038850" h="4162425">
                  <a:moveTo>
                    <a:pt x="743331" y="4133850"/>
                  </a:moveTo>
                  <a:lnTo>
                    <a:pt x="686181" y="4133850"/>
                  </a:lnTo>
                  <a:lnTo>
                    <a:pt x="686181" y="4162425"/>
                  </a:lnTo>
                  <a:lnTo>
                    <a:pt x="743331" y="4162425"/>
                  </a:lnTo>
                  <a:lnTo>
                    <a:pt x="743331" y="4133850"/>
                  </a:lnTo>
                  <a:close/>
                </a:path>
                <a:path w="6038850" h="4162425">
                  <a:moveTo>
                    <a:pt x="762736" y="0"/>
                  </a:moveTo>
                  <a:lnTo>
                    <a:pt x="705586" y="0"/>
                  </a:lnTo>
                  <a:lnTo>
                    <a:pt x="705586" y="28575"/>
                  </a:lnTo>
                  <a:lnTo>
                    <a:pt x="762736" y="28575"/>
                  </a:lnTo>
                  <a:lnTo>
                    <a:pt x="762736" y="0"/>
                  </a:lnTo>
                  <a:close/>
                </a:path>
                <a:path w="6038850" h="4162425">
                  <a:moveTo>
                    <a:pt x="829183" y="4133850"/>
                  </a:moveTo>
                  <a:lnTo>
                    <a:pt x="772033" y="4133850"/>
                  </a:lnTo>
                  <a:lnTo>
                    <a:pt x="772033" y="4162425"/>
                  </a:lnTo>
                  <a:lnTo>
                    <a:pt x="829183" y="4162425"/>
                  </a:lnTo>
                  <a:lnTo>
                    <a:pt x="829183" y="4133850"/>
                  </a:lnTo>
                  <a:close/>
                </a:path>
                <a:path w="6038850" h="4162425">
                  <a:moveTo>
                    <a:pt x="848588" y="0"/>
                  </a:moveTo>
                  <a:lnTo>
                    <a:pt x="791438" y="0"/>
                  </a:lnTo>
                  <a:lnTo>
                    <a:pt x="791438" y="28575"/>
                  </a:lnTo>
                  <a:lnTo>
                    <a:pt x="848588" y="28575"/>
                  </a:lnTo>
                  <a:lnTo>
                    <a:pt x="848588" y="0"/>
                  </a:lnTo>
                  <a:close/>
                </a:path>
                <a:path w="6038850" h="4162425">
                  <a:moveTo>
                    <a:pt x="915022" y="4133850"/>
                  </a:moveTo>
                  <a:lnTo>
                    <a:pt x="857872" y="4133850"/>
                  </a:lnTo>
                  <a:lnTo>
                    <a:pt x="857872" y="4162425"/>
                  </a:lnTo>
                  <a:lnTo>
                    <a:pt x="915022" y="4162425"/>
                  </a:lnTo>
                  <a:lnTo>
                    <a:pt x="915022" y="4133850"/>
                  </a:lnTo>
                  <a:close/>
                </a:path>
                <a:path w="6038850" h="4162425">
                  <a:moveTo>
                    <a:pt x="934440" y="0"/>
                  </a:moveTo>
                  <a:lnTo>
                    <a:pt x="877290" y="0"/>
                  </a:lnTo>
                  <a:lnTo>
                    <a:pt x="877290" y="28575"/>
                  </a:lnTo>
                  <a:lnTo>
                    <a:pt x="934440" y="28575"/>
                  </a:lnTo>
                  <a:lnTo>
                    <a:pt x="934440" y="0"/>
                  </a:lnTo>
                  <a:close/>
                </a:path>
                <a:path w="6038850" h="4162425">
                  <a:moveTo>
                    <a:pt x="1000874" y="4133850"/>
                  </a:moveTo>
                  <a:lnTo>
                    <a:pt x="943724" y="4133850"/>
                  </a:lnTo>
                  <a:lnTo>
                    <a:pt x="943724" y="4162425"/>
                  </a:lnTo>
                  <a:lnTo>
                    <a:pt x="1000874" y="4162425"/>
                  </a:lnTo>
                  <a:lnTo>
                    <a:pt x="1000874" y="4133850"/>
                  </a:lnTo>
                  <a:close/>
                </a:path>
                <a:path w="6038850" h="4162425">
                  <a:moveTo>
                    <a:pt x="1020279" y="0"/>
                  </a:moveTo>
                  <a:lnTo>
                    <a:pt x="963129" y="0"/>
                  </a:lnTo>
                  <a:lnTo>
                    <a:pt x="963129" y="28575"/>
                  </a:lnTo>
                  <a:lnTo>
                    <a:pt x="1020279" y="28575"/>
                  </a:lnTo>
                  <a:lnTo>
                    <a:pt x="1020279" y="0"/>
                  </a:lnTo>
                  <a:close/>
                </a:path>
                <a:path w="6038850" h="4162425">
                  <a:moveTo>
                    <a:pt x="1086726" y="4133850"/>
                  </a:moveTo>
                  <a:lnTo>
                    <a:pt x="1029576" y="4133850"/>
                  </a:lnTo>
                  <a:lnTo>
                    <a:pt x="1029576" y="4162425"/>
                  </a:lnTo>
                  <a:lnTo>
                    <a:pt x="1086726" y="4162425"/>
                  </a:lnTo>
                  <a:lnTo>
                    <a:pt x="1086726" y="4133850"/>
                  </a:lnTo>
                  <a:close/>
                </a:path>
                <a:path w="6038850" h="4162425">
                  <a:moveTo>
                    <a:pt x="1106131" y="0"/>
                  </a:moveTo>
                  <a:lnTo>
                    <a:pt x="1048981" y="0"/>
                  </a:lnTo>
                  <a:lnTo>
                    <a:pt x="1048981" y="28575"/>
                  </a:lnTo>
                  <a:lnTo>
                    <a:pt x="1106131" y="28575"/>
                  </a:lnTo>
                  <a:lnTo>
                    <a:pt x="1106131" y="0"/>
                  </a:lnTo>
                  <a:close/>
                </a:path>
                <a:path w="6038850" h="4162425">
                  <a:moveTo>
                    <a:pt x="1172565" y="4133850"/>
                  </a:moveTo>
                  <a:lnTo>
                    <a:pt x="1115415" y="4133850"/>
                  </a:lnTo>
                  <a:lnTo>
                    <a:pt x="1115415" y="4162425"/>
                  </a:lnTo>
                  <a:lnTo>
                    <a:pt x="1172565" y="4162425"/>
                  </a:lnTo>
                  <a:lnTo>
                    <a:pt x="1172565" y="4133850"/>
                  </a:lnTo>
                  <a:close/>
                </a:path>
                <a:path w="6038850" h="4162425">
                  <a:moveTo>
                    <a:pt x="1191983" y="0"/>
                  </a:moveTo>
                  <a:lnTo>
                    <a:pt x="1134833" y="0"/>
                  </a:lnTo>
                  <a:lnTo>
                    <a:pt x="1134833" y="28575"/>
                  </a:lnTo>
                  <a:lnTo>
                    <a:pt x="1191983" y="28575"/>
                  </a:lnTo>
                  <a:lnTo>
                    <a:pt x="1191983" y="0"/>
                  </a:lnTo>
                  <a:close/>
                </a:path>
                <a:path w="6038850" h="4162425">
                  <a:moveTo>
                    <a:pt x="1258417" y="4133850"/>
                  </a:moveTo>
                  <a:lnTo>
                    <a:pt x="1201267" y="4133850"/>
                  </a:lnTo>
                  <a:lnTo>
                    <a:pt x="1201267" y="4162425"/>
                  </a:lnTo>
                  <a:lnTo>
                    <a:pt x="1258417" y="4162425"/>
                  </a:lnTo>
                  <a:lnTo>
                    <a:pt x="1258417" y="4133850"/>
                  </a:lnTo>
                  <a:close/>
                </a:path>
                <a:path w="6038850" h="4162425">
                  <a:moveTo>
                    <a:pt x="1277823" y="0"/>
                  </a:moveTo>
                  <a:lnTo>
                    <a:pt x="1220673" y="0"/>
                  </a:lnTo>
                  <a:lnTo>
                    <a:pt x="1220673" y="28575"/>
                  </a:lnTo>
                  <a:lnTo>
                    <a:pt x="1277823" y="28575"/>
                  </a:lnTo>
                  <a:lnTo>
                    <a:pt x="1277823" y="0"/>
                  </a:lnTo>
                  <a:close/>
                </a:path>
                <a:path w="6038850" h="4162425">
                  <a:moveTo>
                    <a:pt x="1344269" y="4133850"/>
                  </a:moveTo>
                  <a:lnTo>
                    <a:pt x="1287119" y="4133850"/>
                  </a:lnTo>
                  <a:lnTo>
                    <a:pt x="1287119" y="4162425"/>
                  </a:lnTo>
                  <a:lnTo>
                    <a:pt x="1344269" y="4162425"/>
                  </a:lnTo>
                  <a:lnTo>
                    <a:pt x="1344269" y="4133850"/>
                  </a:lnTo>
                  <a:close/>
                </a:path>
                <a:path w="6038850" h="4162425">
                  <a:moveTo>
                    <a:pt x="1363675" y="0"/>
                  </a:moveTo>
                  <a:lnTo>
                    <a:pt x="1306525" y="0"/>
                  </a:lnTo>
                  <a:lnTo>
                    <a:pt x="1306525" y="28575"/>
                  </a:lnTo>
                  <a:lnTo>
                    <a:pt x="1363675" y="28575"/>
                  </a:lnTo>
                  <a:lnTo>
                    <a:pt x="1363675" y="0"/>
                  </a:lnTo>
                  <a:close/>
                </a:path>
                <a:path w="6038850" h="4162425">
                  <a:moveTo>
                    <a:pt x="1430108" y="4133850"/>
                  </a:moveTo>
                  <a:lnTo>
                    <a:pt x="1372958" y="4133850"/>
                  </a:lnTo>
                  <a:lnTo>
                    <a:pt x="1372958" y="4162425"/>
                  </a:lnTo>
                  <a:lnTo>
                    <a:pt x="1430108" y="4162425"/>
                  </a:lnTo>
                  <a:lnTo>
                    <a:pt x="1430108" y="4133850"/>
                  </a:lnTo>
                  <a:close/>
                </a:path>
                <a:path w="6038850" h="4162425">
                  <a:moveTo>
                    <a:pt x="1449527" y="0"/>
                  </a:moveTo>
                  <a:lnTo>
                    <a:pt x="1392377" y="0"/>
                  </a:lnTo>
                  <a:lnTo>
                    <a:pt x="1392377" y="28575"/>
                  </a:lnTo>
                  <a:lnTo>
                    <a:pt x="1449527" y="28575"/>
                  </a:lnTo>
                  <a:lnTo>
                    <a:pt x="1449527" y="0"/>
                  </a:lnTo>
                  <a:close/>
                </a:path>
                <a:path w="6038850" h="4162425">
                  <a:moveTo>
                    <a:pt x="1515960" y="4133850"/>
                  </a:moveTo>
                  <a:lnTo>
                    <a:pt x="1458810" y="4133850"/>
                  </a:lnTo>
                  <a:lnTo>
                    <a:pt x="1458810" y="4162425"/>
                  </a:lnTo>
                  <a:lnTo>
                    <a:pt x="1515960" y="4162425"/>
                  </a:lnTo>
                  <a:lnTo>
                    <a:pt x="1515960" y="4133850"/>
                  </a:lnTo>
                  <a:close/>
                </a:path>
                <a:path w="6038850" h="4162425">
                  <a:moveTo>
                    <a:pt x="1535366" y="0"/>
                  </a:moveTo>
                  <a:lnTo>
                    <a:pt x="1478216" y="0"/>
                  </a:lnTo>
                  <a:lnTo>
                    <a:pt x="1478216" y="28575"/>
                  </a:lnTo>
                  <a:lnTo>
                    <a:pt x="1535366" y="28575"/>
                  </a:lnTo>
                  <a:lnTo>
                    <a:pt x="1535366" y="0"/>
                  </a:lnTo>
                  <a:close/>
                </a:path>
                <a:path w="6038850" h="4162425">
                  <a:moveTo>
                    <a:pt x="1601812" y="4133850"/>
                  </a:moveTo>
                  <a:lnTo>
                    <a:pt x="1544662" y="4133850"/>
                  </a:lnTo>
                  <a:lnTo>
                    <a:pt x="1544662" y="4162425"/>
                  </a:lnTo>
                  <a:lnTo>
                    <a:pt x="1601812" y="4162425"/>
                  </a:lnTo>
                  <a:lnTo>
                    <a:pt x="1601812" y="4133850"/>
                  </a:lnTo>
                  <a:close/>
                </a:path>
                <a:path w="6038850" h="4162425">
                  <a:moveTo>
                    <a:pt x="1621218" y="0"/>
                  </a:moveTo>
                  <a:lnTo>
                    <a:pt x="1564068" y="0"/>
                  </a:lnTo>
                  <a:lnTo>
                    <a:pt x="1564068" y="28575"/>
                  </a:lnTo>
                  <a:lnTo>
                    <a:pt x="1621218" y="28575"/>
                  </a:lnTo>
                  <a:lnTo>
                    <a:pt x="1621218" y="0"/>
                  </a:lnTo>
                  <a:close/>
                </a:path>
                <a:path w="6038850" h="4162425">
                  <a:moveTo>
                    <a:pt x="1687652" y="4133850"/>
                  </a:moveTo>
                  <a:lnTo>
                    <a:pt x="1630502" y="4133850"/>
                  </a:lnTo>
                  <a:lnTo>
                    <a:pt x="1630502" y="4162425"/>
                  </a:lnTo>
                  <a:lnTo>
                    <a:pt x="1687652" y="4162425"/>
                  </a:lnTo>
                  <a:lnTo>
                    <a:pt x="1687652" y="4133850"/>
                  </a:lnTo>
                  <a:close/>
                </a:path>
                <a:path w="6038850" h="4162425">
                  <a:moveTo>
                    <a:pt x="1707070" y="0"/>
                  </a:moveTo>
                  <a:lnTo>
                    <a:pt x="1649920" y="0"/>
                  </a:lnTo>
                  <a:lnTo>
                    <a:pt x="1649920" y="28575"/>
                  </a:lnTo>
                  <a:lnTo>
                    <a:pt x="1707070" y="28575"/>
                  </a:lnTo>
                  <a:lnTo>
                    <a:pt x="1707070" y="0"/>
                  </a:lnTo>
                  <a:close/>
                </a:path>
                <a:path w="6038850" h="4162425">
                  <a:moveTo>
                    <a:pt x="1773504" y="4133850"/>
                  </a:moveTo>
                  <a:lnTo>
                    <a:pt x="1716354" y="4133850"/>
                  </a:lnTo>
                  <a:lnTo>
                    <a:pt x="1716354" y="4162425"/>
                  </a:lnTo>
                  <a:lnTo>
                    <a:pt x="1773504" y="4162425"/>
                  </a:lnTo>
                  <a:lnTo>
                    <a:pt x="1773504" y="4133850"/>
                  </a:lnTo>
                  <a:close/>
                </a:path>
                <a:path w="6038850" h="4162425">
                  <a:moveTo>
                    <a:pt x="1792909" y="0"/>
                  </a:moveTo>
                  <a:lnTo>
                    <a:pt x="1735759" y="0"/>
                  </a:lnTo>
                  <a:lnTo>
                    <a:pt x="1735759" y="28575"/>
                  </a:lnTo>
                  <a:lnTo>
                    <a:pt x="1792909" y="28575"/>
                  </a:lnTo>
                  <a:lnTo>
                    <a:pt x="1792909" y="0"/>
                  </a:lnTo>
                  <a:close/>
                </a:path>
                <a:path w="6038850" h="4162425">
                  <a:moveTo>
                    <a:pt x="1859356" y="4133850"/>
                  </a:moveTo>
                  <a:lnTo>
                    <a:pt x="1802206" y="4133850"/>
                  </a:lnTo>
                  <a:lnTo>
                    <a:pt x="1802206" y="4162425"/>
                  </a:lnTo>
                  <a:lnTo>
                    <a:pt x="1859356" y="4162425"/>
                  </a:lnTo>
                  <a:lnTo>
                    <a:pt x="1859356" y="4133850"/>
                  </a:lnTo>
                  <a:close/>
                </a:path>
                <a:path w="6038850" h="4162425">
                  <a:moveTo>
                    <a:pt x="1878761" y="0"/>
                  </a:moveTo>
                  <a:lnTo>
                    <a:pt x="1821611" y="0"/>
                  </a:lnTo>
                  <a:lnTo>
                    <a:pt x="1821611" y="28575"/>
                  </a:lnTo>
                  <a:lnTo>
                    <a:pt x="1878761" y="28575"/>
                  </a:lnTo>
                  <a:lnTo>
                    <a:pt x="1878761" y="0"/>
                  </a:lnTo>
                  <a:close/>
                </a:path>
                <a:path w="6038850" h="4162425">
                  <a:moveTo>
                    <a:pt x="1945195" y="4133850"/>
                  </a:moveTo>
                  <a:lnTo>
                    <a:pt x="1888045" y="4133850"/>
                  </a:lnTo>
                  <a:lnTo>
                    <a:pt x="1888045" y="4162425"/>
                  </a:lnTo>
                  <a:lnTo>
                    <a:pt x="1945195" y="4162425"/>
                  </a:lnTo>
                  <a:lnTo>
                    <a:pt x="1945195" y="4133850"/>
                  </a:lnTo>
                  <a:close/>
                </a:path>
                <a:path w="6038850" h="4162425">
                  <a:moveTo>
                    <a:pt x="1964613" y="0"/>
                  </a:moveTo>
                  <a:lnTo>
                    <a:pt x="1907463" y="0"/>
                  </a:lnTo>
                  <a:lnTo>
                    <a:pt x="1907463" y="28575"/>
                  </a:lnTo>
                  <a:lnTo>
                    <a:pt x="1964613" y="28575"/>
                  </a:lnTo>
                  <a:lnTo>
                    <a:pt x="1964613" y="0"/>
                  </a:lnTo>
                  <a:close/>
                </a:path>
                <a:path w="6038850" h="4162425">
                  <a:moveTo>
                    <a:pt x="2031047" y="4133850"/>
                  </a:moveTo>
                  <a:lnTo>
                    <a:pt x="1973897" y="4133850"/>
                  </a:lnTo>
                  <a:lnTo>
                    <a:pt x="1973897" y="4162425"/>
                  </a:lnTo>
                  <a:lnTo>
                    <a:pt x="2031047" y="4162425"/>
                  </a:lnTo>
                  <a:lnTo>
                    <a:pt x="2031047" y="4133850"/>
                  </a:lnTo>
                  <a:close/>
                </a:path>
                <a:path w="6038850" h="4162425">
                  <a:moveTo>
                    <a:pt x="2050453" y="0"/>
                  </a:moveTo>
                  <a:lnTo>
                    <a:pt x="1993303" y="0"/>
                  </a:lnTo>
                  <a:lnTo>
                    <a:pt x="1993303" y="28575"/>
                  </a:lnTo>
                  <a:lnTo>
                    <a:pt x="2050453" y="28575"/>
                  </a:lnTo>
                  <a:lnTo>
                    <a:pt x="2050453" y="0"/>
                  </a:lnTo>
                  <a:close/>
                </a:path>
                <a:path w="6038850" h="4162425">
                  <a:moveTo>
                    <a:pt x="2116899" y="4133850"/>
                  </a:moveTo>
                  <a:lnTo>
                    <a:pt x="2059749" y="4133850"/>
                  </a:lnTo>
                  <a:lnTo>
                    <a:pt x="2059749" y="4162425"/>
                  </a:lnTo>
                  <a:lnTo>
                    <a:pt x="2116899" y="4162425"/>
                  </a:lnTo>
                  <a:lnTo>
                    <a:pt x="2116899" y="4133850"/>
                  </a:lnTo>
                  <a:close/>
                </a:path>
                <a:path w="6038850" h="4162425">
                  <a:moveTo>
                    <a:pt x="2136305" y="0"/>
                  </a:moveTo>
                  <a:lnTo>
                    <a:pt x="2079155" y="0"/>
                  </a:lnTo>
                  <a:lnTo>
                    <a:pt x="2079155" y="28575"/>
                  </a:lnTo>
                  <a:lnTo>
                    <a:pt x="2136305" y="28575"/>
                  </a:lnTo>
                  <a:lnTo>
                    <a:pt x="2136305" y="0"/>
                  </a:lnTo>
                  <a:close/>
                </a:path>
                <a:path w="6038850" h="4162425">
                  <a:moveTo>
                    <a:pt x="2202738" y="4133850"/>
                  </a:moveTo>
                  <a:lnTo>
                    <a:pt x="2145588" y="4133850"/>
                  </a:lnTo>
                  <a:lnTo>
                    <a:pt x="2145588" y="4162425"/>
                  </a:lnTo>
                  <a:lnTo>
                    <a:pt x="2202738" y="4162425"/>
                  </a:lnTo>
                  <a:lnTo>
                    <a:pt x="2202738" y="4133850"/>
                  </a:lnTo>
                  <a:close/>
                </a:path>
                <a:path w="6038850" h="4162425">
                  <a:moveTo>
                    <a:pt x="2222157" y="0"/>
                  </a:moveTo>
                  <a:lnTo>
                    <a:pt x="2165007" y="0"/>
                  </a:lnTo>
                  <a:lnTo>
                    <a:pt x="2165007" y="28575"/>
                  </a:lnTo>
                  <a:lnTo>
                    <a:pt x="2222157" y="28575"/>
                  </a:lnTo>
                  <a:lnTo>
                    <a:pt x="2222157" y="0"/>
                  </a:lnTo>
                  <a:close/>
                </a:path>
                <a:path w="6038850" h="4162425">
                  <a:moveTo>
                    <a:pt x="2288590" y="4133850"/>
                  </a:moveTo>
                  <a:lnTo>
                    <a:pt x="2231440" y="4133850"/>
                  </a:lnTo>
                  <a:lnTo>
                    <a:pt x="2231440" y="4162425"/>
                  </a:lnTo>
                  <a:lnTo>
                    <a:pt x="2288590" y="4162425"/>
                  </a:lnTo>
                  <a:lnTo>
                    <a:pt x="2288590" y="4133850"/>
                  </a:lnTo>
                  <a:close/>
                </a:path>
                <a:path w="6038850" h="4162425">
                  <a:moveTo>
                    <a:pt x="2307996" y="0"/>
                  </a:moveTo>
                  <a:lnTo>
                    <a:pt x="2250846" y="0"/>
                  </a:lnTo>
                  <a:lnTo>
                    <a:pt x="2250846" y="28575"/>
                  </a:lnTo>
                  <a:lnTo>
                    <a:pt x="2307996" y="28575"/>
                  </a:lnTo>
                  <a:lnTo>
                    <a:pt x="2307996" y="0"/>
                  </a:lnTo>
                  <a:close/>
                </a:path>
                <a:path w="6038850" h="4162425">
                  <a:moveTo>
                    <a:pt x="2374442" y="4133850"/>
                  </a:moveTo>
                  <a:lnTo>
                    <a:pt x="2317292" y="4133850"/>
                  </a:lnTo>
                  <a:lnTo>
                    <a:pt x="2317292" y="4162425"/>
                  </a:lnTo>
                  <a:lnTo>
                    <a:pt x="2374442" y="4162425"/>
                  </a:lnTo>
                  <a:lnTo>
                    <a:pt x="2374442" y="4133850"/>
                  </a:lnTo>
                  <a:close/>
                </a:path>
                <a:path w="6038850" h="4162425">
                  <a:moveTo>
                    <a:pt x="2393848" y="0"/>
                  </a:moveTo>
                  <a:lnTo>
                    <a:pt x="2336698" y="0"/>
                  </a:lnTo>
                  <a:lnTo>
                    <a:pt x="2336698" y="28575"/>
                  </a:lnTo>
                  <a:lnTo>
                    <a:pt x="2393848" y="28575"/>
                  </a:lnTo>
                  <a:lnTo>
                    <a:pt x="2393848" y="0"/>
                  </a:lnTo>
                  <a:close/>
                </a:path>
                <a:path w="6038850" h="4162425">
                  <a:moveTo>
                    <a:pt x="2460282" y="4133850"/>
                  </a:moveTo>
                  <a:lnTo>
                    <a:pt x="2403132" y="4133850"/>
                  </a:lnTo>
                  <a:lnTo>
                    <a:pt x="2403132" y="4162425"/>
                  </a:lnTo>
                  <a:lnTo>
                    <a:pt x="2460282" y="4162425"/>
                  </a:lnTo>
                  <a:lnTo>
                    <a:pt x="2460282" y="4133850"/>
                  </a:lnTo>
                  <a:close/>
                </a:path>
                <a:path w="6038850" h="4162425">
                  <a:moveTo>
                    <a:pt x="2479700" y="0"/>
                  </a:moveTo>
                  <a:lnTo>
                    <a:pt x="2422550" y="0"/>
                  </a:lnTo>
                  <a:lnTo>
                    <a:pt x="2422550" y="28575"/>
                  </a:lnTo>
                  <a:lnTo>
                    <a:pt x="2479700" y="28575"/>
                  </a:lnTo>
                  <a:lnTo>
                    <a:pt x="2479700" y="0"/>
                  </a:lnTo>
                  <a:close/>
                </a:path>
                <a:path w="6038850" h="4162425">
                  <a:moveTo>
                    <a:pt x="2546134" y="4133850"/>
                  </a:moveTo>
                  <a:lnTo>
                    <a:pt x="2488984" y="4133850"/>
                  </a:lnTo>
                  <a:lnTo>
                    <a:pt x="2488984" y="4162425"/>
                  </a:lnTo>
                  <a:lnTo>
                    <a:pt x="2546134" y="4162425"/>
                  </a:lnTo>
                  <a:lnTo>
                    <a:pt x="2546134" y="4133850"/>
                  </a:lnTo>
                  <a:close/>
                </a:path>
                <a:path w="6038850" h="4162425">
                  <a:moveTo>
                    <a:pt x="2565539" y="0"/>
                  </a:moveTo>
                  <a:lnTo>
                    <a:pt x="2508389" y="0"/>
                  </a:lnTo>
                  <a:lnTo>
                    <a:pt x="2508389" y="28575"/>
                  </a:lnTo>
                  <a:lnTo>
                    <a:pt x="2565539" y="28575"/>
                  </a:lnTo>
                  <a:lnTo>
                    <a:pt x="2565539" y="0"/>
                  </a:lnTo>
                  <a:close/>
                </a:path>
                <a:path w="6038850" h="4162425">
                  <a:moveTo>
                    <a:pt x="2631986" y="4133850"/>
                  </a:moveTo>
                  <a:lnTo>
                    <a:pt x="2574836" y="4133850"/>
                  </a:lnTo>
                  <a:lnTo>
                    <a:pt x="2574836" y="4162425"/>
                  </a:lnTo>
                  <a:lnTo>
                    <a:pt x="2631986" y="4162425"/>
                  </a:lnTo>
                  <a:lnTo>
                    <a:pt x="2631986" y="4133850"/>
                  </a:lnTo>
                  <a:close/>
                </a:path>
                <a:path w="6038850" h="4162425">
                  <a:moveTo>
                    <a:pt x="2651391" y="0"/>
                  </a:moveTo>
                  <a:lnTo>
                    <a:pt x="2594241" y="0"/>
                  </a:lnTo>
                  <a:lnTo>
                    <a:pt x="2594241" y="28575"/>
                  </a:lnTo>
                  <a:lnTo>
                    <a:pt x="2651391" y="28575"/>
                  </a:lnTo>
                  <a:lnTo>
                    <a:pt x="2651391" y="0"/>
                  </a:lnTo>
                  <a:close/>
                </a:path>
                <a:path w="6038850" h="4162425">
                  <a:moveTo>
                    <a:pt x="2717825" y="4133850"/>
                  </a:moveTo>
                  <a:lnTo>
                    <a:pt x="2660675" y="4133850"/>
                  </a:lnTo>
                  <a:lnTo>
                    <a:pt x="2660675" y="4162425"/>
                  </a:lnTo>
                  <a:lnTo>
                    <a:pt x="2717825" y="4162425"/>
                  </a:lnTo>
                  <a:lnTo>
                    <a:pt x="2717825" y="4133850"/>
                  </a:lnTo>
                  <a:close/>
                </a:path>
                <a:path w="6038850" h="4162425">
                  <a:moveTo>
                    <a:pt x="2737243" y="0"/>
                  </a:moveTo>
                  <a:lnTo>
                    <a:pt x="2680093" y="0"/>
                  </a:lnTo>
                  <a:lnTo>
                    <a:pt x="2680093" y="28575"/>
                  </a:lnTo>
                  <a:lnTo>
                    <a:pt x="2737243" y="28575"/>
                  </a:lnTo>
                  <a:lnTo>
                    <a:pt x="2737243" y="0"/>
                  </a:lnTo>
                  <a:close/>
                </a:path>
                <a:path w="6038850" h="4162425">
                  <a:moveTo>
                    <a:pt x="2803677" y="4133850"/>
                  </a:moveTo>
                  <a:lnTo>
                    <a:pt x="2746527" y="4133850"/>
                  </a:lnTo>
                  <a:lnTo>
                    <a:pt x="2746527" y="4162425"/>
                  </a:lnTo>
                  <a:lnTo>
                    <a:pt x="2803677" y="4162425"/>
                  </a:lnTo>
                  <a:lnTo>
                    <a:pt x="2803677" y="4133850"/>
                  </a:lnTo>
                  <a:close/>
                </a:path>
                <a:path w="6038850" h="4162425">
                  <a:moveTo>
                    <a:pt x="2823083" y="0"/>
                  </a:moveTo>
                  <a:lnTo>
                    <a:pt x="2765933" y="0"/>
                  </a:lnTo>
                  <a:lnTo>
                    <a:pt x="2765933" y="28575"/>
                  </a:lnTo>
                  <a:lnTo>
                    <a:pt x="2823083" y="28575"/>
                  </a:lnTo>
                  <a:lnTo>
                    <a:pt x="2823083" y="0"/>
                  </a:lnTo>
                  <a:close/>
                </a:path>
                <a:path w="6038850" h="4162425">
                  <a:moveTo>
                    <a:pt x="2889516" y="4133850"/>
                  </a:moveTo>
                  <a:lnTo>
                    <a:pt x="2832366" y="4133850"/>
                  </a:lnTo>
                  <a:lnTo>
                    <a:pt x="2832366" y="4162425"/>
                  </a:lnTo>
                  <a:lnTo>
                    <a:pt x="2889516" y="4162425"/>
                  </a:lnTo>
                  <a:lnTo>
                    <a:pt x="2889516" y="4133850"/>
                  </a:lnTo>
                  <a:close/>
                </a:path>
                <a:path w="6038850" h="4162425">
                  <a:moveTo>
                    <a:pt x="2908935" y="0"/>
                  </a:moveTo>
                  <a:lnTo>
                    <a:pt x="2851785" y="0"/>
                  </a:lnTo>
                  <a:lnTo>
                    <a:pt x="2851785" y="28575"/>
                  </a:lnTo>
                  <a:lnTo>
                    <a:pt x="2908935" y="28575"/>
                  </a:lnTo>
                  <a:lnTo>
                    <a:pt x="2908935" y="0"/>
                  </a:lnTo>
                  <a:close/>
                </a:path>
                <a:path w="6038850" h="4162425">
                  <a:moveTo>
                    <a:pt x="2975368" y="4133850"/>
                  </a:moveTo>
                  <a:lnTo>
                    <a:pt x="2918218" y="4133850"/>
                  </a:lnTo>
                  <a:lnTo>
                    <a:pt x="2918218" y="4162425"/>
                  </a:lnTo>
                  <a:lnTo>
                    <a:pt x="2975368" y="4162425"/>
                  </a:lnTo>
                  <a:lnTo>
                    <a:pt x="2975368" y="4133850"/>
                  </a:lnTo>
                  <a:close/>
                </a:path>
                <a:path w="6038850" h="4162425">
                  <a:moveTo>
                    <a:pt x="2994774" y="0"/>
                  </a:moveTo>
                  <a:lnTo>
                    <a:pt x="2937624" y="0"/>
                  </a:lnTo>
                  <a:lnTo>
                    <a:pt x="2937624" y="28575"/>
                  </a:lnTo>
                  <a:lnTo>
                    <a:pt x="2994774" y="28575"/>
                  </a:lnTo>
                  <a:lnTo>
                    <a:pt x="2994774" y="0"/>
                  </a:lnTo>
                  <a:close/>
                </a:path>
                <a:path w="6038850" h="4162425">
                  <a:moveTo>
                    <a:pt x="3061220" y="4133850"/>
                  </a:moveTo>
                  <a:lnTo>
                    <a:pt x="3004070" y="4133850"/>
                  </a:lnTo>
                  <a:lnTo>
                    <a:pt x="3004070" y="4162425"/>
                  </a:lnTo>
                  <a:lnTo>
                    <a:pt x="3061220" y="4162425"/>
                  </a:lnTo>
                  <a:lnTo>
                    <a:pt x="3061220" y="4133850"/>
                  </a:lnTo>
                  <a:close/>
                </a:path>
                <a:path w="6038850" h="4162425">
                  <a:moveTo>
                    <a:pt x="3080626" y="0"/>
                  </a:moveTo>
                  <a:lnTo>
                    <a:pt x="3023476" y="0"/>
                  </a:lnTo>
                  <a:lnTo>
                    <a:pt x="3023476" y="28575"/>
                  </a:lnTo>
                  <a:lnTo>
                    <a:pt x="3080626" y="28575"/>
                  </a:lnTo>
                  <a:lnTo>
                    <a:pt x="3080626" y="0"/>
                  </a:lnTo>
                  <a:close/>
                </a:path>
                <a:path w="6038850" h="4162425">
                  <a:moveTo>
                    <a:pt x="3147060" y="4133850"/>
                  </a:moveTo>
                  <a:lnTo>
                    <a:pt x="3089910" y="4133850"/>
                  </a:lnTo>
                  <a:lnTo>
                    <a:pt x="3089910" y="4162425"/>
                  </a:lnTo>
                  <a:lnTo>
                    <a:pt x="3147060" y="4162425"/>
                  </a:lnTo>
                  <a:lnTo>
                    <a:pt x="3147060" y="4133850"/>
                  </a:lnTo>
                  <a:close/>
                </a:path>
                <a:path w="6038850" h="4162425">
                  <a:moveTo>
                    <a:pt x="3166478" y="0"/>
                  </a:moveTo>
                  <a:lnTo>
                    <a:pt x="3109328" y="0"/>
                  </a:lnTo>
                  <a:lnTo>
                    <a:pt x="3109328" y="28575"/>
                  </a:lnTo>
                  <a:lnTo>
                    <a:pt x="3166478" y="28575"/>
                  </a:lnTo>
                  <a:lnTo>
                    <a:pt x="3166478" y="0"/>
                  </a:lnTo>
                  <a:close/>
                </a:path>
                <a:path w="6038850" h="4162425">
                  <a:moveTo>
                    <a:pt x="3232912" y="4133850"/>
                  </a:moveTo>
                  <a:lnTo>
                    <a:pt x="3175762" y="4133850"/>
                  </a:lnTo>
                  <a:lnTo>
                    <a:pt x="3175762" y="4162425"/>
                  </a:lnTo>
                  <a:lnTo>
                    <a:pt x="3232912" y="4162425"/>
                  </a:lnTo>
                  <a:lnTo>
                    <a:pt x="3232912" y="4133850"/>
                  </a:lnTo>
                  <a:close/>
                </a:path>
                <a:path w="6038850" h="4162425">
                  <a:moveTo>
                    <a:pt x="3252317" y="0"/>
                  </a:moveTo>
                  <a:lnTo>
                    <a:pt x="3195167" y="0"/>
                  </a:lnTo>
                  <a:lnTo>
                    <a:pt x="3195167" y="28575"/>
                  </a:lnTo>
                  <a:lnTo>
                    <a:pt x="3252317" y="28575"/>
                  </a:lnTo>
                  <a:lnTo>
                    <a:pt x="3252317" y="0"/>
                  </a:lnTo>
                  <a:close/>
                </a:path>
                <a:path w="6038850" h="4162425">
                  <a:moveTo>
                    <a:pt x="3318764" y="4133850"/>
                  </a:moveTo>
                  <a:lnTo>
                    <a:pt x="3261614" y="4133850"/>
                  </a:lnTo>
                  <a:lnTo>
                    <a:pt x="3261614" y="4162425"/>
                  </a:lnTo>
                  <a:lnTo>
                    <a:pt x="3318764" y="4162425"/>
                  </a:lnTo>
                  <a:lnTo>
                    <a:pt x="3318764" y="4133850"/>
                  </a:lnTo>
                  <a:close/>
                </a:path>
                <a:path w="6038850" h="4162425">
                  <a:moveTo>
                    <a:pt x="3338169" y="0"/>
                  </a:moveTo>
                  <a:lnTo>
                    <a:pt x="3281019" y="0"/>
                  </a:lnTo>
                  <a:lnTo>
                    <a:pt x="3281019" y="28575"/>
                  </a:lnTo>
                  <a:lnTo>
                    <a:pt x="3338169" y="28575"/>
                  </a:lnTo>
                  <a:lnTo>
                    <a:pt x="3338169" y="0"/>
                  </a:lnTo>
                  <a:close/>
                </a:path>
                <a:path w="6038850" h="4162425">
                  <a:moveTo>
                    <a:pt x="3404603" y="4133850"/>
                  </a:moveTo>
                  <a:lnTo>
                    <a:pt x="3347453" y="4133850"/>
                  </a:lnTo>
                  <a:lnTo>
                    <a:pt x="3347453" y="4162425"/>
                  </a:lnTo>
                  <a:lnTo>
                    <a:pt x="3404603" y="4162425"/>
                  </a:lnTo>
                  <a:lnTo>
                    <a:pt x="3404603" y="4133850"/>
                  </a:lnTo>
                  <a:close/>
                </a:path>
                <a:path w="6038850" h="4162425">
                  <a:moveTo>
                    <a:pt x="3424021" y="0"/>
                  </a:moveTo>
                  <a:lnTo>
                    <a:pt x="3366871" y="0"/>
                  </a:lnTo>
                  <a:lnTo>
                    <a:pt x="3366871" y="28575"/>
                  </a:lnTo>
                  <a:lnTo>
                    <a:pt x="3424021" y="28575"/>
                  </a:lnTo>
                  <a:lnTo>
                    <a:pt x="3424021" y="0"/>
                  </a:lnTo>
                  <a:close/>
                </a:path>
                <a:path w="6038850" h="4162425">
                  <a:moveTo>
                    <a:pt x="3490455" y="4133850"/>
                  </a:moveTo>
                  <a:lnTo>
                    <a:pt x="3433305" y="4133850"/>
                  </a:lnTo>
                  <a:lnTo>
                    <a:pt x="3433305" y="4162425"/>
                  </a:lnTo>
                  <a:lnTo>
                    <a:pt x="3490455" y="4162425"/>
                  </a:lnTo>
                  <a:lnTo>
                    <a:pt x="3490455" y="4133850"/>
                  </a:lnTo>
                  <a:close/>
                </a:path>
                <a:path w="6038850" h="4162425">
                  <a:moveTo>
                    <a:pt x="3509861" y="0"/>
                  </a:moveTo>
                  <a:lnTo>
                    <a:pt x="3452711" y="0"/>
                  </a:lnTo>
                  <a:lnTo>
                    <a:pt x="3452711" y="28575"/>
                  </a:lnTo>
                  <a:lnTo>
                    <a:pt x="3509861" y="28575"/>
                  </a:lnTo>
                  <a:lnTo>
                    <a:pt x="3509861" y="0"/>
                  </a:lnTo>
                  <a:close/>
                </a:path>
                <a:path w="6038850" h="4162425">
                  <a:moveTo>
                    <a:pt x="3576307" y="4133850"/>
                  </a:moveTo>
                  <a:lnTo>
                    <a:pt x="3519157" y="4133850"/>
                  </a:lnTo>
                  <a:lnTo>
                    <a:pt x="3519157" y="4162425"/>
                  </a:lnTo>
                  <a:lnTo>
                    <a:pt x="3576307" y="4162425"/>
                  </a:lnTo>
                  <a:lnTo>
                    <a:pt x="3576307" y="4133850"/>
                  </a:lnTo>
                  <a:close/>
                </a:path>
                <a:path w="6038850" h="4162425">
                  <a:moveTo>
                    <a:pt x="3595713" y="0"/>
                  </a:moveTo>
                  <a:lnTo>
                    <a:pt x="3538563" y="0"/>
                  </a:lnTo>
                  <a:lnTo>
                    <a:pt x="3538563" y="28575"/>
                  </a:lnTo>
                  <a:lnTo>
                    <a:pt x="3595713" y="28575"/>
                  </a:lnTo>
                  <a:lnTo>
                    <a:pt x="3595713" y="0"/>
                  </a:lnTo>
                  <a:close/>
                </a:path>
                <a:path w="6038850" h="4162425">
                  <a:moveTo>
                    <a:pt x="3662146" y="4133850"/>
                  </a:moveTo>
                  <a:lnTo>
                    <a:pt x="3604996" y="4133850"/>
                  </a:lnTo>
                  <a:lnTo>
                    <a:pt x="3604996" y="4162425"/>
                  </a:lnTo>
                  <a:lnTo>
                    <a:pt x="3662146" y="4162425"/>
                  </a:lnTo>
                  <a:lnTo>
                    <a:pt x="3662146" y="4133850"/>
                  </a:lnTo>
                  <a:close/>
                </a:path>
                <a:path w="6038850" h="4162425">
                  <a:moveTo>
                    <a:pt x="3681565" y="0"/>
                  </a:moveTo>
                  <a:lnTo>
                    <a:pt x="3624415" y="0"/>
                  </a:lnTo>
                  <a:lnTo>
                    <a:pt x="3624415" y="28575"/>
                  </a:lnTo>
                  <a:lnTo>
                    <a:pt x="3681565" y="28575"/>
                  </a:lnTo>
                  <a:lnTo>
                    <a:pt x="3681565" y="0"/>
                  </a:lnTo>
                  <a:close/>
                </a:path>
                <a:path w="6038850" h="4162425">
                  <a:moveTo>
                    <a:pt x="3747998" y="4133850"/>
                  </a:moveTo>
                  <a:lnTo>
                    <a:pt x="3690848" y="4133850"/>
                  </a:lnTo>
                  <a:lnTo>
                    <a:pt x="3690848" y="4162425"/>
                  </a:lnTo>
                  <a:lnTo>
                    <a:pt x="3747998" y="4162425"/>
                  </a:lnTo>
                  <a:lnTo>
                    <a:pt x="3747998" y="4133850"/>
                  </a:lnTo>
                  <a:close/>
                </a:path>
                <a:path w="6038850" h="4162425">
                  <a:moveTo>
                    <a:pt x="3767404" y="0"/>
                  </a:moveTo>
                  <a:lnTo>
                    <a:pt x="3710254" y="0"/>
                  </a:lnTo>
                  <a:lnTo>
                    <a:pt x="3710254" y="28575"/>
                  </a:lnTo>
                  <a:lnTo>
                    <a:pt x="3767404" y="28575"/>
                  </a:lnTo>
                  <a:lnTo>
                    <a:pt x="3767404" y="0"/>
                  </a:lnTo>
                  <a:close/>
                </a:path>
                <a:path w="6038850" h="4162425">
                  <a:moveTo>
                    <a:pt x="3833850" y="4133850"/>
                  </a:moveTo>
                  <a:lnTo>
                    <a:pt x="3776700" y="4133850"/>
                  </a:lnTo>
                  <a:lnTo>
                    <a:pt x="3776700" y="4162425"/>
                  </a:lnTo>
                  <a:lnTo>
                    <a:pt x="3833850" y="4162425"/>
                  </a:lnTo>
                  <a:lnTo>
                    <a:pt x="3833850" y="4133850"/>
                  </a:lnTo>
                  <a:close/>
                </a:path>
                <a:path w="6038850" h="4162425">
                  <a:moveTo>
                    <a:pt x="3853256" y="0"/>
                  </a:moveTo>
                  <a:lnTo>
                    <a:pt x="3796106" y="0"/>
                  </a:lnTo>
                  <a:lnTo>
                    <a:pt x="3796106" y="28575"/>
                  </a:lnTo>
                  <a:lnTo>
                    <a:pt x="3853256" y="28575"/>
                  </a:lnTo>
                  <a:lnTo>
                    <a:pt x="3853256" y="0"/>
                  </a:lnTo>
                  <a:close/>
                </a:path>
                <a:path w="6038850" h="4162425">
                  <a:moveTo>
                    <a:pt x="3919690" y="4133850"/>
                  </a:moveTo>
                  <a:lnTo>
                    <a:pt x="3862540" y="4133850"/>
                  </a:lnTo>
                  <a:lnTo>
                    <a:pt x="3862540" y="4162425"/>
                  </a:lnTo>
                  <a:lnTo>
                    <a:pt x="3919690" y="4162425"/>
                  </a:lnTo>
                  <a:lnTo>
                    <a:pt x="3919690" y="4133850"/>
                  </a:lnTo>
                  <a:close/>
                </a:path>
                <a:path w="6038850" h="4162425">
                  <a:moveTo>
                    <a:pt x="3939108" y="0"/>
                  </a:moveTo>
                  <a:lnTo>
                    <a:pt x="3881958" y="0"/>
                  </a:lnTo>
                  <a:lnTo>
                    <a:pt x="3881958" y="28575"/>
                  </a:lnTo>
                  <a:lnTo>
                    <a:pt x="3939108" y="28575"/>
                  </a:lnTo>
                  <a:lnTo>
                    <a:pt x="3939108" y="0"/>
                  </a:lnTo>
                  <a:close/>
                </a:path>
                <a:path w="6038850" h="4162425">
                  <a:moveTo>
                    <a:pt x="4005542" y="4133850"/>
                  </a:moveTo>
                  <a:lnTo>
                    <a:pt x="3948392" y="4133850"/>
                  </a:lnTo>
                  <a:lnTo>
                    <a:pt x="3948392" y="4162425"/>
                  </a:lnTo>
                  <a:lnTo>
                    <a:pt x="4005542" y="4162425"/>
                  </a:lnTo>
                  <a:lnTo>
                    <a:pt x="4005542" y="4133850"/>
                  </a:lnTo>
                  <a:close/>
                </a:path>
                <a:path w="6038850" h="4162425">
                  <a:moveTo>
                    <a:pt x="4024947" y="0"/>
                  </a:moveTo>
                  <a:lnTo>
                    <a:pt x="3967797" y="0"/>
                  </a:lnTo>
                  <a:lnTo>
                    <a:pt x="3967797" y="28575"/>
                  </a:lnTo>
                  <a:lnTo>
                    <a:pt x="4024947" y="28575"/>
                  </a:lnTo>
                  <a:lnTo>
                    <a:pt x="4024947" y="0"/>
                  </a:lnTo>
                  <a:close/>
                </a:path>
                <a:path w="6038850" h="4162425">
                  <a:moveTo>
                    <a:pt x="4091394" y="4133850"/>
                  </a:moveTo>
                  <a:lnTo>
                    <a:pt x="4034244" y="4133850"/>
                  </a:lnTo>
                  <a:lnTo>
                    <a:pt x="4034244" y="4162425"/>
                  </a:lnTo>
                  <a:lnTo>
                    <a:pt x="4091394" y="4162425"/>
                  </a:lnTo>
                  <a:lnTo>
                    <a:pt x="4091394" y="4133850"/>
                  </a:lnTo>
                  <a:close/>
                </a:path>
                <a:path w="6038850" h="4162425">
                  <a:moveTo>
                    <a:pt x="4110799" y="0"/>
                  </a:moveTo>
                  <a:lnTo>
                    <a:pt x="4053649" y="0"/>
                  </a:lnTo>
                  <a:lnTo>
                    <a:pt x="4053649" y="28575"/>
                  </a:lnTo>
                  <a:lnTo>
                    <a:pt x="4110799" y="28575"/>
                  </a:lnTo>
                  <a:lnTo>
                    <a:pt x="4110799" y="0"/>
                  </a:lnTo>
                  <a:close/>
                </a:path>
                <a:path w="6038850" h="4162425">
                  <a:moveTo>
                    <a:pt x="4177233" y="4133850"/>
                  </a:moveTo>
                  <a:lnTo>
                    <a:pt x="4120083" y="4133850"/>
                  </a:lnTo>
                  <a:lnTo>
                    <a:pt x="4120083" y="4162425"/>
                  </a:lnTo>
                  <a:lnTo>
                    <a:pt x="4177233" y="4162425"/>
                  </a:lnTo>
                  <a:lnTo>
                    <a:pt x="4177233" y="4133850"/>
                  </a:lnTo>
                  <a:close/>
                </a:path>
                <a:path w="6038850" h="4162425">
                  <a:moveTo>
                    <a:pt x="4196651" y="0"/>
                  </a:moveTo>
                  <a:lnTo>
                    <a:pt x="4139501" y="0"/>
                  </a:lnTo>
                  <a:lnTo>
                    <a:pt x="4139501" y="28575"/>
                  </a:lnTo>
                  <a:lnTo>
                    <a:pt x="4196651" y="28575"/>
                  </a:lnTo>
                  <a:lnTo>
                    <a:pt x="4196651" y="0"/>
                  </a:lnTo>
                  <a:close/>
                </a:path>
                <a:path w="6038850" h="4162425">
                  <a:moveTo>
                    <a:pt x="4263085" y="4133850"/>
                  </a:moveTo>
                  <a:lnTo>
                    <a:pt x="4205935" y="4133850"/>
                  </a:lnTo>
                  <a:lnTo>
                    <a:pt x="4205935" y="4162425"/>
                  </a:lnTo>
                  <a:lnTo>
                    <a:pt x="4263085" y="4162425"/>
                  </a:lnTo>
                  <a:lnTo>
                    <a:pt x="4263085" y="4133850"/>
                  </a:lnTo>
                  <a:close/>
                </a:path>
                <a:path w="6038850" h="4162425">
                  <a:moveTo>
                    <a:pt x="4282491" y="0"/>
                  </a:moveTo>
                  <a:lnTo>
                    <a:pt x="4225341" y="0"/>
                  </a:lnTo>
                  <a:lnTo>
                    <a:pt x="4225341" y="28575"/>
                  </a:lnTo>
                  <a:lnTo>
                    <a:pt x="4282491" y="28575"/>
                  </a:lnTo>
                  <a:lnTo>
                    <a:pt x="4282491" y="0"/>
                  </a:lnTo>
                  <a:close/>
                </a:path>
                <a:path w="6038850" h="4162425">
                  <a:moveTo>
                    <a:pt x="4348937" y="4133850"/>
                  </a:moveTo>
                  <a:lnTo>
                    <a:pt x="4291787" y="4133850"/>
                  </a:lnTo>
                  <a:lnTo>
                    <a:pt x="4291787" y="4162425"/>
                  </a:lnTo>
                  <a:lnTo>
                    <a:pt x="4348937" y="4162425"/>
                  </a:lnTo>
                  <a:lnTo>
                    <a:pt x="4348937" y="4133850"/>
                  </a:lnTo>
                  <a:close/>
                </a:path>
                <a:path w="6038850" h="4162425">
                  <a:moveTo>
                    <a:pt x="4368343" y="0"/>
                  </a:moveTo>
                  <a:lnTo>
                    <a:pt x="4311193" y="0"/>
                  </a:lnTo>
                  <a:lnTo>
                    <a:pt x="4311193" y="28575"/>
                  </a:lnTo>
                  <a:lnTo>
                    <a:pt x="4368343" y="28575"/>
                  </a:lnTo>
                  <a:lnTo>
                    <a:pt x="4368343" y="0"/>
                  </a:lnTo>
                  <a:close/>
                </a:path>
                <a:path w="6038850" h="4162425">
                  <a:moveTo>
                    <a:pt x="4434776" y="4133850"/>
                  </a:moveTo>
                  <a:lnTo>
                    <a:pt x="4377626" y="4133850"/>
                  </a:lnTo>
                  <a:lnTo>
                    <a:pt x="4377626" y="4162425"/>
                  </a:lnTo>
                  <a:lnTo>
                    <a:pt x="4434776" y="4162425"/>
                  </a:lnTo>
                  <a:lnTo>
                    <a:pt x="4434776" y="4133850"/>
                  </a:lnTo>
                  <a:close/>
                </a:path>
                <a:path w="6038850" h="4162425">
                  <a:moveTo>
                    <a:pt x="4454195" y="0"/>
                  </a:moveTo>
                  <a:lnTo>
                    <a:pt x="4397045" y="0"/>
                  </a:lnTo>
                  <a:lnTo>
                    <a:pt x="4397045" y="28575"/>
                  </a:lnTo>
                  <a:lnTo>
                    <a:pt x="4454195" y="28575"/>
                  </a:lnTo>
                  <a:lnTo>
                    <a:pt x="4454195" y="0"/>
                  </a:lnTo>
                  <a:close/>
                </a:path>
                <a:path w="6038850" h="4162425">
                  <a:moveTo>
                    <a:pt x="4520628" y="4133850"/>
                  </a:moveTo>
                  <a:lnTo>
                    <a:pt x="4463478" y="4133850"/>
                  </a:lnTo>
                  <a:lnTo>
                    <a:pt x="4463478" y="4162425"/>
                  </a:lnTo>
                  <a:lnTo>
                    <a:pt x="4520628" y="4162425"/>
                  </a:lnTo>
                  <a:lnTo>
                    <a:pt x="4520628" y="4133850"/>
                  </a:lnTo>
                  <a:close/>
                </a:path>
                <a:path w="6038850" h="4162425">
                  <a:moveTo>
                    <a:pt x="4540034" y="0"/>
                  </a:moveTo>
                  <a:lnTo>
                    <a:pt x="4482884" y="0"/>
                  </a:lnTo>
                  <a:lnTo>
                    <a:pt x="4482884" y="28575"/>
                  </a:lnTo>
                  <a:lnTo>
                    <a:pt x="4540034" y="28575"/>
                  </a:lnTo>
                  <a:lnTo>
                    <a:pt x="4540034" y="0"/>
                  </a:lnTo>
                  <a:close/>
                </a:path>
                <a:path w="6038850" h="4162425">
                  <a:moveTo>
                    <a:pt x="4606480" y="4133850"/>
                  </a:moveTo>
                  <a:lnTo>
                    <a:pt x="4549330" y="4133850"/>
                  </a:lnTo>
                  <a:lnTo>
                    <a:pt x="4549330" y="4162425"/>
                  </a:lnTo>
                  <a:lnTo>
                    <a:pt x="4606480" y="4162425"/>
                  </a:lnTo>
                  <a:lnTo>
                    <a:pt x="4606480" y="4133850"/>
                  </a:lnTo>
                  <a:close/>
                </a:path>
                <a:path w="6038850" h="4162425">
                  <a:moveTo>
                    <a:pt x="4625886" y="0"/>
                  </a:moveTo>
                  <a:lnTo>
                    <a:pt x="4568736" y="0"/>
                  </a:lnTo>
                  <a:lnTo>
                    <a:pt x="4568736" y="28575"/>
                  </a:lnTo>
                  <a:lnTo>
                    <a:pt x="4625886" y="28575"/>
                  </a:lnTo>
                  <a:lnTo>
                    <a:pt x="4625886" y="0"/>
                  </a:lnTo>
                  <a:close/>
                </a:path>
                <a:path w="6038850" h="4162425">
                  <a:moveTo>
                    <a:pt x="4692320" y="4133850"/>
                  </a:moveTo>
                  <a:lnTo>
                    <a:pt x="4635170" y="4133850"/>
                  </a:lnTo>
                  <a:lnTo>
                    <a:pt x="4635170" y="4162425"/>
                  </a:lnTo>
                  <a:lnTo>
                    <a:pt x="4692320" y="4162425"/>
                  </a:lnTo>
                  <a:lnTo>
                    <a:pt x="4692320" y="4133850"/>
                  </a:lnTo>
                  <a:close/>
                </a:path>
                <a:path w="6038850" h="4162425">
                  <a:moveTo>
                    <a:pt x="4711738" y="0"/>
                  </a:moveTo>
                  <a:lnTo>
                    <a:pt x="4654588" y="0"/>
                  </a:lnTo>
                  <a:lnTo>
                    <a:pt x="4654588" y="28575"/>
                  </a:lnTo>
                  <a:lnTo>
                    <a:pt x="4711738" y="28575"/>
                  </a:lnTo>
                  <a:lnTo>
                    <a:pt x="4711738" y="0"/>
                  </a:lnTo>
                  <a:close/>
                </a:path>
                <a:path w="6038850" h="4162425">
                  <a:moveTo>
                    <a:pt x="4778172" y="4133850"/>
                  </a:moveTo>
                  <a:lnTo>
                    <a:pt x="4721022" y="4133850"/>
                  </a:lnTo>
                  <a:lnTo>
                    <a:pt x="4721022" y="4162425"/>
                  </a:lnTo>
                  <a:lnTo>
                    <a:pt x="4778172" y="4162425"/>
                  </a:lnTo>
                  <a:lnTo>
                    <a:pt x="4778172" y="4133850"/>
                  </a:lnTo>
                  <a:close/>
                </a:path>
                <a:path w="6038850" h="4162425">
                  <a:moveTo>
                    <a:pt x="4797577" y="0"/>
                  </a:moveTo>
                  <a:lnTo>
                    <a:pt x="4740427" y="0"/>
                  </a:lnTo>
                  <a:lnTo>
                    <a:pt x="4740427" y="28575"/>
                  </a:lnTo>
                  <a:lnTo>
                    <a:pt x="4797577" y="28575"/>
                  </a:lnTo>
                  <a:lnTo>
                    <a:pt x="4797577" y="0"/>
                  </a:lnTo>
                  <a:close/>
                </a:path>
                <a:path w="6038850" h="4162425">
                  <a:moveTo>
                    <a:pt x="4864024" y="4133850"/>
                  </a:moveTo>
                  <a:lnTo>
                    <a:pt x="4806874" y="4133850"/>
                  </a:lnTo>
                  <a:lnTo>
                    <a:pt x="4806874" y="4162425"/>
                  </a:lnTo>
                  <a:lnTo>
                    <a:pt x="4864024" y="4162425"/>
                  </a:lnTo>
                  <a:lnTo>
                    <a:pt x="4864024" y="4133850"/>
                  </a:lnTo>
                  <a:close/>
                </a:path>
                <a:path w="6038850" h="4162425">
                  <a:moveTo>
                    <a:pt x="4883429" y="0"/>
                  </a:moveTo>
                  <a:lnTo>
                    <a:pt x="4826279" y="0"/>
                  </a:lnTo>
                  <a:lnTo>
                    <a:pt x="4826279" y="28575"/>
                  </a:lnTo>
                  <a:lnTo>
                    <a:pt x="4883429" y="28575"/>
                  </a:lnTo>
                  <a:lnTo>
                    <a:pt x="4883429" y="0"/>
                  </a:lnTo>
                  <a:close/>
                </a:path>
                <a:path w="6038850" h="4162425">
                  <a:moveTo>
                    <a:pt x="4949863" y="4133850"/>
                  </a:moveTo>
                  <a:lnTo>
                    <a:pt x="4892713" y="4133850"/>
                  </a:lnTo>
                  <a:lnTo>
                    <a:pt x="4892713" y="4162425"/>
                  </a:lnTo>
                  <a:lnTo>
                    <a:pt x="4949863" y="4162425"/>
                  </a:lnTo>
                  <a:lnTo>
                    <a:pt x="4949863" y="4133850"/>
                  </a:lnTo>
                  <a:close/>
                </a:path>
                <a:path w="6038850" h="4162425">
                  <a:moveTo>
                    <a:pt x="4969281" y="0"/>
                  </a:moveTo>
                  <a:lnTo>
                    <a:pt x="4912131" y="0"/>
                  </a:lnTo>
                  <a:lnTo>
                    <a:pt x="4912131" y="28575"/>
                  </a:lnTo>
                  <a:lnTo>
                    <a:pt x="4969281" y="28575"/>
                  </a:lnTo>
                  <a:lnTo>
                    <a:pt x="4969281" y="0"/>
                  </a:lnTo>
                  <a:close/>
                </a:path>
                <a:path w="6038850" h="4162425">
                  <a:moveTo>
                    <a:pt x="5035715" y="4133850"/>
                  </a:moveTo>
                  <a:lnTo>
                    <a:pt x="4978565" y="4133850"/>
                  </a:lnTo>
                  <a:lnTo>
                    <a:pt x="4978565" y="4162425"/>
                  </a:lnTo>
                  <a:lnTo>
                    <a:pt x="5035715" y="4162425"/>
                  </a:lnTo>
                  <a:lnTo>
                    <a:pt x="5035715" y="4133850"/>
                  </a:lnTo>
                  <a:close/>
                </a:path>
                <a:path w="6038850" h="4162425">
                  <a:moveTo>
                    <a:pt x="5055120" y="0"/>
                  </a:moveTo>
                  <a:lnTo>
                    <a:pt x="4997970" y="0"/>
                  </a:lnTo>
                  <a:lnTo>
                    <a:pt x="4997970" y="28575"/>
                  </a:lnTo>
                  <a:lnTo>
                    <a:pt x="5055120" y="28575"/>
                  </a:lnTo>
                  <a:lnTo>
                    <a:pt x="5055120" y="0"/>
                  </a:lnTo>
                  <a:close/>
                </a:path>
                <a:path w="6038850" h="4162425">
                  <a:moveTo>
                    <a:pt x="5121554" y="4133850"/>
                  </a:moveTo>
                  <a:lnTo>
                    <a:pt x="5064404" y="4133850"/>
                  </a:lnTo>
                  <a:lnTo>
                    <a:pt x="5064404" y="4162425"/>
                  </a:lnTo>
                  <a:lnTo>
                    <a:pt x="5121554" y="4162425"/>
                  </a:lnTo>
                  <a:lnTo>
                    <a:pt x="5121554" y="4133850"/>
                  </a:lnTo>
                  <a:close/>
                </a:path>
                <a:path w="6038850" h="4162425">
                  <a:moveTo>
                    <a:pt x="5140972" y="0"/>
                  </a:moveTo>
                  <a:lnTo>
                    <a:pt x="5083822" y="0"/>
                  </a:lnTo>
                  <a:lnTo>
                    <a:pt x="5083822" y="28575"/>
                  </a:lnTo>
                  <a:lnTo>
                    <a:pt x="5140972" y="28575"/>
                  </a:lnTo>
                  <a:lnTo>
                    <a:pt x="5140972" y="0"/>
                  </a:lnTo>
                  <a:close/>
                </a:path>
                <a:path w="6038850" h="4162425">
                  <a:moveTo>
                    <a:pt x="5207406" y="4133850"/>
                  </a:moveTo>
                  <a:lnTo>
                    <a:pt x="5150256" y="4133850"/>
                  </a:lnTo>
                  <a:lnTo>
                    <a:pt x="5150256" y="4162425"/>
                  </a:lnTo>
                  <a:lnTo>
                    <a:pt x="5207406" y="4162425"/>
                  </a:lnTo>
                  <a:lnTo>
                    <a:pt x="5207406" y="4133850"/>
                  </a:lnTo>
                  <a:close/>
                </a:path>
                <a:path w="6038850" h="4162425">
                  <a:moveTo>
                    <a:pt x="5226824" y="0"/>
                  </a:moveTo>
                  <a:lnTo>
                    <a:pt x="5169674" y="0"/>
                  </a:lnTo>
                  <a:lnTo>
                    <a:pt x="5169674" y="28575"/>
                  </a:lnTo>
                  <a:lnTo>
                    <a:pt x="5226824" y="28575"/>
                  </a:lnTo>
                  <a:lnTo>
                    <a:pt x="5226824" y="0"/>
                  </a:lnTo>
                  <a:close/>
                </a:path>
                <a:path w="6038850" h="4162425">
                  <a:moveTo>
                    <a:pt x="5293258" y="4133850"/>
                  </a:moveTo>
                  <a:lnTo>
                    <a:pt x="5236108" y="4133850"/>
                  </a:lnTo>
                  <a:lnTo>
                    <a:pt x="5236108" y="4162425"/>
                  </a:lnTo>
                  <a:lnTo>
                    <a:pt x="5293258" y="4162425"/>
                  </a:lnTo>
                  <a:lnTo>
                    <a:pt x="5293258" y="4133850"/>
                  </a:lnTo>
                  <a:close/>
                </a:path>
                <a:path w="6038850" h="4162425">
                  <a:moveTo>
                    <a:pt x="5312664" y="0"/>
                  </a:moveTo>
                  <a:lnTo>
                    <a:pt x="5255514" y="0"/>
                  </a:lnTo>
                  <a:lnTo>
                    <a:pt x="5255514" y="28575"/>
                  </a:lnTo>
                  <a:lnTo>
                    <a:pt x="5312664" y="28575"/>
                  </a:lnTo>
                  <a:lnTo>
                    <a:pt x="5312664" y="0"/>
                  </a:lnTo>
                  <a:close/>
                </a:path>
                <a:path w="6038850" h="4162425">
                  <a:moveTo>
                    <a:pt x="5379110" y="4133850"/>
                  </a:moveTo>
                  <a:lnTo>
                    <a:pt x="5321960" y="4133850"/>
                  </a:lnTo>
                  <a:lnTo>
                    <a:pt x="5321960" y="4162425"/>
                  </a:lnTo>
                  <a:lnTo>
                    <a:pt x="5379110" y="4162425"/>
                  </a:lnTo>
                  <a:lnTo>
                    <a:pt x="5379110" y="4133850"/>
                  </a:lnTo>
                  <a:close/>
                </a:path>
                <a:path w="6038850" h="4162425">
                  <a:moveTo>
                    <a:pt x="5398516" y="0"/>
                  </a:moveTo>
                  <a:lnTo>
                    <a:pt x="5341366" y="0"/>
                  </a:lnTo>
                  <a:lnTo>
                    <a:pt x="5341366" y="28575"/>
                  </a:lnTo>
                  <a:lnTo>
                    <a:pt x="5398516" y="28575"/>
                  </a:lnTo>
                  <a:lnTo>
                    <a:pt x="5398516" y="0"/>
                  </a:lnTo>
                  <a:close/>
                </a:path>
                <a:path w="6038850" h="4162425">
                  <a:moveTo>
                    <a:pt x="5464949" y="4133850"/>
                  </a:moveTo>
                  <a:lnTo>
                    <a:pt x="5407799" y="4133850"/>
                  </a:lnTo>
                  <a:lnTo>
                    <a:pt x="5407799" y="4162425"/>
                  </a:lnTo>
                  <a:lnTo>
                    <a:pt x="5464949" y="4162425"/>
                  </a:lnTo>
                  <a:lnTo>
                    <a:pt x="5464949" y="4133850"/>
                  </a:lnTo>
                  <a:close/>
                </a:path>
                <a:path w="6038850" h="4162425">
                  <a:moveTo>
                    <a:pt x="5484368" y="0"/>
                  </a:moveTo>
                  <a:lnTo>
                    <a:pt x="5427218" y="0"/>
                  </a:lnTo>
                  <a:lnTo>
                    <a:pt x="5427218" y="28575"/>
                  </a:lnTo>
                  <a:lnTo>
                    <a:pt x="5484368" y="28575"/>
                  </a:lnTo>
                  <a:lnTo>
                    <a:pt x="5484368" y="0"/>
                  </a:lnTo>
                  <a:close/>
                </a:path>
                <a:path w="6038850" h="4162425">
                  <a:moveTo>
                    <a:pt x="5550801" y="4133850"/>
                  </a:moveTo>
                  <a:lnTo>
                    <a:pt x="5493651" y="4133850"/>
                  </a:lnTo>
                  <a:lnTo>
                    <a:pt x="5493651" y="4162425"/>
                  </a:lnTo>
                  <a:lnTo>
                    <a:pt x="5550801" y="4162425"/>
                  </a:lnTo>
                  <a:lnTo>
                    <a:pt x="5550801" y="4133850"/>
                  </a:lnTo>
                  <a:close/>
                </a:path>
                <a:path w="6038850" h="4162425">
                  <a:moveTo>
                    <a:pt x="5570207" y="0"/>
                  </a:moveTo>
                  <a:lnTo>
                    <a:pt x="5513057" y="0"/>
                  </a:lnTo>
                  <a:lnTo>
                    <a:pt x="5513057" y="28575"/>
                  </a:lnTo>
                  <a:lnTo>
                    <a:pt x="5570207" y="28575"/>
                  </a:lnTo>
                  <a:lnTo>
                    <a:pt x="5570207" y="0"/>
                  </a:lnTo>
                  <a:close/>
                </a:path>
                <a:path w="6038850" h="4162425">
                  <a:moveTo>
                    <a:pt x="5636641" y="4133850"/>
                  </a:moveTo>
                  <a:lnTo>
                    <a:pt x="5579491" y="4133850"/>
                  </a:lnTo>
                  <a:lnTo>
                    <a:pt x="5579491" y="4162425"/>
                  </a:lnTo>
                  <a:lnTo>
                    <a:pt x="5636641" y="4162425"/>
                  </a:lnTo>
                  <a:lnTo>
                    <a:pt x="5636641" y="4133850"/>
                  </a:lnTo>
                  <a:close/>
                </a:path>
                <a:path w="6038850" h="4162425">
                  <a:moveTo>
                    <a:pt x="5656059" y="0"/>
                  </a:moveTo>
                  <a:lnTo>
                    <a:pt x="5598909" y="0"/>
                  </a:lnTo>
                  <a:lnTo>
                    <a:pt x="5598909" y="28575"/>
                  </a:lnTo>
                  <a:lnTo>
                    <a:pt x="5656059" y="28575"/>
                  </a:lnTo>
                  <a:lnTo>
                    <a:pt x="5656059" y="0"/>
                  </a:lnTo>
                  <a:close/>
                </a:path>
                <a:path w="6038850" h="4162425">
                  <a:moveTo>
                    <a:pt x="5722493" y="4133850"/>
                  </a:moveTo>
                  <a:lnTo>
                    <a:pt x="5665343" y="4133850"/>
                  </a:lnTo>
                  <a:lnTo>
                    <a:pt x="5665343" y="4162425"/>
                  </a:lnTo>
                  <a:lnTo>
                    <a:pt x="5722493" y="4162425"/>
                  </a:lnTo>
                  <a:lnTo>
                    <a:pt x="5722493" y="4133850"/>
                  </a:lnTo>
                  <a:close/>
                </a:path>
                <a:path w="6038850" h="4162425">
                  <a:moveTo>
                    <a:pt x="5741898" y="0"/>
                  </a:moveTo>
                  <a:lnTo>
                    <a:pt x="5684748" y="0"/>
                  </a:lnTo>
                  <a:lnTo>
                    <a:pt x="5684748" y="28575"/>
                  </a:lnTo>
                  <a:lnTo>
                    <a:pt x="5741898" y="28575"/>
                  </a:lnTo>
                  <a:lnTo>
                    <a:pt x="5741898" y="0"/>
                  </a:lnTo>
                  <a:close/>
                </a:path>
                <a:path w="6038850" h="4162425">
                  <a:moveTo>
                    <a:pt x="5808345" y="4133850"/>
                  </a:moveTo>
                  <a:lnTo>
                    <a:pt x="5751195" y="4133850"/>
                  </a:lnTo>
                  <a:lnTo>
                    <a:pt x="5751195" y="4162425"/>
                  </a:lnTo>
                  <a:lnTo>
                    <a:pt x="5808345" y="4162425"/>
                  </a:lnTo>
                  <a:lnTo>
                    <a:pt x="5808345" y="4133850"/>
                  </a:lnTo>
                  <a:close/>
                </a:path>
                <a:path w="6038850" h="4162425">
                  <a:moveTo>
                    <a:pt x="5827750" y="0"/>
                  </a:moveTo>
                  <a:lnTo>
                    <a:pt x="5770600" y="0"/>
                  </a:lnTo>
                  <a:lnTo>
                    <a:pt x="5770600" y="28575"/>
                  </a:lnTo>
                  <a:lnTo>
                    <a:pt x="5827750" y="28575"/>
                  </a:lnTo>
                  <a:lnTo>
                    <a:pt x="5827750" y="0"/>
                  </a:lnTo>
                  <a:close/>
                </a:path>
                <a:path w="6038850" h="4162425">
                  <a:moveTo>
                    <a:pt x="5895454" y="4156316"/>
                  </a:moveTo>
                  <a:lnTo>
                    <a:pt x="5888393" y="4128655"/>
                  </a:lnTo>
                  <a:lnTo>
                    <a:pt x="5879947" y="4130776"/>
                  </a:lnTo>
                  <a:lnTo>
                    <a:pt x="5864301" y="4133088"/>
                  </a:lnTo>
                  <a:lnTo>
                    <a:pt x="5848350" y="4133850"/>
                  </a:lnTo>
                  <a:lnTo>
                    <a:pt x="5837034" y="4133850"/>
                  </a:lnTo>
                  <a:lnTo>
                    <a:pt x="5837034" y="4162425"/>
                  </a:lnTo>
                  <a:lnTo>
                    <a:pt x="5848350" y="4162425"/>
                  </a:lnTo>
                  <a:lnTo>
                    <a:pt x="5867120" y="4161523"/>
                  </a:lnTo>
                  <a:lnTo>
                    <a:pt x="5885523" y="4158805"/>
                  </a:lnTo>
                  <a:lnTo>
                    <a:pt x="5895454" y="4156316"/>
                  </a:lnTo>
                  <a:close/>
                </a:path>
                <a:path w="6038850" h="4162425">
                  <a:moveTo>
                    <a:pt x="5915736" y="12522"/>
                  </a:moveTo>
                  <a:lnTo>
                    <a:pt x="5903569" y="8166"/>
                  </a:lnTo>
                  <a:lnTo>
                    <a:pt x="5885523" y="3632"/>
                  </a:lnTo>
                  <a:lnTo>
                    <a:pt x="5867120" y="914"/>
                  </a:lnTo>
                  <a:lnTo>
                    <a:pt x="5856452" y="393"/>
                  </a:lnTo>
                  <a:lnTo>
                    <a:pt x="5856427" y="914"/>
                  </a:lnTo>
                  <a:lnTo>
                    <a:pt x="5856313" y="3632"/>
                  </a:lnTo>
                  <a:lnTo>
                    <a:pt x="5855233" y="28917"/>
                  </a:lnTo>
                  <a:lnTo>
                    <a:pt x="5864301" y="29349"/>
                  </a:lnTo>
                  <a:lnTo>
                    <a:pt x="5879947" y="31661"/>
                  </a:lnTo>
                  <a:lnTo>
                    <a:pt x="5895289" y="35509"/>
                  </a:lnTo>
                  <a:lnTo>
                    <a:pt x="5905627" y="39217"/>
                  </a:lnTo>
                  <a:lnTo>
                    <a:pt x="5915736" y="12522"/>
                  </a:lnTo>
                  <a:close/>
                </a:path>
                <a:path w="6038850" h="4162425">
                  <a:moveTo>
                    <a:pt x="5975477" y="4113517"/>
                  </a:moveTo>
                  <a:lnTo>
                    <a:pt x="5956401" y="4092283"/>
                  </a:lnTo>
                  <a:lnTo>
                    <a:pt x="5951029" y="4097159"/>
                  </a:lnTo>
                  <a:lnTo>
                    <a:pt x="5938329" y="4106595"/>
                  </a:lnTo>
                  <a:lnTo>
                    <a:pt x="5924766" y="4114711"/>
                  </a:lnTo>
                  <a:lnTo>
                    <a:pt x="5913361" y="4120096"/>
                  </a:lnTo>
                  <a:lnTo>
                    <a:pt x="5924829" y="4146245"/>
                  </a:lnTo>
                  <a:lnTo>
                    <a:pt x="5938253" y="4139908"/>
                  </a:lnTo>
                  <a:lnTo>
                    <a:pt x="5954217" y="4130357"/>
                  </a:lnTo>
                  <a:lnTo>
                    <a:pt x="5969152" y="4119257"/>
                  </a:lnTo>
                  <a:lnTo>
                    <a:pt x="5975477" y="4113517"/>
                  </a:lnTo>
                  <a:close/>
                </a:path>
                <a:path w="6038850" h="4162425">
                  <a:moveTo>
                    <a:pt x="5990183" y="63652"/>
                  </a:moveTo>
                  <a:lnTo>
                    <a:pt x="5983059" y="55803"/>
                  </a:lnTo>
                  <a:lnTo>
                    <a:pt x="5969152" y="43167"/>
                  </a:lnTo>
                  <a:lnTo>
                    <a:pt x="5954217" y="32080"/>
                  </a:lnTo>
                  <a:lnTo>
                    <a:pt x="5942952" y="25349"/>
                  </a:lnTo>
                  <a:lnTo>
                    <a:pt x="5928766" y="50114"/>
                  </a:lnTo>
                  <a:lnTo>
                    <a:pt x="5938266" y="55803"/>
                  </a:lnTo>
                  <a:lnTo>
                    <a:pt x="5951029" y="65278"/>
                  </a:lnTo>
                  <a:lnTo>
                    <a:pt x="5962853" y="76009"/>
                  </a:lnTo>
                  <a:lnTo>
                    <a:pt x="5968911" y="82677"/>
                  </a:lnTo>
                  <a:lnTo>
                    <a:pt x="5990183" y="63652"/>
                  </a:lnTo>
                  <a:close/>
                </a:path>
                <a:path w="6038850" h="4162425">
                  <a:moveTo>
                    <a:pt x="6026455" y="4038968"/>
                  </a:moveTo>
                  <a:lnTo>
                    <a:pt x="5999746" y="4028910"/>
                  </a:lnTo>
                  <a:lnTo>
                    <a:pt x="5997956" y="4033901"/>
                  </a:lnTo>
                  <a:lnTo>
                    <a:pt x="5991136" y="4048341"/>
                  </a:lnTo>
                  <a:lnTo>
                    <a:pt x="5983071" y="4061828"/>
                  </a:lnTo>
                  <a:lnTo>
                    <a:pt x="5974486" y="4073385"/>
                  </a:lnTo>
                  <a:lnTo>
                    <a:pt x="5996749" y="4091292"/>
                  </a:lnTo>
                  <a:lnTo>
                    <a:pt x="6006782" y="4077792"/>
                  </a:lnTo>
                  <a:lnTo>
                    <a:pt x="6016333" y="4061828"/>
                  </a:lnTo>
                  <a:lnTo>
                    <a:pt x="6024359" y="4044835"/>
                  </a:lnTo>
                  <a:lnTo>
                    <a:pt x="6026455" y="4038968"/>
                  </a:lnTo>
                  <a:close/>
                </a:path>
                <a:path w="6038850" h="4162425">
                  <a:moveTo>
                    <a:pt x="6032830" y="143751"/>
                  </a:moveTo>
                  <a:lnTo>
                    <a:pt x="6032779" y="143573"/>
                  </a:lnTo>
                  <a:lnTo>
                    <a:pt x="6030696" y="135293"/>
                  </a:lnTo>
                  <a:lnTo>
                    <a:pt x="6024359" y="117602"/>
                  </a:lnTo>
                  <a:lnTo>
                    <a:pt x="6016333" y="100609"/>
                  </a:lnTo>
                  <a:lnTo>
                    <a:pt x="6008776" y="87985"/>
                  </a:lnTo>
                  <a:lnTo>
                    <a:pt x="5984722" y="103365"/>
                  </a:lnTo>
                  <a:lnTo>
                    <a:pt x="5991136" y="114096"/>
                  </a:lnTo>
                  <a:lnTo>
                    <a:pt x="5997956" y="128536"/>
                  </a:lnTo>
                  <a:lnTo>
                    <a:pt x="6003341" y="143573"/>
                  </a:lnTo>
                  <a:lnTo>
                    <a:pt x="6003391" y="143751"/>
                  </a:lnTo>
                  <a:lnTo>
                    <a:pt x="6005157" y="150774"/>
                  </a:lnTo>
                  <a:lnTo>
                    <a:pt x="6032830" y="143751"/>
                  </a:lnTo>
                  <a:close/>
                </a:path>
                <a:path w="6038850" h="4162425">
                  <a:moveTo>
                    <a:pt x="6038850" y="3950995"/>
                  </a:moveTo>
                  <a:lnTo>
                    <a:pt x="6010275" y="3950995"/>
                  </a:lnTo>
                  <a:lnTo>
                    <a:pt x="6010275" y="3971925"/>
                  </a:lnTo>
                  <a:lnTo>
                    <a:pt x="6009513" y="3987876"/>
                  </a:lnTo>
                  <a:lnTo>
                    <a:pt x="6007214" y="4003446"/>
                  </a:lnTo>
                  <a:lnTo>
                    <a:pt x="6035243" y="4009009"/>
                  </a:lnTo>
                  <a:lnTo>
                    <a:pt x="6037948" y="3990695"/>
                  </a:lnTo>
                  <a:lnTo>
                    <a:pt x="6038850" y="3971925"/>
                  </a:lnTo>
                  <a:lnTo>
                    <a:pt x="6038850" y="3950995"/>
                  </a:lnTo>
                  <a:close/>
                </a:path>
                <a:path w="6038850" h="4162425">
                  <a:moveTo>
                    <a:pt x="6038850" y="3865143"/>
                  </a:moveTo>
                  <a:lnTo>
                    <a:pt x="6010275" y="3865143"/>
                  </a:lnTo>
                  <a:lnTo>
                    <a:pt x="6010275" y="3922293"/>
                  </a:lnTo>
                  <a:lnTo>
                    <a:pt x="6038850" y="3922293"/>
                  </a:lnTo>
                  <a:lnTo>
                    <a:pt x="6038850" y="3865143"/>
                  </a:lnTo>
                  <a:close/>
                </a:path>
                <a:path w="6038850" h="4162425">
                  <a:moveTo>
                    <a:pt x="6038850" y="3779304"/>
                  </a:moveTo>
                  <a:lnTo>
                    <a:pt x="6010275" y="3779304"/>
                  </a:lnTo>
                  <a:lnTo>
                    <a:pt x="6010275" y="3836454"/>
                  </a:lnTo>
                  <a:lnTo>
                    <a:pt x="6038850" y="3836454"/>
                  </a:lnTo>
                  <a:lnTo>
                    <a:pt x="6038850" y="3779304"/>
                  </a:lnTo>
                  <a:close/>
                </a:path>
                <a:path w="6038850" h="4162425">
                  <a:moveTo>
                    <a:pt x="6038850" y="3693452"/>
                  </a:moveTo>
                  <a:lnTo>
                    <a:pt x="6010275" y="3693452"/>
                  </a:lnTo>
                  <a:lnTo>
                    <a:pt x="6010275" y="3750602"/>
                  </a:lnTo>
                  <a:lnTo>
                    <a:pt x="6038850" y="3750602"/>
                  </a:lnTo>
                  <a:lnTo>
                    <a:pt x="6038850" y="3693452"/>
                  </a:lnTo>
                  <a:close/>
                </a:path>
                <a:path w="6038850" h="4162425">
                  <a:moveTo>
                    <a:pt x="6038850" y="3607600"/>
                  </a:moveTo>
                  <a:lnTo>
                    <a:pt x="6010275" y="3607600"/>
                  </a:lnTo>
                  <a:lnTo>
                    <a:pt x="6010275" y="3664750"/>
                  </a:lnTo>
                  <a:lnTo>
                    <a:pt x="6038850" y="3664750"/>
                  </a:lnTo>
                  <a:lnTo>
                    <a:pt x="6038850" y="3607600"/>
                  </a:lnTo>
                  <a:close/>
                </a:path>
                <a:path w="6038850" h="4162425">
                  <a:moveTo>
                    <a:pt x="6038850" y="3521760"/>
                  </a:moveTo>
                  <a:lnTo>
                    <a:pt x="6010275" y="3521760"/>
                  </a:lnTo>
                  <a:lnTo>
                    <a:pt x="6010275" y="3578910"/>
                  </a:lnTo>
                  <a:lnTo>
                    <a:pt x="6038850" y="3578910"/>
                  </a:lnTo>
                  <a:lnTo>
                    <a:pt x="6038850" y="3521760"/>
                  </a:lnTo>
                  <a:close/>
                </a:path>
                <a:path w="6038850" h="4162425">
                  <a:moveTo>
                    <a:pt x="6038850" y="3435908"/>
                  </a:moveTo>
                  <a:lnTo>
                    <a:pt x="6010275" y="3435908"/>
                  </a:lnTo>
                  <a:lnTo>
                    <a:pt x="6010275" y="3493058"/>
                  </a:lnTo>
                  <a:lnTo>
                    <a:pt x="6038850" y="3493058"/>
                  </a:lnTo>
                  <a:lnTo>
                    <a:pt x="6038850" y="3435908"/>
                  </a:lnTo>
                  <a:close/>
                </a:path>
                <a:path w="6038850" h="4162425">
                  <a:moveTo>
                    <a:pt x="6038850" y="3350056"/>
                  </a:moveTo>
                  <a:lnTo>
                    <a:pt x="6010275" y="3350056"/>
                  </a:lnTo>
                  <a:lnTo>
                    <a:pt x="6010275" y="3407206"/>
                  </a:lnTo>
                  <a:lnTo>
                    <a:pt x="6038850" y="3407206"/>
                  </a:lnTo>
                  <a:lnTo>
                    <a:pt x="6038850" y="3350056"/>
                  </a:lnTo>
                  <a:close/>
                </a:path>
                <a:path w="6038850" h="4162425">
                  <a:moveTo>
                    <a:pt x="6038850" y="3264217"/>
                  </a:moveTo>
                  <a:lnTo>
                    <a:pt x="6010275" y="3264217"/>
                  </a:lnTo>
                  <a:lnTo>
                    <a:pt x="6010275" y="3321367"/>
                  </a:lnTo>
                  <a:lnTo>
                    <a:pt x="6038850" y="3321367"/>
                  </a:lnTo>
                  <a:lnTo>
                    <a:pt x="6038850" y="3264217"/>
                  </a:lnTo>
                  <a:close/>
                </a:path>
                <a:path w="6038850" h="4162425">
                  <a:moveTo>
                    <a:pt x="6038850" y="3178365"/>
                  </a:moveTo>
                  <a:lnTo>
                    <a:pt x="6010275" y="3178365"/>
                  </a:lnTo>
                  <a:lnTo>
                    <a:pt x="6010275" y="3235515"/>
                  </a:lnTo>
                  <a:lnTo>
                    <a:pt x="6038850" y="3235515"/>
                  </a:lnTo>
                  <a:lnTo>
                    <a:pt x="6038850" y="3178365"/>
                  </a:lnTo>
                  <a:close/>
                </a:path>
                <a:path w="6038850" h="4162425">
                  <a:moveTo>
                    <a:pt x="6038850" y="3092513"/>
                  </a:moveTo>
                  <a:lnTo>
                    <a:pt x="6010275" y="3092513"/>
                  </a:lnTo>
                  <a:lnTo>
                    <a:pt x="6010275" y="3149663"/>
                  </a:lnTo>
                  <a:lnTo>
                    <a:pt x="6038850" y="3149663"/>
                  </a:lnTo>
                  <a:lnTo>
                    <a:pt x="6038850" y="3092513"/>
                  </a:lnTo>
                  <a:close/>
                </a:path>
                <a:path w="6038850" h="4162425">
                  <a:moveTo>
                    <a:pt x="6038850" y="3006674"/>
                  </a:moveTo>
                  <a:lnTo>
                    <a:pt x="6010275" y="3006674"/>
                  </a:lnTo>
                  <a:lnTo>
                    <a:pt x="6010275" y="3063824"/>
                  </a:lnTo>
                  <a:lnTo>
                    <a:pt x="6038850" y="3063824"/>
                  </a:lnTo>
                  <a:lnTo>
                    <a:pt x="6038850" y="3006674"/>
                  </a:lnTo>
                  <a:close/>
                </a:path>
                <a:path w="6038850" h="4162425">
                  <a:moveTo>
                    <a:pt x="6038850" y="2920822"/>
                  </a:moveTo>
                  <a:lnTo>
                    <a:pt x="6010275" y="2920822"/>
                  </a:lnTo>
                  <a:lnTo>
                    <a:pt x="6010275" y="2977972"/>
                  </a:lnTo>
                  <a:lnTo>
                    <a:pt x="6038850" y="2977972"/>
                  </a:lnTo>
                  <a:lnTo>
                    <a:pt x="6038850" y="2920822"/>
                  </a:lnTo>
                  <a:close/>
                </a:path>
                <a:path w="6038850" h="4162425">
                  <a:moveTo>
                    <a:pt x="6038850" y="2834970"/>
                  </a:moveTo>
                  <a:lnTo>
                    <a:pt x="6010275" y="2834970"/>
                  </a:lnTo>
                  <a:lnTo>
                    <a:pt x="6010275" y="2892120"/>
                  </a:lnTo>
                  <a:lnTo>
                    <a:pt x="6038850" y="2892120"/>
                  </a:lnTo>
                  <a:lnTo>
                    <a:pt x="6038850" y="2834970"/>
                  </a:lnTo>
                  <a:close/>
                </a:path>
                <a:path w="6038850" h="4162425">
                  <a:moveTo>
                    <a:pt x="6038850" y="2749131"/>
                  </a:moveTo>
                  <a:lnTo>
                    <a:pt x="6010275" y="2749131"/>
                  </a:lnTo>
                  <a:lnTo>
                    <a:pt x="6010275" y="2806281"/>
                  </a:lnTo>
                  <a:lnTo>
                    <a:pt x="6038850" y="2806281"/>
                  </a:lnTo>
                  <a:lnTo>
                    <a:pt x="6038850" y="2749131"/>
                  </a:lnTo>
                  <a:close/>
                </a:path>
                <a:path w="6038850" h="4162425">
                  <a:moveTo>
                    <a:pt x="6038850" y="2663279"/>
                  </a:moveTo>
                  <a:lnTo>
                    <a:pt x="6010275" y="2663279"/>
                  </a:lnTo>
                  <a:lnTo>
                    <a:pt x="6010275" y="2720429"/>
                  </a:lnTo>
                  <a:lnTo>
                    <a:pt x="6038850" y="2720429"/>
                  </a:lnTo>
                  <a:lnTo>
                    <a:pt x="6038850" y="2663279"/>
                  </a:lnTo>
                  <a:close/>
                </a:path>
                <a:path w="6038850" h="4162425">
                  <a:moveTo>
                    <a:pt x="6038850" y="2577439"/>
                  </a:moveTo>
                  <a:lnTo>
                    <a:pt x="6010275" y="2577439"/>
                  </a:lnTo>
                  <a:lnTo>
                    <a:pt x="6010275" y="2634589"/>
                  </a:lnTo>
                  <a:lnTo>
                    <a:pt x="6038850" y="2634589"/>
                  </a:lnTo>
                  <a:lnTo>
                    <a:pt x="6038850" y="2577439"/>
                  </a:lnTo>
                  <a:close/>
                </a:path>
                <a:path w="6038850" h="4162425">
                  <a:moveTo>
                    <a:pt x="6038850" y="2491587"/>
                  </a:moveTo>
                  <a:lnTo>
                    <a:pt x="6010275" y="2491587"/>
                  </a:lnTo>
                  <a:lnTo>
                    <a:pt x="6010275" y="2548737"/>
                  </a:lnTo>
                  <a:lnTo>
                    <a:pt x="6038850" y="2548737"/>
                  </a:lnTo>
                  <a:lnTo>
                    <a:pt x="6038850" y="2491587"/>
                  </a:lnTo>
                  <a:close/>
                </a:path>
                <a:path w="6038850" h="4162425">
                  <a:moveTo>
                    <a:pt x="6038850" y="2405735"/>
                  </a:moveTo>
                  <a:lnTo>
                    <a:pt x="6010275" y="2405735"/>
                  </a:lnTo>
                  <a:lnTo>
                    <a:pt x="6010275" y="2462885"/>
                  </a:lnTo>
                  <a:lnTo>
                    <a:pt x="6038850" y="2462885"/>
                  </a:lnTo>
                  <a:lnTo>
                    <a:pt x="6038850" y="2405735"/>
                  </a:lnTo>
                  <a:close/>
                </a:path>
                <a:path w="6038850" h="4162425">
                  <a:moveTo>
                    <a:pt x="6038850" y="2319896"/>
                  </a:moveTo>
                  <a:lnTo>
                    <a:pt x="6010275" y="2319896"/>
                  </a:lnTo>
                  <a:lnTo>
                    <a:pt x="6010275" y="2377046"/>
                  </a:lnTo>
                  <a:lnTo>
                    <a:pt x="6038850" y="2377046"/>
                  </a:lnTo>
                  <a:lnTo>
                    <a:pt x="6038850" y="2319896"/>
                  </a:lnTo>
                  <a:close/>
                </a:path>
                <a:path w="6038850" h="4162425">
                  <a:moveTo>
                    <a:pt x="6038850" y="2234044"/>
                  </a:moveTo>
                  <a:lnTo>
                    <a:pt x="6010275" y="2234044"/>
                  </a:lnTo>
                  <a:lnTo>
                    <a:pt x="6010275" y="2291194"/>
                  </a:lnTo>
                  <a:lnTo>
                    <a:pt x="6038850" y="2291194"/>
                  </a:lnTo>
                  <a:lnTo>
                    <a:pt x="6038850" y="2234044"/>
                  </a:lnTo>
                  <a:close/>
                </a:path>
                <a:path w="6038850" h="4162425">
                  <a:moveTo>
                    <a:pt x="6038850" y="2148192"/>
                  </a:moveTo>
                  <a:lnTo>
                    <a:pt x="6010275" y="2148192"/>
                  </a:lnTo>
                  <a:lnTo>
                    <a:pt x="6010275" y="2205342"/>
                  </a:lnTo>
                  <a:lnTo>
                    <a:pt x="6038850" y="2205342"/>
                  </a:lnTo>
                  <a:lnTo>
                    <a:pt x="6038850" y="2148192"/>
                  </a:lnTo>
                  <a:close/>
                </a:path>
                <a:path w="6038850" h="4162425">
                  <a:moveTo>
                    <a:pt x="6038850" y="2062353"/>
                  </a:moveTo>
                  <a:lnTo>
                    <a:pt x="6010275" y="2062353"/>
                  </a:lnTo>
                  <a:lnTo>
                    <a:pt x="6010275" y="2119503"/>
                  </a:lnTo>
                  <a:lnTo>
                    <a:pt x="6038850" y="2119503"/>
                  </a:lnTo>
                  <a:lnTo>
                    <a:pt x="6038850" y="2062353"/>
                  </a:lnTo>
                  <a:close/>
                </a:path>
                <a:path w="6038850" h="4162425">
                  <a:moveTo>
                    <a:pt x="6038850" y="1976501"/>
                  </a:moveTo>
                  <a:lnTo>
                    <a:pt x="6010275" y="1976501"/>
                  </a:lnTo>
                  <a:lnTo>
                    <a:pt x="6010275" y="2033651"/>
                  </a:lnTo>
                  <a:lnTo>
                    <a:pt x="6038850" y="2033651"/>
                  </a:lnTo>
                  <a:lnTo>
                    <a:pt x="6038850" y="1976501"/>
                  </a:lnTo>
                  <a:close/>
                </a:path>
                <a:path w="6038850" h="4162425">
                  <a:moveTo>
                    <a:pt x="6038850" y="1890649"/>
                  </a:moveTo>
                  <a:lnTo>
                    <a:pt x="6010275" y="1890649"/>
                  </a:lnTo>
                  <a:lnTo>
                    <a:pt x="6010275" y="1947799"/>
                  </a:lnTo>
                  <a:lnTo>
                    <a:pt x="6038850" y="1947799"/>
                  </a:lnTo>
                  <a:lnTo>
                    <a:pt x="6038850" y="1890649"/>
                  </a:lnTo>
                  <a:close/>
                </a:path>
                <a:path w="6038850" h="4162425">
                  <a:moveTo>
                    <a:pt x="6038850" y="1804809"/>
                  </a:moveTo>
                  <a:lnTo>
                    <a:pt x="6010275" y="1804809"/>
                  </a:lnTo>
                  <a:lnTo>
                    <a:pt x="6010275" y="1861959"/>
                  </a:lnTo>
                  <a:lnTo>
                    <a:pt x="6038850" y="1861959"/>
                  </a:lnTo>
                  <a:lnTo>
                    <a:pt x="6038850" y="1804809"/>
                  </a:lnTo>
                  <a:close/>
                </a:path>
                <a:path w="6038850" h="4162425">
                  <a:moveTo>
                    <a:pt x="6038850" y="1718957"/>
                  </a:moveTo>
                  <a:lnTo>
                    <a:pt x="6010275" y="1718957"/>
                  </a:lnTo>
                  <a:lnTo>
                    <a:pt x="6010275" y="1776107"/>
                  </a:lnTo>
                  <a:lnTo>
                    <a:pt x="6038850" y="1776107"/>
                  </a:lnTo>
                  <a:lnTo>
                    <a:pt x="6038850" y="1718957"/>
                  </a:lnTo>
                  <a:close/>
                </a:path>
                <a:path w="6038850" h="4162425">
                  <a:moveTo>
                    <a:pt x="6038850" y="1633105"/>
                  </a:moveTo>
                  <a:lnTo>
                    <a:pt x="6010275" y="1633105"/>
                  </a:lnTo>
                  <a:lnTo>
                    <a:pt x="6010275" y="1690255"/>
                  </a:lnTo>
                  <a:lnTo>
                    <a:pt x="6038850" y="1690255"/>
                  </a:lnTo>
                  <a:lnTo>
                    <a:pt x="6038850" y="1633105"/>
                  </a:lnTo>
                  <a:close/>
                </a:path>
                <a:path w="6038850" h="4162425">
                  <a:moveTo>
                    <a:pt x="6038850" y="1547266"/>
                  </a:moveTo>
                  <a:lnTo>
                    <a:pt x="6010275" y="1547266"/>
                  </a:lnTo>
                  <a:lnTo>
                    <a:pt x="6010275" y="1604416"/>
                  </a:lnTo>
                  <a:lnTo>
                    <a:pt x="6038850" y="1604416"/>
                  </a:lnTo>
                  <a:lnTo>
                    <a:pt x="6038850" y="1547266"/>
                  </a:lnTo>
                  <a:close/>
                </a:path>
                <a:path w="6038850" h="4162425">
                  <a:moveTo>
                    <a:pt x="6038850" y="1461414"/>
                  </a:moveTo>
                  <a:lnTo>
                    <a:pt x="6010275" y="1461414"/>
                  </a:lnTo>
                  <a:lnTo>
                    <a:pt x="6010275" y="1518564"/>
                  </a:lnTo>
                  <a:lnTo>
                    <a:pt x="6038850" y="1518564"/>
                  </a:lnTo>
                  <a:lnTo>
                    <a:pt x="6038850" y="1461414"/>
                  </a:lnTo>
                  <a:close/>
                </a:path>
                <a:path w="6038850" h="4162425">
                  <a:moveTo>
                    <a:pt x="6038850" y="1375562"/>
                  </a:moveTo>
                  <a:lnTo>
                    <a:pt x="6010275" y="1375562"/>
                  </a:lnTo>
                  <a:lnTo>
                    <a:pt x="6010275" y="1432712"/>
                  </a:lnTo>
                  <a:lnTo>
                    <a:pt x="6038850" y="1432712"/>
                  </a:lnTo>
                  <a:lnTo>
                    <a:pt x="6038850" y="1375562"/>
                  </a:lnTo>
                  <a:close/>
                </a:path>
                <a:path w="6038850" h="4162425">
                  <a:moveTo>
                    <a:pt x="6038850" y="1289723"/>
                  </a:moveTo>
                  <a:lnTo>
                    <a:pt x="6010275" y="1289723"/>
                  </a:lnTo>
                  <a:lnTo>
                    <a:pt x="6010275" y="1346873"/>
                  </a:lnTo>
                  <a:lnTo>
                    <a:pt x="6038850" y="1346873"/>
                  </a:lnTo>
                  <a:lnTo>
                    <a:pt x="6038850" y="1289723"/>
                  </a:lnTo>
                  <a:close/>
                </a:path>
                <a:path w="6038850" h="4162425">
                  <a:moveTo>
                    <a:pt x="6038850" y="1203871"/>
                  </a:moveTo>
                  <a:lnTo>
                    <a:pt x="6010275" y="1203871"/>
                  </a:lnTo>
                  <a:lnTo>
                    <a:pt x="6010275" y="1261021"/>
                  </a:lnTo>
                  <a:lnTo>
                    <a:pt x="6038850" y="1261021"/>
                  </a:lnTo>
                  <a:lnTo>
                    <a:pt x="6038850" y="1203871"/>
                  </a:lnTo>
                  <a:close/>
                </a:path>
                <a:path w="6038850" h="4162425">
                  <a:moveTo>
                    <a:pt x="6038850" y="1118019"/>
                  </a:moveTo>
                  <a:lnTo>
                    <a:pt x="6010275" y="1118019"/>
                  </a:lnTo>
                  <a:lnTo>
                    <a:pt x="6010275" y="1175169"/>
                  </a:lnTo>
                  <a:lnTo>
                    <a:pt x="6038850" y="1175169"/>
                  </a:lnTo>
                  <a:lnTo>
                    <a:pt x="6038850" y="1118019"/>
                  </a:lnTo>
                  <a:close/>
                </a:path>
                <a:path w="6038850" h="4162425">
                  <a:moveTo>
                    <a:pt x="6038850" y="1032179"/>
                  </a:moveTo>
                  <a:lnTo>
                    <a:pt x="6010275" y="1032179"/>
                  </a:lnTo>
                  <a:lnTo>
                    <a:pt x="6010275" y="1089329"/>
                  </a:lnTo>
                  <a:lnTo>
                    <a:pt x="6038850" y="1089329"/>
                  </a:lnTo>
                  <a:lnTo>
                    <a:pt x="6038850" y="1032179"/>
                  </a:lnTo>
                  <a:close/>
                </a:path>
                <a:path w="6038850" h="4162425">
                  <a:moveTo>
                    <a:pt x="6038850" y="946327"/>
                  </a:moveTo>
                  <a:lnTo>
                    <a:pt x="6010275" y="946327"/>
                  </a:lnTo>
                  <a:lnTo>
                    <a:pt x="6010275" y="1003477"/>
                  </a:lnTo>
                  <a:lnTo>
                    <a:pt x="6038850" y="1003477"/>
                  </a:lnTo>
                  <a:lnTo>
                    <a:pt x="6038850" y="946327"/>
                  </a:lnTo>
                  <a:close/>
                </a:path>
                <a:path w="6038850" h="4162425">
                  <a:moveTo>
                    <a:pt x="6038850" y="860475"/>
                  </a:moveTo>
                  <a:lnTo>
                    <a:pt x="6010275" y="860475"/>
                  </a:lnTo>
                  <a:lnTo>
                    <a:pt x="6010275" y="917625"/>
                  </a:lnTo>
                  <a:lnTo>
                    <a:pt x="6038850" y="917625"/>
                  </a:lnTo>
                  <a:lnTo>
                    <a:pt x="6038850" y="860475"/>
                  </a:lnTo>
                  <a:close/>
                </a:path>
                <a:path w="6038850" h="4162425">
                  <a:moveTo>
                    <a:pt x="6038850" y="774636"/>
                  </a:moveTo>
                  <a:lnTo>
                    <a:pt x="6010275" y="774636"/>
                  </a:lnTo>
                  <a:lnTo>
                    <a:pt x="6010275" y="831786"/>
                  </a:lnTo>
                  <a:lnTo>
                    <a:pt x="6038850" y="831786"/>
                  </a:lnTo>
                  <a:lnTo>
                    <a:pt x="6038850" y="774636"/>
                  </a:lnTo>
                  <a:close/>
                </a:path>
                <a:path w="6038850" h="4162425">
                  <a:moveTo>
                    <a:pt x="6038850" y="688784"/>
                  </a:moveTo>
                  <a:lnTo>
                    <a:pt x="6010275" y="688784"/>
                  </a:lnTo>
                  <a:lnTo>
                    <a:pt x="6010275" y="745934"/>
                  </a:lnTo>
                  <a:lnTo>
                    <a:pt x="6038850" y="745934"/>
                  </a:lnTo>
                  <a:lnTo>
                    <a:pt x="6038850" y="688784"/>
                  </a:lnTo>
                  <a:close/>
                </a:path>
                <a:path w="6038850" h="4162425">
                  <a:moveTo>
                    <a:pt x="6038850" y="602932"/>
                  </a:moveTo>
                  <a:lnTo>
                    <a:pt x="6010275" y="602932"/>
                  </a:lnTo>
                  <a:lnTo>
                    <a:pt x="6010275" y="660082"/>
                  </a:lnTo>
                  <a:lnTo>
                    <a:pt x="6038850" y="660082"/>
                  </a:lnTo>
                  <a:lnTo>
                    <a:pt x="6038850" y="602932"/>
                  </a:lnTo>
                  <a:close/>
                </a:path>
                <a:path w="6038850" h="4162425">
                  <a:moveTo>
                    <a:pt x="6038850" y="517093"/>
                  </a:moveTo>
                  <a:lnTo>
                    <a:pt x="6010275" y="517093"/>
                  </a:lnTo>
                  <a:lnTo>
                    <a:pt x="6010275" y="574243"/>
                  </a:lnTo>
                  <a:lnTo>
                    <a:pt x="6038850" y="574243"/>
                  </a:lnTo>
                  <a:lnTo>
                    <a:pt x="6038850" y="517093"/>
                  </a:lnTo>
                  <a:close/>
                </a:path>
                <a:path w="6038850" h="4162425">
                  <a:moveTo>
                    <a:pt x="6038850" y="431241"/>
                  </a:moveTo>
                  <a:lnTo>
                    <a:pt x="6010275" y="431241"/>
                  </a:lnTo>
                  <a:lnTo>
                    <a:pt x="6010275" y="488391"/>
                  </a:lnTo>
                  <a:lnTo>
                    <a:pt x="6038850" y="488391"/>
                  </a:lnTo>
                  <a:lnTo>
                    <a:pt x="6038850" y="431241"/>
                  </a:lnTo>
                  <a:close/>
                </a:path>
                <a:path w="6038850" h="4162425">
                  <a:moveTo>
                    <a:pt x="6038850" y="345389"/>
                  </a:moveTo>
                  <a:lnTo>
                    <a:pt x="6010275" y="345389"/>
                  </a:lnTo>
                  <a:lnTo>
                    <a:pt x="6010275" y="402539"/>
                  </a:lnTo>
                  <a:lnTo>
                    <a:pt x="6038850" y="402539"/>
                  </a:lnTo>
                  <a:lnTo>
                    <a:pt x="6038850" y="345389"/>
                  </a:lnTo>
                  <a:close/>
                </a:path>
                <a:path w="6038850" h="4162425">
                  <a:moveTo>
                    <a:pt x="6038850" y="259549"/>
                  </a:moveTo>
                  <a:lnTo>
                    <a:pt x="6010275" y="259549"/>
                  </a:lnTo>
                  <a:lnTo>
                    <a:pt x="6010275" y="316699"/>
                  </a:lnTo>
                  <a:lnTo>
                    <a:pt x="6038850" y="316699"/>
                  </a:lnTo>
                  <a:lnTo>
                    <a:pt x="6038850" y="259549"/>
                  </a:lnTo>
                  <a:close/>
                </a:path>
                <a:path w="6038850" h="4162425">
                  <a:moveTo>
                    <a:pt x="6038850" y="190500"/>
                  </a:moveTo>
                  <a:lnTo>
                    <a:pt x="6038037" y="173545"/>
                  </a:lnTo>
                  <a:lnTo>
                    <a:pt x="6009589" y="176085"/>
                  </a:lnTo>
                  <a:lnTo>
                    <a:pt x="6010275" y="190500"/>
                  </a:lnTo>
                  <a:lnTo>
                    <a:pt x="6010275" y="230847"/>
                  </a:lnTo>
                  <a:lnTo>
                    <a:pt x="6038850" y="230847"/>
                  </a:lnTo>
                  <a:lnTo>
                    <a:pt x="6038850" y="1905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58800" y="1560830"/>
            <a:ext cx="5539740" cy="3910301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79120">
              <a:lnSpc>
                <a:spcPts val="2180"/>
              </a:lnSpc>
              <a:spcBef>
                <a:spcPts val="65"/>
              </a:spcBef>
            </a:pPr>
            <a:r>
              <a:rPr sz="1700" b="1" spc="290" dirty="0">
                <a:solidFill>
                  <a:srgbClr val="0095B8"/>
                </a:solidFill>
                <a:latin typeface="Arial"/>
                <a:cs typeface="Arial"/>
              </a:rPr>
              <a:t>Как</a:t>
            </a:r>
            <a:r>
              <a:rPr sz="1700" b="1" spc="-6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700" b="1" spc="105" dirty="0">
                <a:solidFill>
                  <a:srgbClr val="0095B8"/>
                </a:solidFill>
                <a:latin typeface="Arial"/>
                <a:cs typeface="Arial"/>
              </a:rPr>
              <a:t>ты</a:t>
            </a:r>
            <a:r>
              <a:rPr sz="1700" b="1" spc="11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700" b="1" spc="185" dirty="0">
                <a:solidFill>
                  <a:srgbClr val="0095B8"/>
                </a:solidFill>
                <a:latin typeface="Arial"/>
                <a:cs typeface="Arial"/>
              </a:rPr>
              <a:t>планируешь</a:t>
            </a:r>
            <a:r>
              <a:rPr sz="1700" b="1" spc="60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700" b="1" spc="125" dirty="0">
                <a:solidFill>
                  <a:srgbClr val="0095B8"/>
                </a:solidFill>
                <a:latin typeface="Arial"/>
                <a:cs typeface="Arial"/>
              </a:rPr>
              <a:t>использовать</a:t>
            </a:r>
            <a:r>
              <a:rPr sz="1700" b="1" spc="55" dirty="0">
                <a:solidFill>
                  <a:srgbClr val="0095B8"/>
                </a:solidFill>
                <a:latin typeface="Arial"/>
                <a:cs typeface="Arial"/>
              </a:rPr>
              <a:t> </a:t>
            </a:r>
            <a:r>
              <a:rPr sz="1700" b="1" spc="105" dirty="0">
                <a:solidFill>
                  <a:srgbClr val="0095B8"/>
                </a:solidFill>
                <a:latin typeface="Arial"/>
                <a:cs typeface="Arial"/>
              </a:rPr>
              <a:t>свои </a:t>
            </a:r>
            <a:r>
              <a:rPr sz="1700" b="1" spc="130" dirty="0">
                <a:solidFill>
                  <a:srgbClr val="0095B8"/>
                </a:solidFill>
                <a:latin typeface="Arial"/>
                <a:cs typeface="Arial"/>
              </a:rPr>
              <a:t>знания</a:t>
            </a:r>
            <a:r>
              <a:rPr sz="1900" b="1" spc="130" dirty="0">
                <a:solidFill>
                  <a:srgbClr val="0095B8"/>
                </a:solidFill>
                <a:latin typeface="Arial"/>
                <a:cs typeface="Arial"/>
              </a:rPr>
              <a:t>?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1800" dirty="0">
              <a:latin typeface="Arial"/>
              <a:cs typeface="Arial"/>
            </a:endParaRPr>
          </a:p>
          <a:p>
            <a:pPr marL="327025">
              <a:lnSpc>
                <a:spcPct val="100000"/>
              </a:lnSpc>
            </a:pPr>
            <a:r>
              <a:rPr sz="1700" i="1" dirty="0">
                <a:solidFill>
                  <a:srgbClr val="878787"/>
                </a:solidFill>
                <a:latin typeface="Arial"/>
                <a:cs typeface="Arial"/>
              </a:rPr>
              <a:t>Напиши</a:t>
            </a:r>
            <a:r>
              <a:rPr sz="1700" i="1" spc="19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878787"/>
                </a:solidFill>
                <a:latin typeface="Arial"/>
                <a:cs typeface="Arial"/>
              </a:rPr>
              <a:t>свои</a:t>
            </a:r>
            <a:r>
              <a:rPr sz="1700" i="1" spc="19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878787"/>
                </a:solidFill>
                <a:latin typeface="Arial"/>
                <a:cs typeface="Arial"/>
              </a:rPr>
              <a:t>планы</a:t>
            </a:r>
            <a:r>
              <a:rPr sz="1700" i="1" spc="16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878787"/>
                </a:solidFill>
                <a:latin typeface="Arial"/>
                <a:cs typeface="Arial"/>
              </a:rPr>
              <a:t>здесь</a:t>
            </a:r>
            <a:r>
              <a:rPr sz="1950" i="1" spc="-10" dirty="0">
                <a:solidFill>
                  <a:srgbClr val="878787"/>
                </a:solidFill>
                <a:latin typeface="Arial"/>
                <a:cs typeface="Arial"/>
              </a:rPr>
              <a:t>...</a:t>
            </a:r>
            <a:endParaRPr sz="1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lang="ru-RU" sz="1700" dirty="0">
              <a:latin typeface="Arial"/>
              <a:cs typeface="Arial"/>
            </a:endParaRPr>
          </a:p>
          <a:p>
            <a:pPr marL="327025" marR="5080">
              <a:lnSpc>
                <a:spcPct val="105800"/>
              </a:lnSpc>
              <a:spcBef>
                <a:spcPts val="5"/>
              </a:spcBef>
            </a:pPr>
            <a:r>
              <a:rPr lang="ru-RU" sz="1950" dirty="0">
                <a:latin typeface="Arial" panose="020B0604020202020204" pitchFamily="34" charset="0"/>
                <a:cs typeface="Arial" panose="020B0604020202020204" pitchFamily="34" charset="0"/>
              </a:rPr>
              <a:t>В будущем я, наверное, добавлю в эту игру несколько уровней и какого-нибудь босса, а также продолжу изучать язык программирования </a:t>
            </a:r>
            <a:r>
              <a:rPr lang="en-US" sz="1950" dirty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ru-RU" sz="1950" dirty="0">
                <a:latin typeface="Arial" panose="020B0604020202020204" pitchFamily="34" charset="0"/>
                <a:cs typeface="Arial" panose="020B0604020202020204" pitchFamily="34" charset="0"/>
              </a:rPr>
              <a:t>и библиотеку </a:t>
            </a:r>
            <a:r>
              <a:rPr lang="en-US" sz="1950" dirty="0" err="1">
                <a:latin typeface="Arial" panose="020B0604020202020204" pitchFamily="34" charset="0"/>
                <a:cs typeface="Arial" panose="020B0604020202020204" pitchFamily="34" charset="0"/>
              </a:rPr>
              <a:t>Pygame</a:t>
            </a:r>
            <a:r>
              <a:rPr lang="en-US" sz="1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950" dirty="0">
                <a:latin typeface="Arial" panose="020B0604020202020204" pitchFamily="34" charset="0"/>
                <a:cs typeface="Arial" panose="020B0604020202020204" pitchFamily="34" charset="0"/>
              </a:rPr>
              <a:t>для создания новых игр (игра, вероятно, выйдет в публичном доступе, пока еще не знаю где)</a:t>
            </a: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89239" y="5900288"/>
            <a:ext cx="358999" cy="28029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15400" y="185596"/>
            <a:ext cx="1444624" cy="1444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00" y="371474"/>
            <a:ext cx="317500" cy="4572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92200" y="284327"/>
            <a:ext cx="3535679" cy="583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50" dirty="0"/>
              <a:t>Мои</a:t>
            </a:r>
            <a:r>
              <a:rPr sz="3650" spc="-190" dirty="0"/>
              <a:t> </a:t>
            </a:r>
            <a:r>
              <a:rPr sz="3650" spc="-10" dirty="0"/>
              <a:t>Инсайты</a:t>
            </a:r>
            <a:endParaRPr sz="3650"/>
          </a:p>
        </p:txBody>
      </p:sp>
      <p:grpSp>
        <p:nvGrpSpPr>
          <p:cNvPr id="4" name="object 4"/>
          <p:cNvGrpSpPr/>
          <p:nvPr/>
        </p:nvGrpSpPr>
        <p:grpSpPr>
          <a:xfrm>
            <a:off x="571499" y="1571624"/>
            <a:ext cx="11049000" cy="1504950"/>
            <a:chOff x="571499" y="1571624"/>
            <a:chExt cx="11049000" cy="1504950"/>
          </a:xfrm>
        </p:grpSpPr>
        <p:sp>
          <p:nvSpPr>
            <p:cNvPr id="5" name="object 5"/>
            <p:cNvSpPr/>
            <p:nvPr/>
          </p:nvSpPr>
          <p:spPr>
            <a:xfrm>
              <a:off x="619124" y="1571624"/>
              <a:ext cx="11001375" cy="1504950"/>
            </a:xfrm>
            <a:custGeom>
              <a:avLst/>
              <a:gdLst/>
              <a:ahLst/>
              <a:cxnLst/>
              <a:rect l="l" t="t" r="r" b="b"/>
              <a:pathLst>
                <a:path w="11001375" h="1504950">
                  <a:moveTo>
                    <a:pt x="10810874" y="1504949"/>
                  </a:moveTo>
                  <a:lnTo>
                    <a:pt x="142874" y="1504949"/>
                  </a:lnTo>
                  <a:lnTo>
                    <a:pt x="135855" y="1504721"/>
                  </a:lnTo>
                  <a:lnTo>
                    <a:pt x="94749" y="1493818"/>
                  </a:lnTo>
                  <a:lnTo>
                    <a:pt x="57757" y="1467454"/>
                  </a:lnTo>
                  <a:lnTo>
                    <a:pt x="32429" y="1435303"/>
                  </a:lnTo>
                  <a:lnTo>
                    <a:pt x="13720" y="1395909"/>
                  </a:lnTo>
                  <a:lnTo>
                    <a:pt x="2745" y="1351614"/>
                  </a:lnTo>
                  <a:lnTo>
                    <a:pt x="0" y="1314449"/>
                  </a:lnTo>
                  <a:lnTo>
                    <a:pt x="0" y="190499"/>
                  </a:lnTo>
                  <a:lnTo>
                    <a:pt x="4282" y="144200"/>
                  </a:lnTo>
                  <a:lnTo>
                    <a:pt x="16868" y="100697"/>
                  </a:lnTo>
                  <a:lnTo>
                    <a:pt x="37005" y="62575"/>
                  </a:lnTo>
                  <a:lnTo>
                    <a:pt x="63497" y="32104"/>
                  </a:lnTo>
                  <a:lnTo>
                    <a:pt x="101400" y="8200"/>
                  </a:lnTo>
                  <a:lnTo>
                    <a:pt x="142874" y="0"/>
                  </a:lnTo>
                  <a:lnTo>
                    <a:pt x="10810874" y="0"/>
                  </a:lnTo>
                  <a:lnTo>
                    <a:pt x="10857172" y="5710"/>
                  </a:lnTo>
                  <a:lnTo>
                    <a:pt x="10900676" y="22491"/>
                  </a:lnTo>
                  <a:lnTo>
                    <a:pt x="10938798" y="49340"/>
                  </a:lnTo>
                  <a:lnTo>
                    <a:pt x="10969267" y="84663"/>
                  </a:lnTo>
                  <a:lnTo>
                    <a:pt x="10990242" y="126332"/>
                  </a:lnTo>
                  <a:lnTo>
                    <a:pt x="11000459" y="171827"/>
                  </a:lnTo>
                  <a:lnTo>
                    <a:pt x="11001374" y="190499"/>
                  </a:lnTo>
                  <a:lnTo>
                    <a:pt x="11001374" y="1314449"/>
                  </a:lnTo>
                  <a:lnTo>
                    <a:pt x="10995663" y="1360748"/>
                  </a:lnTo>
                  <a:lnTo>
                    <a:pt x="10978881" y="1404251"/>
                  </a:lnTo>
                  <a:lnTo>
                    <a:pt x="10952033" y="1442374"/>
                  </a:lnTo>
                  <a:lnTo>
                    <a:pt x="10916710" y="1472844"/>
                  </a:lnTo>
                  <a:lnTo>
                    <a:pt x="10875041" y="1493818"/>
                  </a:lnTo>
                  <a:lnTo>
                    <a:pt x="10829546" y="1504034"/>
                  </a:lnTo>
                  <a:lnTo>
                    <a:pt x="10810874" y="1504949"/>
                  </a:lnTo>
                  <a:close/>
                </a:path>
              </a:pathLst>
            </a:custGeom>
            <a:solidFill>
              <a:srgbClr val="F5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499" y="1571624"/>
              <a:ext cx="190500" cy="1504950"/>
            </a:xfrm>
            <a:custGeom>
              <a:avLst/>
              <a:gdLst/>
              <a:ahLst/>
              <a:cxnLst/>
              <a:rect l="l" t="t" r="r" b="b"/>
              <a:pathLst>
                <a:path w="190500" h="1504950">
                  <a:moveTo>
                    <a:pt x="190500" y="1504949"/>
                  </a:moveTo>
                  <a:lnTo>
                    <a:pt x="135283" y="1496792"/>
                  </a:lnTo>
                  <a:lnTo>
                    <a:pt x="84643" y="1472874"/>
                  </a:lnTo>
                  <a:lnTo>
                    <a:pt x="43167" y="1435243"/>
                  </a:lnTo>
                  <a:lnTo>
                    <a:pt x="14500" y="1387350"/>
                  </a:lnTo>
                  <a:lnTo>
                    <a:pt x="906" y="1333215"/>
                  </a:lnTo>
                  <a:lnTo>
                    <a:pt x="0" y="1314449"/>
                  </a:lnTo>
                  <a:lnTo>
                    <a:pt x="0" y="190500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500" y="0"/>
                  </a:lnTo>
                  <a:lnTo>
                    <a:pt x="181116" y="906"/>
                  </a:lnTo>
                  <a:lnTo>
                    <a:pt x="171914" y="3625"/>
                  </a:lnTo>
                  <a:lnTo>
                    <a:pt x="137571" y="32075"/>
                  </a:lnTo>
                  <a:lnTo>
                    <a:pt x="116833" y="69706"/>
                  </a:lnTo>
                  <a:lnTo>
                    <a:pt x="102500" y="117598"/>
                  </a:lnTo>
                  <a:lnTo>
                    <a:pt x="95703" y="171733"/>
                  </a:lnTo>
                  <a:lnTo>
                    <a:pt x="95250" y="190500"/>
                  </a:lnTo>
                  <a:lnTo>
                    <a:pt x="95250" y="1314449"/>
                  </a:lnTo>
                  <a:lnTo>
                    <a:pt x="99328" y="1369666"/>
                  </a:lnTo>
                  <a:lnTo>
                    <a:pt x="111287" y="1420305"/>
                  </a:lnTo>
                  <a:lnTo>
                    <a:pt x="130103" y="1461782"/>
                  </a:lnTo>
                  <a:lnTo>
                    <a:pt x="162891" y="1496792"/>
                  </a:lnTo>
                  <a:lnTo>
                    <a:pt x="181116" y="1504043"/>
                  </a:lnTo>
                  <a:lnTo>
                    <a:pt x="190500" y="1504949"/>
                  </a:lnTo>
                  <a:close/>
                </a:path>
              </a:pathLst>
            </a:custGeom>
            <a:solidFill>
              <a:srgbClr val="29A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849" y="1771649"/>
              <a:ext cx="215900" cy="2095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52499" y="2085974"/>
              <a:ext cx="10382250" cy="800100"/>
            </a:xfrm>
            <a:custGeom>
              <a:avLst/>
              <a:gdLst/>
              <a:ahLst/>
              <a:cxnLst/>
              <a:rect l="l" t="t" r="r" b="b"/>
              <a:pathLst>
                <a:path w="10382250" h="800100">
                  <a:moveTo>
                    <a:pt x="10286999" y="800099"/>
                  </a:moveTo>
                  <a:lnTo>
                    <a:pt x="95249" y="800099"/>
                  </a:lnTo>
                  <a:lnTo>
                    <a:pt x="85866" y="799646"/>
                  </a:lnTo>
                  <a:lnTo>
                    <a:pt x="42321" y="784062"/>
                  </a:lnTo>
                  <a:lnTo>
                    <a:pt x="11259" y="749795"/>
                  </a:lnTo>
                  <a:lnTo>
                    <a:pt x="0" y="7048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10286999" y="0"/>
                  </a:lnTo>
                  <a:lnTo>
                    <a:pt x="10331943" y="11259"/>
                  </a:lnTo>
                  <a:lnTo>
                    <a:pt x="10366209" y="42321"/>
                  </a:lnTo>
                  <a:lnTo>
                    <a:pt x="10381795" y="85866"/>
                  </a:lnTo>
                  <a:lnTo>
                    <a:pt x="10382249" y="95249"/>
                  </a:lnTo>
                  <a:lnTo>
                    <a:pt x="10382249" y="704849"/>
                  </a:lnTo>
                  <a:lnTo>
                    <a:pt x="10370987" y="749795"/>
                  </a:lnTo>
                  <a:lnTo>
                    <a:pt x="10339925" y="784062"/>
                  </a:lnTo>
                  <a:lnTo>
                    <a:pt x="10296381" y="799646"/>
                  </a:lnTo>
                  <a:lnTo>
                    <a:pt x="10286999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2487" y="2085974"/>
              <a:ext cx="10382250" cy="800100"/>
            </a:xfrm>
            <a:custGeom>
              <a:avLst/>
              <a:gdLst/>
              <a:ahLst/>
              <a:cxnLst/>
              <a:rect l="l" t="t" r="r" b="b"/>
              <a:pathLst>
                <a:path w="10382250" h="800100">
                  <a:moveTo>
                    <a:pt x="19050" y="573963"/>
                  </a:moveTo>
                  <a:lnTo>
                    <a:pt x="0" y="573963"/>
                  </a:lnTo>
                  <a:lnTo>
                    <a:pt x="0" y="631113"/>
                  </a:lnTo>
                  <a:lnTo>
                    <a:pt x="19050" y="631113"/>
                  </a:lnTo>
                  <a:lnTo>
                    <a:pt x="19050" y="573963"/>
                  </a:lnTo>
                  <a:close/>
                </a:path>
                <a:path w="10382250" h="800100">
                  <a:moveTo>
                    <a:pt x="19050" y="478561"/>
                  </a:moveTo>
                  <a:lnTo>
                    <a:pt x="0" y="478561"/>
                  </a:lnTo>
                  <a:lnTo>
                    <a:pt x="0" y="535711"/>
                  </a:lnTo>
                  <a:lnTo>
                    <a:pt x="19050" y="535711"/>
                  </a:lnTo>
                  <a:lnTo>
                    <a:pt x="19050" y="478561"/>
                  </a:lnTo>
                  <a:close/>
                </a:path>
                <a:path w="10382250" h="800100">
                  <a:moveTo>
                    <a:pt x="19050" y="383146"/>
                  </a:moveTo>
                  <a:lnTo>
                    <a:pt x="0" y="383146"/>
                  </a:lnTo>
                  <a:lnTo>
                    <a:pt x="0" y="440296"/>
                  </a:lnTo>
                  <a:lnTo>
                    <a:pt x="19050" y="440296"/>
                  </a:lnTo>
                  <a:lnTo>
                    <a:pt x="19050" y="383146"/>
                  </a:lnTo>
                  <a:close/>
                </a:path>
                <a:path w="10382250" h="800100">
                  <a:moveTo>
                    <a:pt x="19050" y="287731"/>
                  </a:moveTo>
                  <a:lnTo>
                    <a:pt x="0" y="287731"/>
                  </a:lnTo>
                  <a:lnTo>
                    <a:pt x="0" y="344881"/>
                  </a:lnTo>
                  <a:lnTo>
                    <a:pt x="19050" y="344881"/>
                  </a:lnTo>
                  <a:lnTo>
                    <a:pt x="19050" y="287731"/>
                  </a:lnTo>
                  <a:close/>
                </a:path>
                <a:path w="10382250" h="800100">
                  <a:moveTo>
                    <a:pt x="19050" y="192316"/>
                  </a:moveTo>
                  <a:lnTo>
                    <a:pt x="0" y="192316"/>
                  </a:lnTo>
                  <a:lnTo>
                    <a:pt x="0" y="249466"/>
                  </a:lnTo>
                  <a:lnTo>
                    <a:pt x="19050" y="249466"/>
                  </a:lnTo>
                  <a:lnTo>
                    <a:pt x="19050" y="192316"/>
                  </a:lnTo>
                  <a:close/>
                </a:path>
                <a:path w="10382250" h="800100">
                  <a:moveTo>
                    <a:pt x="19050" y="96901"/>
                  </a:moveTo>
                  <a:lnTo>
                    <a:pt x="0" y="96901"/>
                  </a:lnTo>
                  <a:lnTo>
                    <a:pt x="0" y="154051"/>
                  </a:lnTo>
                  <a:lnTo>
                    <a:pt x="19050" y="154051"/>
                  </a:lnTo>
                  <a:lnTo>
                    <a:pt x="19050" y="96901"/>
                  </a:lnTo>
                  <a:close/>
                </a:path>
                <a:path w="10382250" h="800100">
                  <a:moveTo>
                    <a:pt x="21501" y="723658"/>
                  </a:moveTo>
                  <a:lnTo>
                    <a:pt x="21437" y="723442"/>
                  </a:lnTo>
                  <a:lnTo>
                    <a:pt x="20510" y="719721"/>
                  </a:lnTo>
                  <a:lnTo>
                    <a:pt x="19418" y="712368"/>
                  </a:lnTo>
                  <a:lnTo>
                    <a:pt x="19050" y="704850"/>
                  </a:lnTo>
                  <a:lnTo>
                    <a:pt x="19050" y="669378"/>
                  </a:lnTo>
                  <a:lnTo>
                    <a:pt x="0" y="669378"/>
                  </a:lnTo>
                  <a:lnTo>
                    <a:pt x="0" y="704850"/>
                  </a:lnTo>
                  <a:lnTo>
                    <a:pt x="457" y="714235"/>
                  </a:lnTo>
                  <a:lnTo>
                    <a:pt x="1816" y="723442"/>
                  </a:lnTo>
                  <a:lnTo>
                    <a:pt x="1879" y="723658"/>
                  </a:lnTo>
                  <a:lnTo>
                    <a:pt x="3060" y="728370"/>
                  </a:lnTo>
                  <a:lnTo>
                    <a:pt x="21501" y="723658"/>
                  </a:lnTo>
                  <a:close/>
                </a:path>
                <a:path w="10382250" h="800100">
                  <a:moveTo>
                    <a:pt x="60921" y="27305"/>
                  </a:moveTo>
                  <a:lnTo>
                    <a:pt x="52336" y="10312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712" y="55714"/>
                  </a:lnTo>
                  <a:lnTo>
                    <a:pt x="26022" y="63627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0921" y="27305"/>
                  </a:lnTo>
                  <a:close/>
                </a:path>
                <a:path w="10382250" h="800100">
                  <a:moveTo>
                    <a:pt x="80848" y="779602"/>
                  </a:moveTo>
                  <a:lnTo>
                    <a:pt x="80391" y="779602"/>
                  </a:lnTo>
                  <a:lnTo>
                    <a:pt x="73164" y="777798"/>
                  </a:lnTo>
                  <a:lnTo>
                    <a:pt x="37134" y="754075"/>
                  </a:lnTo>
                  <a:lnTo>
                    <a:pt x="22606" y="766368"/>
                  </a:lnTo>
                  <a:lnTo>
                    <a:pt x="58801" y="792861"/>
                  </a:lnTo>
                  <a:lnTo>
                    <a:pt x="76669" y="798296"/>
                  </a:lnTo>
                  <a:lnTo>
                    <a:pt x="77241" y="798296"/>
                  </a:lnTo>
                  <a:lnTo>
                    <a:pt x="80848" y="779602"/>
                  </a:lnTo>
                  <a:close/>
                </a:path>
                <a:path w="10382250" h="800100">
                  <a:moveTo>
                    <a:pt x="152400" y="0"/>
                  </a:moveTo>
                  <a:lnTo>
                    <a:pt x="93408" y="0"/>
                  </a:lnTo>
                  <a:lnTo>
                    <a:pt x="93789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10382250" h="800100">
                  <a:moveTo>
                    <a:pt x="173977" y="781050"/>
                  </a:moveTo>
                  <a:lnTo>
                    <a:pt x="116827" y="781050"/>
                  </a:lnTo>
                  <a:lnTo>
                    <a:pt x="116827" y="800100"/>
                  </a:lnTo>
                  <a:lnTo>
                    <a:pt x="173977" y="800100"/>
                  </a:lnTo>
                  <a:lnTo>
                    <a:pt x="173977" y="781050"/>
                  </a:lnTo>
                  <a:close/>
                </a:path>
                <a:path w="10382250" h="800100">
                  <a:moveTo>
                    <a:pt x="247815" y="0"/>
                  </a:moveTo>
                  <a:lnTo>
                    <a:pt x="190665" y="0"/>
                  </a:lnTo>
                  <a:lnTo>
                    <a:pt x="190665" y="19050"/>
                  </a:lnTo>
                  <a:lnTo>
                    <a:pt x="247815" y="19050"/>
                  </a:lnTo>
                  <a:lnTo>
                    <a:pt x="247815" y="0"/>
                  </a:lnTo>
                  <a:close/>
                </a:path>
                <a:path w="10382250" h="800100">
                  <a:moveTo>
                    <a:pt x="269392" y="781050"/>
                  </a:moveTo>
                  <a:lnTo>
                    <a:pt x="212242" y="781050"/>
                  </a:lnTo>
                  <a:lnTo>
                    <a:pt x="212242" y="800100"/>
                  </a:lnTo>
                  <a:lnTo>
                    <a:pt x="269392" y="800100"/>
                  </a:lnTo>
                  <a:lnTo>
                    <a:pt x="269392" y="781050"/>
                  </a:lnTo>
                  <a:close/>
                </a:path>
                <a:path w="10382250" h="800100">
                  <a:moveTo>
                    <a:pt x="343230" y="0"/>
                  </a:moveTo>
                  <a:lnTo>
                    <a:pt x="286080" y="0"/>
                  </a:lnTo>
                  <a:lnTo>
                    <a:pt x="286080" y="19050"/>
                  </a:lnTo>
                  <a:lnTo>
                    <a:pt x="343230" y="19050"/>
                  </a:lnTo>
                  <a:lnTo>
                    <a:pt x="343230" y="0"/>
                  </a:lnTo>
                  <a:close/>
                </a:path>
                <a:path w="10382250" h="800100">
                  <a:moveTo>
                    <a:pt x="364807" y="781050"/>
                  </a:moveTo>
                  <a:lnTo>
                    <a:pt x="307657" y="781050"/>
                  </a:lnTo>
                  <a:lnTo>
                    <a:pt x="307657" y="800100"/>
                  </a:lnTo>
                  <a:lnTo>
                    <a:pt x="364807" y="800100"/>
                  </a:lnTo>
                  <a:lnTo>
                    <a:pt x="364807" y="781050"/>
                  </a:lnTo>
                  <a:close/>
                </a:path>
                <a:path w="10382250" h="800100">
                  <a:moveTo>
                    <a:pt x="438645" y="0"/>
                  </a:moveTo>
                  <a:lnTo>
                    <a:pt x="381495" y="0"/>
                  </a:lnTo>
                  <a:lnTo>
                    <a:pt x="381495" y="19050"/>
                  </a:lnTo>
                  <a:lnTo>
                    <a:pt x="438645" y="19050"/>
                  </a:lnTo>
                  <a:lnTo>
                    <a:pt x="438645" y="0"/>
                  </a:lnTo>
                  <a:close/>
                </a:path>
                <a:path w="10382250" h="800100">
                  <a:moveTo>
                    <a:pt x="460222" y="781050"/>
                  </a:moveTo>
                  <a:lnTo>
                    <a:pt x="403072" y="781050"/>
                  </a:lnTo>
                  <a:lnTo>
                    <a:pt x="403072" y="800100"/>
                  </a:lnTo>
                  <a:lnTo>
                    <a:pt x="460222" y="800100"/>
                  </a:lnTo>
                  <a:lnTo>
                    <a:pt x="460222" y="781050"/>
                  </a:lnTo>
                  <a:close/>
                </a:path>
                <a:path w="10382250" h="800100">
                  <a:moveTo>
                    <a:pt x="534060" y="0"/>
                  </a:moveTo>
                  <a:lnTo>
                    <a:pt x="476910" y="0"/>
                  </a:lnTo>
                  <a:lnTo>
                    <a:pt x="476910" y="19050"/>
                  </a:lnTo>
                  <a:lnTo>
                    <a:pt x="534060" y="19050"/>
                  </a:lnTo>
                  <a:lnTo>
                    <a:pt x="534060" y="0"/>
                  </a:lnTo>
                  <a:close/>
                </a:path>
                <a:path w="10382250" h="800100">
                  <a:moveTo>
                    <a:pt x="555637" y="781050"/>
                  </a:moveTo>
                  <a:lnTo>
                    <a:pt x="498487" y="781050"/>
                  </a:lnTo>
                  <a:lnTo>
                    <a:pt x="498487" y="800100"/>
                  </a:lnTo>
                  <a:lnTo>
                    <a:pt x="555637" y="800100"/>
                  </a:lnTo>
                  <a:lnTo>
                    <a:pt x="555637" y="781050"/>
                  </a:lnTo>
                  <a:close/>
                </a:path>
                <a:path w="10382250" h="800100">
                  <a:moveTo>
                    <a:pt x="629475" y="0"/>
                  </a:moveTo>
                  <a:lnTo>
                    <a:pt x="572325" y="0"/>
                  </a:lnTo>
                  <a:lnTo>
                    <a:pt x="572325" y="19050"/>
                  </a:lnTo>
                  <a:lnTo>
                    <a:pt x="629475" y="19050"/>
                  </a:lnTo>
                  <a:lnTo>
                    <a:pt x="629475" y="0"/>
                  </a:lnTo>
                  <a:close/>
                </a:path>
                <a:path w="10382250" h="800100">
                  <a:moveTo>
                    <a:pt x="651040" y="781050"/>
                  </a:moveTo>
                  <a:lnTo>
                    <a:pt x="593890" y="781050"/>
                  </a:lnTo>
                  <a:lnTo>
                    <a:pt x="593890" y="800100"/>
                  </a:lnTo>
                  <a:lnTo>
                    <a:pt x="651040" y="800100"/>
                  </a:lnTo>
                  <a:lnTo>
                    <a:pt x="651040" y="781050"/>
                  </a:lnTo>
                  <a:close/>
                </a:path>
                <a:path w="10382250" h="800100">
                  <a:moveTo>
                    <a:pt x="724890" y="0"/>
                  </a:moveTo>
                  <a:lnTo>
                    <a:pt x="667740" y="0"/>
                  </a:lnTo>
                  <a:lnTo>
                    <a:pt x="667740" y="19050"/>
                  </a:lnTo>
                  <a:lnTo>
                    <a:pt x="724890" y="19050"/>
                  </a:lnTo>
                  <a:lnTo>
                    <a:pt x="724890" y="0"/>
                  </a:lnTo>
                  <a:close/>
                </a:path>
                <a:path w="10382250" h="800100">
                  <a:moveTo>
                    <a:pt x="746455" y="781050"/>
                  </a:moveTo>
                  <a:lnTo>
                    <a:pt x="689305" y="781050"/>
                  </a:lnTo>
                  <a:lnTo>
                    <a:pt x="689305" y="800100"/>
                  </a:lnTo>
                  <a:lnTo>
                    <a:pt x="746455" y="800100"/>
                  </a:lnTo>
                  <a:lnTo>
                    <a:pt x="746455" y="781050"/>
                  </a:lnTo>
                  <a:close/>
                </a:path>
                <a:path w="10382250" h="800100">
                  <a:moveTo>
                    <a:pt x="820305" y="0"/>
                  </a:moveTo>
                  <a:lnTo>
                    <a:pt x="763155" y="0"/>
                  </a:lnTo>
                  <a:lnTo>
                    <a:pt x="763155" y="19050"/>
                  </a:lnTo>
                  <a:lnTo>
                    <a:pt x="820305" y="19050"/>
                  </a:lnTo>
                  <a:lnTo>
                    <a:pt x="820305" y="0"/>
                  </a:lnTo>
                  <a:close/>
                </a:path>
                <a:path w="10382250" h="800100">
                  <a:moveTo>
                    <a:pt x="841870" y="781050"/>
                  </a:moveTo>
                  <a:lnTo>
                    <a:pt x="784720" y="781050"/>
                  </a:lnTo>
                  <a:lnTo>
                    <a:pt x="784720" y="800100"/>
                  </a:lnTo>
                  <a:lnTo>
                    <a:pt x="841870" y="800100"/>
                  </a:lnTo>
                  <a:lnTo>
                    <a:pt x="841870" y="781050"/>
                  </a:lnTo>
                  <a:close/>
                </a:path>
                <a:path w="10382250" h="800100">
                  <a:moveTo>
                    <a:pt x="915720" y="0"/>
                  </a:moveTo>
                  <a:lnTo>
                    <a:pt x="858570" y="0"/>
                  </a:lnTo>
                  <a:lnTo>
                    <a:pt x="858570" y="19050"/>
                  </a:lnTo>
                  <a:lnTo>
                    <a:pt x="915720" y="19050"/>
                  </a:lnTo>
                  <a:lnTo>
                    <a:pt x="915720" y="0"/>
                  </a:lnTo>
                  <a:close/>
                </a:path>
                <a:path w="10382250" h="800100">
                  <a:moveTo>
                    <a:pt x="937285" y="781050"/>
                  </a:moveTo>
                  <a:lnTo>
                    <a:pt x="880135" y="781050"/>
                  </a:lnTo>
                  <a:lnTo>
                    <a:pt x="880135" y="800100"/>
                  </a:lnTo>
                  <a:lnTo>
                    <a:pt x="937285" y="800100"/>
                  </a:lnTo>
                  <a:lnTo>
                    <a:pt x="937285" y="781050"/>
                  </a:lnTo>
                  <a:close/>
                </a:path>
                <a:path w="10382250" h="800100">
                  <a:moveTo>
                    <a:pt x="1011135" y="0"/>
                  </a:moveTo>
                  <a:lnTo>
                    <a:pt x="953985" y="0"/>
                  </a:lnTo>
                  <a:lnTo>
                    <a:pt x="953985" y="19050"/>
                  </a:lnTo>
                  <a:lnTo>
                    <a:pt x="1011135" y="19050"/>
                  </a:lnTo>
                  <a:lnTo>
                    <a:pt x="1011135" y="0"/>
                  </a:lnTo>
                  <a:close/>
                </a:path>
                <a:path w="10382250" h="800100">
                  <a:moveTo>
                    <a:pt x="1032700" y="781050"/>
                  </a:moveTo>
                  <a:lnTo>
                    <a:pt x="975550" y="781050"/>
                  </a:lnTo>
                  <a:lnTo>
                    <a:pt x="975550" y="800100"/>
                  </a:lnTo>
                  <a:lnTo>
                    <a:pt x="1032700" y="800100"/>
                  </a:lnTo>
                  <a:lnTo>
                    <a:pt x="1032700" y="781050"/>
                  </a:lnTo>
                  <a:close/>
                </a:path>
                <a:path w="10382250" h="800100">
                  <a:moveTo>
                    <a:pt x="1106551" y="0"/>
                  </a:moveTo>
                  <a:lnTo>
                    <a:pt x="1049401" y="0"/>
                  </a:lnTo>
                  <a:lnTo>
                    <a:pt x="1049401" y="19050"/>
                  </a:lnTo>
                  <a:lnTo>
                    <a:pt x="1106551" y="19050"/>
                  </a:lnTo>
                  <a:lnTo>
                    <a:pt x="1106551" y="0"/>
                  </a:lnTo>
                  <a:close/>
                </a:path>
                <a:path w="10382250" h="800100">
                  <a:moveTo>
                    <a:pt x="1128115" y="781050"/>
                  </a:moveTo>
                  <a:lnTo>
                    <a:pt x="1070965" y="781050"/>
                  </a:lnTo>
                  <a:lnTo>
                    <a:pt x="1070965" y="800100"/>
                  </a:lnTo>
                  <a:lnTo>
                    <a:pt x="1128115" y="800100"/>
                  </a:lnTo>
                  <a:lnTo>
                    <a:pt x="1128115" y="781050"/>
                  </a:lnTo>
                  <a:close/>
                </a:path>
                <a:path w="10382250" h="800100">
                  <a:moveTo>
                    <a:pt x="1201966" y="0"/>
                  </a:moveTo>
                  <a:lnTo>
                    <a:pt x="1144816" y="0"/>
                  </a:lnTo>
                  <a:lnTo>
                    <a:pt x="1144816" y="19050"/>
                  </a:lnTo>
                  <a:lnTo>
                    <a:pt x="1201966" y="19050"/>
                  </a:lnTo>
                  <a:lnTo>
                    <a:pt x="1201966" y="0"/>
                  </a:lnTo>
                  <a:close/>
                </a:path>
                <a:path w="10382250" h="800100">
                  <a:moveTo>
                    <a:pt x="1223530" y="781050"/>
                  </a:moveTo>
                  <a:lnTo>
                    <a:pt x="1166380" y="781050"/>
                  </a:lnTo>
                  <a:lnTo>
                    <a:pt x="1166380" y="800100"/>
                  </a:lnTo>
                  <a:lnTo>
                    <a:pt x="1223530" y="800100"/>
                  </a:lnTo>
                  <a:lnTo>
                    <a:pt x="1223530" y="781050"/>
                  </a:lnTo>
                  <a:close/>
                </a:path>
                <a:path w="10382250" h="800100">
                  <a:moveTo>
                    <a:pt x="1297381" y="0"/>
                  </a:moveTo>
                  <a:lnTo>
                    <a:pt x="1240231" y="0"/>
                  </a:lnTo>
                  <a:lnTo>
                    <a:pt x="1240231" y="19050"/>
                  </a:lnTo>
                  <a:lnTo>
                    <a:pt x="1297381" y="19050"/>
                  </a:lnTo>
                  <a:lnTo>
                    <a:pt x="1297381" y="0"/>
                  </a:lnTo>
                  <a:close/>
                </a:path>
                <a:path w="10382250" h="800100">
                  <a:moveTo>
                    <a:pt x="1318945" y="781050"/>
                  </a:moveTo>
                  <a:lnTo>
                    <a:pt x="1261795" y="781050"/>
                  </a:lnTo>
                  <a:lnTo>
                    <a:pt x="1261795" y="800100"/>
                  </a:lnTo>
                  <a:lnTo>
                    <a:pt x="1318945" y="800100"/>
                  </a:lnTo>
                  <a:lnTo>
                    <a:pt x="1318945" y="781050"/>
                  </a:lnTo>
                  <a:close/>
                </a:path>
                <a:path w="10382250" h="800100">
                  <a:moveTo>
                    <a:pt x="1392796" y="0"/>
                  </a:moveTo>
                  <a:lnTo>
                    <a:pt x="1335646" y="0"/>
                  </a:lnTo>
                  <a:lnTo>
                    <a:pt x="1335646" y="19050"/>
                  </a:lnTo>
                  <a:lnTo>
                    <a:pt x="1392796" y="19050"/>
                  </a:lnTo>
                  <a:lnTo>
                    <a:pt x="1392796" y="0"/>
                  </a:lnTo>
                  <a:close/>
                </a:path>
                <a:path w="10382250" h="800100">
                  <a:moveTo>
                    <a:pt x="1414360" y="781050"/>
                  </a:moveTo>
                  <a:lnTo>
                    <a:pt x="1357210" y="781050"/>
                  </a:lnTo>
                  <a:lnTo>
                    <a:pt x="1357210" y="800100"/>
                  </a:lnTo>
                  <a:lnTo>
                    <a:pt x="1414360" y="800100"/>
                  </a:lnTo>
                  <a:lnTo>
                    <a:pt x="1414360" y="781050"/>
                  </a:lnTo>
                  <a:close/>
                </a:path>
                <a:path w="10382250" h="800100">
                  <a:moveTo>
                    <a:pt x="1488211" y="0"/>
                  </a:moveTo>
                  <a:lnTo>
                    <a:pt x="1431061" y="0"/>
                  </a:lnTo>
                  <a:lnTo>
                    <a:pt x="1431061" y="19050"/>
                  </a:lnTo>
                  <a:lnTo>
                    <a:pt x="1488211" y="19050"/>
                  </a:lnTo>
                  <a:lnTo>
                    <a:pt x="1488211" y="0"/>
                  </a:lnTo>
                  <a:close/>
                </a:path>
                <a:path w="10382250" h="800100">
                  <a:moveTo>
                    <a:pt x="1509776" y="781050"/>
                  </a:moveTo>
                  <a:lnTo>
                    <a:pt x="1452626" y="781050"/>
                  </a:lnTo>
                  <a:lnTo>
                    <a:pt x="1452626" y="800100"/>
                  </a:lnTo>
                  <a:lnTo>
                    <a:pt x="1509776" y="800100"/>
                  </a:lnTo>
                  <a:lnTo>
                    <a:pt x="1509776" y="781050"/>
                  </a:lnTo>
                  <a:close/>
                </a:path>
                <a:path w="10382250" h="800100">
                  <a:moveTo>
                    <a:pt x="1583613" y="0"/>
                  </a:moveTo>
                  <a:lnTo>
                    <a:pt x="1526463" y="0"/>
                  </a:lnTo>
                  <a:lnTo>
                    <a:pt x="1526463" y="19050"/>
                  </a:lnTo>
                  <a:lnTo>
                    <a:pt x="1583613" y="19050"/>
                  </a:lnTo>
                  <a:lnTo>
                    <a:pt x="1583613" y="0"/>
                  </a:lnTo>
                  <a:close/>
                </a:path>
                <a:path w="10382250" h="800100">
                  <a:moveTo>
                    <a:pt x="1605191" y="781050"/>
                  </a:moveTo>
                  <a:lnTo>
                    <a:pt x="1548041" y="781050"/>
                  </a:lnTo>
                  <a:lnTo>
                    <a:pt x="1548041" y="800100"/>
                  </a:lnTo>
                  <a:lnTo>
                    <a:pt x="1605191" y="800100"/>
                  </a:lnTo>
                  <a:lnTo>
                    <a:pt x="1605191" y="781050"/>
                  </a:lnTo>
                  <a:close/>
                </a:path>
                <a:path w="10382250" h="800100">
                  <a:moveTo>
                    <a:pt x="1679028" y="0"/>
                  </a:moveTo>
                  <a:lnTo>
                    <a:pt x="1621878" y="0"/>
                  </a:lnTo>
                  <a:lnTo>
                    <a:pt x="1621878" y="19050"/>
                  </a:lnTo>
                  <a:lnTo>
                    <a:pt x="1679028" y="19050"/>
                  </a:lnTo>
                  <a:lnTo>
                    <a:pt x="1679028" y="0"/>
                  </a:lnTo>
                  <a:close/>
                </a:path>
                <a:path w="10382250" h="800100">
                  <a:moveTo>
                    <a:pt x="1700606" y="781050"/>
                  </a:moveTo>
                  <a:lnTo>
                    <a:pt x="1643456" y="781050"/>
                  </a:lnTo>
                  <a:lnTo>
                    <a:pt x="1643456" y="800100"/>
                  </a:lnTo>
                  <a:lnTo>
                    <a:pt x="1700606" y="800100"/>
                  </a:lnTo>
                  <a:lnTo>
                    <a:pt x="1700606" y="781050"/>
                  </a:lnTo>
                  <a:close/>
                </a:path>
                <a:path w="10382250" h="800100">
                  <a:moveTo>
                    <a:pt x="1774444" y="0"/>
                  </a:moveTo>
                  <a:lnTo>
                    <a:pt x="1717294" y="0"/>
                  </a:lnTo>
                  <a:lnTo>
                    <a:pt x="1717294" y="19050"/>
                  </a:lnTo>
                  <a:lnTo>
                    <a:pt x="1774444" y="19050"/>
                  </a:lnTo>
                  <a:lnTo>
                    <a:pt x="1774444" y="0"/>
                  </a:lnTo>
                  <a:close/>
                </a:path>
                <a:path w="10382250" h="800100">
                  <a:moveTo>
                    <a:pt x="1796021" y="781050"/>
                  </a:moveTo>
                  <a:lnTo>
                    <a:pt x="1738871" y="781050"/>
                  </a:lnTo>
                  <a:lnTo>
                    <a:pt x="1738871" y="800100"/>
                  </a:lnTo>
                  <a:lnTo>
                    <a:pt x="1796021" y="800100"/>
                  </a:lnTo>
                  <a:lnTo>
                    <a:pt x="1796021" y="781050"/>
                  </a:lnTo>
                  <a:close/>
                </a:path>
                <a:path w="10382250" h="800100">
                  <a:moveTo>
                    <a:pt x="1869859" y="0"/>
                  </a:moveTo>
                  <a:lnTo>
                    <a:pt x="1812709" y="0"/>
                  </a:lnTo>
                  <a:lnTo>
                    <a:pt x="1812709" y="19050"/>
                  </a:lnTo>
                  <a:lnTo>
                    <a:pt x="1869859" y="19050"/>
                  </a:lnTo>
                  <a:lnTo>
                    <a:pt x="1869859" y="0"/>
                  </a:lnTo>
                  <a:close/>
                </a:path>
                <a:path w="10382250" h="800100">
                  <a:moveTo>
                    <a:pt x="1891436" y="781050"/>
                  </a:moveTo>
                  <a:lnTo>
                    <a:pt x="1834286" y="781050"/>
                  </a:lnTo>
                  <a:lnTo>
                    <a:pt x="1834286" y="800100"/>
                  </a:lnTo>
                  <a:lnTo>
                    <a:pt x="1891436" y="800100"/>
                  </a:lnTo>
                  <a:lnTo>
                    <a:pt x="1891436" y="781050"/>
                  </a:lnTo>
                  <a:close/>
                </a:path>
                <a:path w="10382250" h="800100">
                  <a:moveTo>
                    <a:pt x="1965274" y="0"/>
                  </a:moveTo>
                  <a:lnTo>
                    <a:pt x="1908124" y="0"/>
                  </a:lnTo>
                  <a:lnTo>
                    <a:pt x="1908124" y="19050"/>
                  </a:lnTo>
                  <a:lnTo>
                    <a:pt x="1965274" y="19050"/>
                  </a:lnTo>
                  <a:lnTo>
                    <a:pt x="1965274" y="0"/>
                  </a:lnTo>
                  <a:close/>
                </a:path>
                <a:path w="10382250" h="800100">
                  <a:moveTo>
                    <a:pt x="1986851" y="781050"/>
                  </a:moveTo>
                  <a:lnTo>
                    <a:pt x="1929701" y="781050"/>
                  </a:lnTo>
                  <a:lnTo>
                    <a:pt x="1929701" y="800100"/>
                  </a:lnTo>
                  <a:lnTo>
                    <a:pt x="1986851" y="800100"/>
                  </a:lnTo>
                  <a:lnTo>
                    <a:pt x="1986851" y="781050"/>
                  </a:lnTo>
                  <a:close/>
                </a:path>
                <a:path w="10382250" h="800100">
                  <a:moveTo>
                    <a:pt x="2060689" y="0"/>
                  </a:moveTo>
                  <a:lnTo>
                    <a:pt x="2003539" y="0"/>
                  </a:lnTo>
                  <a:lnTo>
                    <a:pt x="2003539" y="19050"/>
                  </a:lnTo>
                  <a:lnTo>
                    <a:pt x="2060689" y="19050"/>
                  </a:lnTo>
                  <a:lnTo>
                    <a:pt x="2060689" y="0"/>
                  </a:lnTo>
                  <a:close/>
                </a:path>
                <a:path w="10382250" h="800100">
                  <a:moveTo>
                    <a:pt x="2082253" y="781050"/>
                  </a:moveTo>
                  <a:lnTo>
                    <a:pt x="2025103" y="781050"/>
                  </a:lnTo>
                  <a:lnTo>
                    <a:pt x="2025103" y="800100"/>
                  </a:lnTo>
                  <a:lnTo>
                    <a:pt x="2082253" y="800100"/>
                  </a:lnTo>
                  <a:lnTo>
                    <a:pt x="2082253" y="781050"/>
                  </a:lnTo>
                  <a:close/>
                </a:path>
                <a:path w="10382250" h="800100">
                  <a:moveTo>
                    <a:pt x="2156104" y="0"/>
                  </a:moveTo>
                  <a:lnTo>
                    <a:pt x="2098954" y="0"/>
                  </a:lnTo>
                  <a:lnTo>
                    <a:pt x="2098954" y="19050"/>
                  </a:lnTo>
                  <a:lnTo>
                    <a:pt x="2156104" y="19050"/>
                  </a:lnTo>
                  <a:lnTo>
                    <a:pt x="2156104" y="0"/>
                  </a:lnTo>
                  <a:close/>
                </a:path>
                <a:path w="10382250" h="800100">
                  <a:moveTo>
                    <a:pt x="2177669" y="781050"/>
                  </a:moveTo>
                  <a:lnTo>
                    <a:pt x="2120519" y="781050"/>
                  </a:lnTo>
                  <a:lnTo>
                    <a:pt x="2120519" y="800100"/>
                  </a:lnTo>
                  <a:lnTo>
                    <a:pt x="2177669" y="800100"/>
                  </a:lnTo>
                  <a:lnTo>
                    <a:pt x="2177669" y="781050"/>
                  </a:lnTo>
                  <a:close/>
                </a:path>
                <a:path w="10382250" h="800100">
                  <a:moveTo>
                    <a:pt x="2251519" y="0"/>
                  </a:moveTo>
                  <a:lnTo>
                    <a:pt x="2194369" y="0"/>
                  </a:lnTo>
                  <a:lnTo>
                    <a:pt x="2194369" y="19050"/>
                  </a:lnTo>
                  <a:lnTo>
                    <a:pt x="2251519" y="19050"/>
                  </a:lnTo>
                  <a:lnTo>
                    <a:pt x="2251519" y="0"/>
                  </a:lnTo>
                  <a:close/>
                </a:path>
                <a:path w="10382250" h="800100">
                  <a:moveTo>
                    <a:pt x="2273084" y="781050"/>
                  </a:moveTo>
                  <a:lnTo>
                    <a:pt x="2215934" y="781050"/>
                  </a:lnTo>
                  <a:lnTo>
                    <a:pt x="2215934" y="800100"/>
                  </a:lnTo>
                  <a:lnTo>
                    <a:pt x="2273084" y="800100"/>
                  </a:lnTo>
                  <a:lnTo>
                    <a:pt x="2273084" y="781050"/>
                  </a:lnTo>
                  <a:close/>
                </a:path>
                <a:path w="10382250" h="800100">
                  <a:moveTo>
                    <a:pt x="2346934" y="0"/>
                  </a:moveTo>
                  <a:lnTo>
                    <a:pt x="2289784" y="0"/>
                  </a:lnTo>
                  <a:lnTo>
                    <a:pt x="2289784" y="19050"/>
                  </a:lnTo>
                  <a:lnTo>
                    <a:pt x="2346934" y="19050"/>
                  </a:lnTo>
                  <a:lnTo>
                    <a:pt x="2346934" y="0"/>
                  </a:lnTo>
                  <a:close/>
                </a:path>
                <a:path w="10382250" h="800100">
                  <a:moveTo>
                    <a:pt x="2368499" y="781050"/>
                  </a:moveTo>
                  <a:lnTo>
                    <a:pt x="2311349" y="781050"/>
                  </a:lnTo>
                  <a:lnTo>
                    <a:pt x="2311349" y="800100"/>
                  </a:lnTo>
                  <a:lnTo>
                    <a:pt x="2368499" y="800100"/>
                  </a:lnTo>
                  <a:lnTo>
                    <a:pt x="2368499" y="781050"/>
                  </a:lnTo>
                  <a:close/>
                </a:path>
                <a:path w="10382250" h="800100">
                  <a:moveTo>
                    <a:pt x="2442349" y="0"/>
                  </a:moveTo>
                  <a:lnTo>
                    <a:pt x="2385199" y="0"/>
                  </a:lnTo>
                  <a:lnTo>
                    <a:pt x="2385199" y="19050"/>
                  </a:lnTo>
                  <a:lnTo>
                    <a:pt x="2442349" y="19050"/>
                  </a:lnTo>
                  <a:lnTo>
                    <a:pt x="2442349" y="0"/>
                  </a:lnTo>
                  <a:close/>
                </a:path>
                <a:path w="10382250" h="800100">
                  <a:moveTo>
                    <a:pt x="2463914" y="781050"/>
                  </a:moveTo>
                  <a:lnTo>
                    <a:pt x="2406764" y="781050"/>
                  </a:lnTo>
                  <a:lnTo>
                    <a:pt x="2406764" y="800100"/>
                  </a:lnTo>
                  <a:lnTo>
                    <a:pt x="2463914" y="800100"/>
                  </a:lnTo>
                  <a:lnTo>
                    <a:pt x="2463914" y="781050"/>
                  </a:lnTo>
                  <a:close/>
                </a:path>
                <a:path w="10382250" h="800100">
                  <a:moveTo>
                    <a:pt x="2537764" y="0"/>
                  </a:moveTo>
                  <a:lnTo>
                    <a:pt x="2480614" y="0"/>
                  </a:lnTo>
                  <a:lnTo>
                    <a:pt x="2480614" y="19050"/>
                  </a:lnTo>
                  <a:lnTo>
                    <a:pt x="2537764" y="19050"/>
                  </a:lnTo>
                  <a:lnTo>
                    <a:pt x="2537764" y="0"/>
                  </a:lnTo>
                  <a:close/>
                </a:path>
                <a:path w="10382250" h="800100">
                  <a:moveTo>
                    <a:pt x="2559329" y="781050"/>
                  </a:moveTo>
                  <a:lnTo>
                    <a:pt x="2502179" y="781050"/>
                  </a:lnTo>
                  <a:lnTo>
                    <a:pt x="2502179" y="800100"/>
                  </a:lnTo>
                  <a:lnTo>
                    <a:pt x="2559329" y="800100"/>
                  </a:lnTo>
                  <a:lnTo>
                    <a:pt x="2559329" y="781050"/>
                  </a:lnTo>
                  <a:close/>
                </a:path>
                <a:path w="10382250" h="800100">
                  <a:moveTo>
                    <a:pt x="2633180" y="0"/>
                  </a:moveTo>
                  <a:lnTo>
                    <a:pt x="2576030" y="0"/>
                  </a:lnTo>
                  <a:lnTo>
                    <a:pt x="2576030" y="19050"/>
                  </a:lnTo>
                  <a:lnTo>
                    <a:pt x="2633180" y="19050"/>
                  </a:lnTo>
                  <a:lnTo>
                    <a:pt x="2633180" y="0"/>
                  </a:lnTo>
                  <a:close/>
                </a:path>
                <a:path w="10382250" h="800100">
                  <a:moveTo>
                    <a:pt x="2654744" y="781050"/>
                  </a:moveTo>
                  <a:lnTo>
                    <a:pt x="2597594" y="781050"/>
                  </a:lnTo>
                  <a:lnTo>
                    <a:pt x="2597594" y="800100"/>
                  </a:lnTo>
                  <a:lnTo>
                    <a:pt x="2654744" y="800100"/>
                  </a:lnTo>
                  <a:lnTo>
                    <a:pt x="2654744" y="781050"/>
                  </a:lnTo>
                  <a:close/>
                </a:path>
                <a:path w="10382250" h="800100">
                  <a:moveTo>
                    <a:pt x="2728595" y="0"/>
                  </a:moveTo>
                  <a:lnTo>
                    <a:pt x="2671445" y="0"/>
                  </a:lnTo>
                  <a:lnTo>
                    <a:pt x="2671445" y="19050"/>
                  </a:lnTo>
                  <a:lnTo>
                    <a:pt x="2728595" y="19050"/>
                  </a:lnTo>
                  <a:lnTo>
                    <a:pt x="2728595" y="0"/>
                  </a:lnTo>
                  <a:close/>
                </a:path>
                <a:path w="10382250" h="800100">
                  <a:moveTo>
                    <a:pt x="2750159" y="781050"/>
                  </a:moveTo>
                  <a:lnTo>
                    <a:pt x="2693009" y="781050"/>
                  </a:lnTo>
                  <a:lnTo>
                    <a:pt x="2693009" y="800100"/>
                  </a:lnTo>
                  <a:lnTo>
                    <a:pt x="2750159" y="800100"/>
                  </a:lnTo>
                  <a:lnTo>
                    <a:pt x="2750159" y="781050"/>
                  </a:lnTo>
                  <a:close/>
                </a:path>
                <a:path w="10382250" h="800100">
                  <a:moveTo>
                    <a:pt x="2824010" y="0"/>
                  </a:moveTo>
                  <a:lnTo>
                    <a:pt x="2766860" y="0"/>
                  </a:lnTo>
                  <a:lnTo>
                    <a:pt x="2766860" y="19050"/>
                  </a:lnTo>
                  <a:lnTo>
                    <a:pt x="2824010" y="19050"/>
                  </a:lnTo>
                  <a:lnTo>
                    <a:pt x="2824010" y="0"/>
                  </a:lnTo>
                  <a:close/>
                </a:path>
                <a:path w="10382250" h="800100">
                  <a:moveTo>
                    <a:pt x="2845574" y="781050"/>
                  </a:moveTo>
                  <a:lnTo>
                    <a:pt x="2788424" y="781050"/>
                  </a:lnTo>
                  <a:lnTo>
                    <a:pt x="2788424" y="800100"/>
                  </a:lnTo>
                  <a:lnTo>
                    <a:pt x="2845574" y="800100"/>
                  </a:lnTo>
                  <a:lnTo>
                    <a:pt x="2845574" y="781050"/>
                  </a:lnTo>
                  <a:close/>
                </a:path>
                <a:path w="10382250" h="800100">
                  <a:moveTo>
                    <a:pt x="2919412" y="0"/>
                  </a:moveTo>
                  <a:lnTo>
                    <a:pt x="2862262" y="0"/>
                  </a:lnTo>
                  <a:lnTo>
                    <a:pt x="2862262" y="19050"/>
                  </a:lnTo>
                  <a:lnTo>
                    <a:pt x="2919412" y="19050"/>
                  </a:lnTo>
                  <a:lnTo>
                    <a:pt x="2919412" y="0"/>
                  </a:lnTo>
                  <a:close/>
                </a:path>
                <a:path w="10382250" h="800100">
                  <a:moveTo>
                    <a:pt x="2940989" y="781050"/>
                  </a:moveTo>
                  <a:lnTo>
                    <a:pt x="2883839" y="781050"/>
                  </a:lnTo>
                  <a:lnTo>
                    <a:pt x="2883839" y="800100"/>
                  </a:lnTo>
                  <a:lnTo>
                    <a:pt x="2940989" y="800100"/>
                  </a:lnTo>
                  <a:lnTo>
                    <a:pt x="2940989" y="781050"/>
                  </a:lnTo>
                  <a:close/>
                </a:path>
                <a:path w="10382250" h="800100">
                  <a:moveTo>
                    <a:pt x="3014827" y="0"/>
                  </a:moveTo>
                  <a:lnTo>
                    <a:pt x="2957677" y="0"/>
                  </a:lnTo>
                  <a:lnTo>
                    <a:pt x="2957677" y="19050"/>
                  </a:lnTo>
                  <a:lnTo>
                    <a:pt x="3014827" y="19050"/>
                  </a:lnTo>
                  <a:lnTo>
                    <a:pt x="3014827" y="0"/>
                  </a:lnTo>
                  <a:close/>
                </a:path>
                <a:path w="10382250" h="800100">
                  <a:moveTo>
                    <a:pt x="3036405" y="781050"/>
                  </a:moveTo>
                  <a:lnTo>
                    <a:pt x="2979255" y="781050"/>
                  </a:lnTo>
                  <a:lnTo>
                    <a:pt x="2979255" y="800100"/>
                  </a:lnTo>
                  <a:lnTo>
                    <a:pt x="3036405" y="800100"/>
                  </a:lnTo>
                  <a:lnTo>
                    <a:pt x="3036405" y="781050"/>
                  </a:lnTo>
                  <a:close/>
                </a:path>
                <a:path w="10382250" h="800100">
                  <a:moveTo>
                    <a:pt x="3110242" y="0"/>
                  </a:moveTo>
                  <a:lnTo>
                    <a:pt x="3053092" y="0"/>
                  </a:lnTo>
                  <a:lnTo>
                    <a:pt x="3053092" y="19050"/>
                  </a:lnTo>
                  <a:lnTo>
                    <a:pt x="3110242" y="19050"/>
                  </a:lnTo>
                  <a:lnTo>
                    <a:pt x="3110242" y="0"/>
                  </a:lnTo>
                  <a:close/>
                </a:path>
                <a:path w="10382250" h="800100">
                  <a:moveTo>
                    <a:pt x="3131820" y="781050"/>
                  </a:moveTo>
                  <a:lnTo>
                    <a:pt x="3074670" y="781050"/>
                  </a:lnTo>
                  <a:lnTo>
                    <a:pt x="3074670" y="800100"/>
                  </a:lnTo>
                  <a:lnTo>
                    <a:pt x="3131820" y="800100"/>
                  </a:lnTo>
                  <a:lnTo>
                    <a:pt x="3131820" y="781050"/>
                  </a:lnTo>
                  <a:close/>
                </a:path>
                <a:path w="10382250" h="800100">
                  <a:moveTo>
                    <a:pt x="3205657" y="0"/>
                  </a:moveTo>
                  <a:lnTo>
                    <a:pt x="3148507" y="0"/>
                  </a:lnTo>
                  <a:lnTo>
                    <a:pt x="3148507" y="19050"/>
                  </a:lnTo>
                  <a:lnTo>
                    <a:pt x="3205657" y="19050"/>
                  </a:lnTo>
                  <a:lnTo>
                    <a:pt x="3205657" y="0"/>
                  </a:lnTo>
                  <a:close/>
                </a:path>
                <a:path w="10382250" h="800100">
                  <a:moveTo>
                    <a:pt x="3227235" y="781050"/>
                  </a:moveTo>
                  <a:lnTo>
                    <a:pt x="3170085" y="781050"/>
                  </a:lnTo>
                  <a:lnTo>
                    <a:pt x="3170085" y="800100"/>
                  </a:lnTo>
                  <a:lnTo>
                    <a:pt x="3227235" y="800100"/>
                  </a:lnTo>
                  <a:lnTo>
                    <a:pt x="3227235" y="781050"/>
                  </a:lnTo>
                  <a:close/>
                </a:path>
                <a:path w="10382250" h="800100">
                  <a:moveTo>
                    <a:pt x="3301073" y="0"/>
                  </a:moveTo>
                  <a:lnTo>
                    <a:pt x="3243923" y="0"/>
                  </a:lnTo>
                  <a:lnTo>
                    <a:pt x="3243923" y="19050"/>
                  </a:lnTo>
                  <a:lnTo>
                    <a:pt x="3301073" y="19050"/>
                  </a:lnTo>
                  <a:lnTo>
                    <a:pt x="3301073" y="0"/>
                  </a:lnTo>
                  <a:close/>
                </a:path>
                <a:path w="10382250" h="800100">
                  <a:moveTo>
                    <a:pt x="3322637" y="781050"/>
                  </a:moveTo>
                  <a:lnTo>
                    <a:pt x="3265487" y="781050"/>
                  </a:lnTo>
                  <a:lnTo>
                    <a:pt x="3265487" y="800100"/>
                  </a:lnTo>
                  <a:lnTo>
                    <a:pt x="3322637" y="800100"/>
                  </a:lnTo>
                  <a:lnTo>
                    <a:pt x="3322637" y="781050"/>
                  </a:lnTo>
                  <a:close/>
                </a:path>
                <a:path w="10382250" h="800100">
                  <a:moveTo>
                    <a:pt x="3396488" y="0"/>
                  </a:moveTo>
                  <a:lnTo>
                    <a:pt x="3339338" y="0"/>
                  </a:lnTo>
                  <a:lnTo>
                    <a:pt x="3339338" y="19050"/>
                  </a:lnTo>
                  <a:lnTo>
                    <a:pt x="3396488" y="19050"/>
                  </a:lnTo>
                  <a:lnTo>
                    <a:pt x="3396488" y="0"/>
                  </a:lnTo>
                  <a:close/>
                </a:path>
                <a:path w="10382250" h="800100">
                  <a:moveTo>
                    <a:pt x="3418052" y="781050"/>
                  </a:moveTo>
                  <a:lnTo>
                    <a:pt x="3360902" y="781050"/>
                  </a:lnTo>
                  <a:lnTo>
                    <a:pt x="3360902" y="800100"/>
                  </a:lnTo>
                  <a:lnTo>
                    <a:pt x="3418052" y="800100"/>
                  </a:lnTo>
                  <a:lnTo>
                    <a:pt x="3418052" y="781050"/>
                  </a:lnTo>
                  <a:close/>
                </a:path>
                <a:path w="10382250" h="800100">
                  <a:moveTo>
                    <a:pt x="3491903" y="0"/>
                  </a:moveTo>
                  <a:lnTo>
                    <a:pt x="3434753" y="0"/>
                  </a:lnTo>
                  <a:lnTo>
                    <a:pt x="3434753" y="19050"/>
                  </a:lnTo>
                  <a:lnTo>
                    <a:pt x="3491903" y="19050"/>
                  </a:lnTo>
                  <a:lnTo>
                    <a:pt x="3491903" y="0"/>
                  </a:lnTo>
                  <a:close/>
                </a:path>
                <a:path w="10382250" h="800100">
                  <a:moveTo>
                    <a:pt x="3513467" y="781050"/>
                  </a:moveTo>
                  <a:lnTo>
                    <a:pt x="3456317" y="781050"/>
                  </a:lnTo>
                  <a:lnTo>
                    <a:pt x="3456317" y="800100"/>
                  </a:lnTo>
                  <a:lnTo>
                    <a:pt x="3513467" y="800100"/>
                  </a:lnTo>
                  <a:lnTo>
                    <a:pt x="3513467" y="781050"/>
                  </a:lnTo>
                  <a:close/>
                </a:path>
                <a:path w="10382250" h="800100">
                  <a:moveTo>
                    <a:pt x="3587318" y="0"/>
                  </a:moveTo>
                  <a:lnTo>
                    <a:pt x="3530168" y="0"/>
                  </a:lnTo>
                  <a:lnTo>
                    <a:pt x="3530168" y="19050"/>
                  </a:lnTo>
                  <a:lnTo>
                    <a:pt x="3587318" y="19050"/>
                  </a:lnTo>
                  <a:lnTo>
                    <a:pt x="3587318" y="0"/>
                  </a:lnTo>
                  <a:close/>
                </a:path>
                <a:path w="10382250" h="800100">
                  <a:moveTo>
                    <a:pt x="3608882" y="781050"/>
                  </a:moveTo>
                  <a:lnTo>
                    <a:pt x="3551732" y="781050"/>
                  </a:lnTo>
                  <a:lnTo>
                    <a:pt x="3551732" y="800100"/>
                  </a:lnTo>
                  <a:lnTo>
                    <a:pt x="3608882" y="800100"/>
                  </a:lnTo>
                  <a:lnTo>
                    <a:pt x="3608882" y="781050"/>
                  </a:lnTo>
                  <a:close/>
                </a:path>
                <a:path w="10382250" h="800100">
                  <a:moveTo>
                    <a:pt x="3682733" y="0"/>
                  </a:moveTo>
                  <a:lnTo>
                    <a:pt x="3625583" y="0"/>
                  </a:lnTo>
                  <a:lnTo>
                    <a:pt x="3625583" y="19050"/>
                  </a:lnTo>
                  <a:lnTo>
                    <a:pt x="3682733" y="19050"/>
                  </a:lnTo>
                  <a:lnTo>
                    <a:pt x="3682733" y="0"/>
                  </a:lnTo>
                  <a:close/>
                </a:path>
                <a:path w="10382250" h="800100">
                  <a:moveTo>
                    <a:pt x="3704298" y="781050"/>
                  </a:moveTo>
                  <a:lnTo>
                    <a:pt x="3647148" y="781050"/>
                  </a:lnTo>
                  <a:lnTo>
                    <a:pt x="3647148" y="800100"/>
                  </a:lnTo>
                  <a:lnTo>
                    <a:pt x="3704298" y="800100"/>
                  </a:lnTo>
                  <a:lnTo>
                    <a:pt x="3704298" y="781050"/>
                  </a:lnTo>
                  <a:close/>
                </a:path>
                <a:path w="10382250" h="800100">
                  <a:moveTo>
                    <a:pt x="3778148" y="0"/>
                  </a:moveTo>
                  <a:lnTo>
                    <a:pt x="3720998" y="0"/>
                  </a:lnTo>
                  <a:lnTo>
                    <a:pt x="3720998" y="19050"/>
                  </a:lnTo>
                  <a:lnTo>
                    <a:pt x="3778148" y="19050"/>
                  </a:lnTo>
                  <a:lnTo>
                    <a:pt x="3778148" y="0"/>
                  </a:lnTo>
                  <a:close/>
                </a:path>
                <a:path w="10382250" h="800100">
                  <a:moveTo>
                    <a:pt x="3799713" y="781050"/>
                  </a:moveTo>
                  <a:lnTo>
                    <a:pt x="3742563" y="781050"/>
                  </a:lnTo>
                  <a:lnTo>
                    <a:pt x="3742563" y="800100"/>
                  </a:lnTo>
                  <a:lnTo>
                    <a:pt x="3799713" y="800100"/>
                  </a:lnTo>
                  <a:lnTo>
                    <a:pt x="3799713" y="781050"/>
                  </a:lnTo>
                  <a:close/>
                </a:path>
                <a:path w="10382250" h="800100">
                  <a:moveTo>
                    <a:pt x="3873563" y="0"/>
                  </a:moveTo>
                  <a:lnTo>
                    <a:pt x="3816413" y="0"/>
                  </a:lnTo>
                  <a:lnTo>
                    <a:pt x="3816413" y="19050"/>
                  </a:lnTo>
                  <a:lnTo>
                    <a:pt x="3873563" y="19050"/>
                  </a:lnTo>
                  <a:lnTo>
                    <a:pt x="3873563" y="0"/>
                  </a:lnTo>
                  <a:close/>
                </a:path>
                <a:path w="10382250" h="800100">
                  <a:moveTo>
                    <a:pt x="3895128" y="781050"/>
                  </a:moveTo>
                  <a:lnTo>
                    <a:pt x="3837978" y="781050"/>
                  </a:lnTo>
                  <a:lnTo>
                    <a:pt x="3837978" y="800100"/>
                  </a:lnTo>
                  <a:lnTo>
                    <a:pt x="3895128" y="800100"/>
                  </a:lnTo>
                  <a:lnTo>
                    <a:pt x="3895128" y="781050"/>
                  </a:lnTo>
                  <a:close/>
                </a:path>
                <a:path w="10382250" h="800100">
                  <a:moveTo>
                    <a:pt x="3968978" y="0"/>
                  </a:moveTo>
                  <a:lnTo>
                    <a:pt x="3911828" y="0"/>
                  </a:lnTo>
                  <a:lnTo>
                    <a:pt x="3911828" y="19050"/>
                  </a:lnTo>
                  <a:lnTo>
                    <a:pt x="3968978" y="19050"/>
                  </a:lnTo>
                  <a:lnTo>
                    <a:pt x="3968978" y="0"/>
                  </a:lnTo>
                  <a:close/>
                </a:path>
                <a:path w="10382250" h="800100">
                  <a:moveTo>
                    <a:pt x="3990543" y="781050"/>
                  </a:moveTo>
                  <a:lnTo>
                    <a:pt x="3933393" y="781050"/>
                  </a:lnTo>
                  <a:lnTo>
                    <a:pt x="3933393" y="800100"/>
                  </a:lnTo>
                  <a:lnTo>
                    <a:pt x="3990543" y="800100"/>
                  </a:lnTo>
                  <a:lnTo>
                    <a:pt x="3990543" y="781050"/>
                  </a:lnTo>
                  <a:close/>
                </a:path>
                <a:path w="10382250" h="800100">
                  <a:moveTo>
                    <a:pt x="4064393" y="0"/>
                  </a:moveTo>
                  <a:lnTo>
                    <a:pt x="4007243" y="0"/>
                  </a:lnTo>
                  <a:lnTo>
                    <a:pt x="4007243" y="19050"/>
                  </a:lnTo>
                  <a:lnTo>
                    <a:pt x="4064393" y="19050"/>
                  </a:lnTo>
                  <a:lnTo>
                    <a:pt x="4064393" y="0"/>
                  </a:lnTo>
                  <a:close/>
                </a:path>
                <a:path w="10382250" h="800100">
                  <a:moveTo>
                    <a:pt x="4085958" y="781050"/>
                  </a:moveTo>
                  <a:lnTo>
                    <a:pt x="4028808" y="781050"/>
                  </a:lnTo>
                  <a:lnTo>
                    <a:pt x="4028808" y="800100"/>
                  </a:lnTo>
                  <a:lnTo>
                    <a:pt x="4085958" y="800100"/>
                  </a:lnTo>
                  <a:lnTo>
                    <a:pt x="4085958" y="781050"/>
                  </a:lnTo>
                  <a:close/>
                </a:path>
                <a:path w="10382250" h="800100">
                  <a:moveTo>
                    <a:pt x="4159808" y="0"/>
                  </a:moveTo>
                  <a:lnTo>
                    <a:pt x="4102658" y="0"/>
                  </a:lnTo>
                  <a:lnTo>
                    <a:pt x="4102658" y="19050"/>
                  </a:lnTo>
                  <a:lnTo>
                    <a:pt x="4159808" y="19050"/>
                  </a:lnTo>
                  <a:lnTo>
                    <a:pt x="4159808" y="0"/>
                  </a:lnTo>
                  <a:close/>
                </a:path>
                <a:path w="10382250" h="800100">
                  <a:moveTo>
                    <a:pt x="4181373" y="781050"/>
                  </a:moveTo>
                  <a:lnTo>
                    <a:pt x="4124223" y="781050"/>
                  </a:lnTo>
                  <a:lnTo>
                    <a:pt x="4124223" y="800100"/>
                  </a:lnTo>
                  <a:lnTo>
                    <a:pt x="4181373" y="800100"/>
                  </a:lnTo>
                  <a:lnTo>
                    <a:pt x="4181373" y="781050"/>
                  </a:lnTo>
                  <a:close/>
                </a:path>
                <a:path w="10382250" h="800100">
                  <a:moveTo>
                    <a:pt x="4255224" y="0"/>
                  </a:moveTo>
                  <a:lnTo>
                    <a:pt x="4198074" y="0"/>
                  </a:lnTo>
                  <a:lnTo>
                    <a:pt x="4198074" y="19050"/>
                  </a:lnTo>
                  <a:lnTo>
                    <a:pt x="4255224" y="19050"/>
                  </a:lnTo>
                  <a:lnTo>
                    <a:pt x="4255224" y="0"/>
                  </a:lnTo>
                  <a:close/>
                </a:path>
                <a:path w="10382250" h="800100">
                  <a:moveTo>
                    <a:pt x="4276788" y="781050"/>
                  </a:moveTo>
                  <a:lnTo>
                    <a:pt x="4219638" y="781050"/>
                  </a:lnTo>
                  <a:lnTo>
                    <a:pt x="4219638" y="800100"/>
                  </a:lnTo>
                  <a:lnTo>
                    <a:pt x="4276788" y="800100"/>
                  </a:lnTo>
                  <a:lnTo>
                    <a:pt x="4276788" y="781050"/>
                  </a:lnTo>
                  <a:close/>
                </a:path>
                <a:path w="10382250" h="800100">
                  <a:moveTo>
                    <a:pt x="4350626" y="0"/>
                  </a:moveTo>
                  <a:lnTo>
                    <a:pt x="4293476" y="0"/>
                  </a:lnTo>
                  <a:lnTo>
                    <a:pt x="4293476" y="19050"/>
                  </a:lnTo>
                  <a:lnTo>
                    <a:pt x="4350626" y="19050"/>
                  </a:lnTo>
                  <a:lnTo>
                    <a:pt x="4350626" y="0"/>
                  </a:lnTo>
                  <a:close/>
                </a:path>
                <a:path w="10382250" h="800100">
                  <a:moveTo>
                    <a:pt x="4372203" y="781050"/>
                  </a:moveTo>
                  <a:lnTo>
                    <a:pt x="4315053" y="781050"/>
                  </a:lnTo>
                  <a:lnTo>
                    <a:pt x="4315053" y="800100"/>
                  </a:lnTo>
                  <a:lnTo>
                    <a:pt x="4372203" y="800100"/>
                  </a:lnTo>
                  <a:lnTo>
                    <a:pt x="4372203" y="781050"/>
                  </a:lnTo>
                  <a:close/>
                </a:path>
                <a:path w="10382250" h="800100">
                  <a:moveTo>
                    <a:pt x="4446041" y="0"/>
                  </a:moveTo>
                  <a:lnTo>
                    <a:pt x="4388891" y="0"/>
                  </a:lnTo>
                  <a:lnTo>
                    <a:pt x="4388891" y="19050"/>
                  </a:lnTo>
                  <a:lnTo>
                    <a:pt x="4446041" y="19050"/>
                  </a:lnTo>
                  <a:lnTo>
                    <a:pt x="4446041" y="0"/>
                  </a:lnTo>
                  <a:close/>
                </a:path>
                <a:path w="10382250" h="800100">
                  <a:moveTo>
                    <a:pt x="4467618" y="781050"/>
                  </a:moveTo>
                  <a:lnTo>
                    <a:pt x="4410468" y="781050"/>
                  </a:lnTo>
                  <a:lnTo>
                    <a:pt x="4410468" y="800100"/>
                  </a:lnTo>
                  <a:lnTo>
                    <a:pt x="4467618" y="800100"/>
                  </a:lnTo>
                  <a:lnTo>
                    <a:pt x="4467618" y="781050"/>
                  </a:lnTo>
                  <a:close/>
                </a:path>
                <a:path w="10382250" h="800100">
                  <a:moveTo>
                    <a:pt x="4541456" y="0"/>
                  </a:moveTo>
                  <a:lnTo>
                    <a:pt x="4484306" y="0"/>
                  </a:lnTo>
                  <a:lnTo>
                    <a:pt x="4484306" y="19050"/>
                  </a:lnTo>
                  <a:lnTo>
                    <a:pt x="4541456" y="19050"/>
                  </a:lnTo>
                  <a:lnTo>
                    <a:pt x="4541456" y="0"/>
                  </a:lnTo>
                  <a:close/>
                </a:path>
                <a:path w="10382250" h="800100">
                  <a:moveTo>
                    <a:pt x="4563034" y="781050"/>
                  </a:moveTo>
                  <a:lnTo>
                    <a:pt x="4505884" y="781050"/>
                  </a:lnTo>
                  <a:lnTo>
                    <a:pt x="4505884" y="800100"/>
                  </a:lnTo>
                  <a:lnTo>
                    <a:pt x="4563034" y="800100"/>
                  </a:lnTo>
                  <a:lnTo>
                    <a:pt x="4563034" y="781050"/>
                  </a:lnTo>
                  <a:close/>
                </a:path>
                <a:path w="10382250" h="800100">
                  <a:moveTo>
                    <a:pt x="4636871" y="0"/>
                  </a:moveTo>
                  <a:lnTo>
                    <a:pt x="4579721" y="0"/>
                  </a:lnTo>
                  <a:lnTo>
                    <a:pt x="4579721" y="19050"/>
                  </a:lnTo>
                  <a:lnTo>
                    <a:pt x="4636871" y="19050"/>
                  </a:lnTo>
                  <a:lnTo>
                    <a:pt x="4636871" y="0"/>
                  </a:lnTo>
                  <a:close/>
                </a:path>
                <a:path w="10382250" h="800100">
                  <a:moveTo>
                    <a:pt x="4658449" y="781050"/>
                  </a:moveTo>
                  <a:lnTo>
                    <a:pt x="4601299" y="781050"/>
                  </a:lnTo>
                  <a:lnTo>
                    <a:pt x="4601299" y="800100"/>
                  </a:lnTo>
                  <a:lnTo>
                    <a:pt x="4658449" y="800100"/>
                  </a:lnTo>
                  <a:lnTo>
                    <a:pt x="4658449" y="781050"/>
                  </a:lnTo>
                  <a:close/>
                </a:path>
                <a:path w="10382250" h="800100">
                  <a:moveTo>
                    <a:pt x="4732286" y="0"/>
                  </a:moveTo>
                  <a:lnTo>
                    <a:pt x="4675136" y="0"/>
                  </a:lnTo>
                  <a:lnTo>
                    <a:pt x="4675136" y="19050"/>
                  </a:lnTo>
                  <a:lnTo>
                    <a:pt x="4732286" y="19050"/>
                  </a:lnTo>
                  <a:lnTo>
                    <a:pt x="4732286" y="0"/>
                  </a:lnTo>
                  <a:close/>
                </a:path>
                <a:path w="10382250" h="800100">
                  <a:moveTo>
                    <a:pt x="4753851" y="781050"/>
                  </a:moveTo>
                  <a:lnTo>
                    <a:pt x="4696701" y="781050"/>
                  </a:lnTo>
                  <a:lnTo>
                    <a:pt x="4696701" y="800100"/>
                  </a:lnTo>
                  <a:lnTo>
                    <a:pt x="4753851" y="800100"/>
                  </a:lnTo>
                  <a:lnTo>
                    <a:pt x="4753851" y="781050"/>
                  </a:lnTo>
                  <a:close/>
                </a:path>
                <a:path w="10382250" h="800100">
                  <a:moveTo>
                    <a:pt x="4827702" y="0"/>
                  </a:moveTo>
                  <a:lnTo>
                    <a:pt x="4770552" y="0"/>
                  </a:lnTo>
                  <a:lnTo>
                    <a:pt x="4770552" y="19050"/>
                  </a:lnTo>
                  <a:lnTo>
                    <a:pt x="4827702" y="19050"/>
                  </a:lnTo>
                  <a:lnTo>
                    <a:pt x="4827702" y="0"/>
                  </a:lnTo>
                  <a:close/>
                </a:path>
                <a:path w="10382250" h="800100">
                  <a:moveTo>
                    <a:pt x="4849266" y="781050"/>
                  </a:moveTo>
                  <a:lnTo>
                    <a:pt x="4792116" y="781050"/>
                  </a:lnTo>
                  <a:lnTo>
                    <a:pt x="4792116" y="800100"/>
                  </a:lnTo>
                  <a:lnTo>
                    <a:pt x="4849266" y="800100"/>
                  </a:lnTo>
                  <a:lnTo>
                    <a:pt x="4849266" y="781050"/>
                  </a:lnTo>
                  <a:close/>
                </a:path>
                <a:path w="10382250" h="800100">
                  <a:moveTo>
                    <a:pt x="4923117" y="0"/>
                  </a:moveTo>
                  <a:lnTo>
                    <a:pt x="4865967" y="0"/>
                  </a:lnTo>
                  <a:lnTo>
                    <a:pt x="4865967" y="19050"/>
                  </a:lnTo>
                  <a:lnTo>
                    <a:pt x="4923117" y="19050"/>
                  </a:lnTo>
                  <a:lnTo>
                    <a:pt x="4923117" y="0"/>
                  </a:lnTo>
                  <a:close/>
                </a:path>
                <a:path w="10382250" h="800100">
                  <a:moveTo>
                    <a:pt x="4944681" y="781050"/>
                  </a:moveTo>
                  <a:lnTo>
                    <a:pt x="4887531" y="781050"/>
                  </a:lnTo>
                  <a:lnTo>
                    <a:pt x="4887531" y="800100"/>
                  </a:lnTo>
                  <a:lnTo>
                    <a:pt x="4944681" y="800100"/>
                  </a:lnTo>
                  <a:lnTo>
                    <a:pt x="4944681" y="781050"/>
                  </a:lnTo>
                  <a:close/>
                </a:path>
                <a:path w="10382250" h="800100">
                  <a:moveTo>
                    <a:pt x="5018532" y="0"/>
                  </a:moveTo>
                  <a:lnTo>
                    <a:pt x="4961382" y="0"/>
                  </a:lnTo>
                  <a:lnTo>
                    <a:pt x="4961382" y="19050"/>
                  </a:lnTo>
                  <a:lnTo>
                    <a:pt x="5018532" y="19050"/>
                  </a:lnTo>
                  <a:lnTo>
                    <a:pt x="5018532" y="0"/>
                  </a:lnTo>
                  <a:close/>
                </a:path>
                <a:path w="10382250" h="800100">
                  <a:moveTo>
                    <a:pt x="5040096" y="781050"/>
                  </a:moveTo>
                  <a:lnTo>
                    <a:pt x="4982946" y="781050"/>
                  </a:lnTo>
                  <a:lnTo>
                    <a:pt x="4982946" y="800100"/>
                  </a:lnTo>
                  <a:lnTo>
                    <a:pt x="5040096" y="800100"/>
                  </a:lnTo>
                  <a:lnTo>
                    <a:pt x="5040096" y="781050"/>
                  </a:lnTo>
                  <a:close/>
                </a:path>
                <a:path w="10382250" h="800100">
                  <a:moveTo>
                    <a:pt x="5113947" y="0"/>
                  </a:moveTo>
                  <a:lnTo>
                    <a:pt x="5056797" y="0"/>
                  </a:lnTo>
                  <a:lnTo>
                    <a:pt x="5056797" y="19050"/>
                  </a:lnTo>
                  <a:lnTo>
                    <a:pt x="5113947" y="19050"/>
                  </a:lnTo>
                  <a:lnTo>
                    <a:pt x="5113947" y="0"/>
                  </a:lnTo>
                  <a:close/>
                </a:path>
                <a:path w="10382250" h="800100">
                  <a:moveTo>
                    <a:pt x="5135511" y="781050"/>
                  </a:moveTo>
                  <a:lnTo>
                    <a:pt x="5078361" y="781050"/>
                  </a:lnTo>
                  <a:lnTo>
                    <a:pt x="5078361" y="800100"/>
                  </a:lnTo>
                  <a:lnTo>
                    <a:pt x="5135511" y="800100"/>
                  </a:lnTo>
                  <a:lnTo>
                    <a:pt x="5135511" y="781050"/>
                  </a:lnTo>
                  <a:close/>
                </a:path>
                <a:path w="10382250" h="800100">
                  <a:moveTo>
                    <a:pt x="5209362" y="0"/>
                  </a:moveTo>
                  <a:lnTo>
                    <a:pt x="5152212" y="0"/>
                  </a:lnTo>
                  <a:lnTo>
                    <a:pt x="5152212" y="19050"/>
                  </a:lnTo>
                  <a:lnTo>
                    <a:pt x="5209362" y="19050"/>
                  </a:lnTo>
                  <a:lnTo>
                    <a:pt x="5209362" y="0"/>
                  </a:lnTo>
                  <a:close/>
                </a:path>
                <a:path w="10382250" h="800100">
                  <a:moveTo>
                    <a:pt x="5230927" y="781050"/>
                  </a:moveTo>
                  <a:lnTo>
                    <a:pt x="5173777" y="781050"/>
                  </a:lnTo>
                  <a:lnTo>
                    <a:pt x="5173777" y="800100"/>
                  </a:lnTo>
                  <a:lnTo>
                    <a:pt x="5230927" y="800100"/>
                  </a:lnTo>
                  <a:lnTo>
                    <a:pt x="5230927" y="781050"/>
                  </a:lnTo>
                  <a:close/>
                </a:path>
                <a:path w="10382250" h="800100">
                  <a:moveTo>
                    <a:pt x="5304777" y="0"/>
                  </a:moveTo>
                  <a:lnTo>
                    <a:pt x="5247627" y="0"/>
                  </a:lnTo>
                  <a:lnTo>
                    <a:pt x="5247627" y="19050"/>
                  </a:lnTo>
                  <a:lnTo>
                    <a:pt x="5304777" y="19050"/>
                  </a:lnTo>
                  <a:lnTo>
                    <a:pt x="5304777" y="0"/>
                  </a:lnTo>
                  <a:close/>
                </a:path>
                <a:path w="10382250" h="800100">
                  <a:moveTo>
                    <a:pt x="5326342" y="781050"/>
                  </a:moveTo>
                  <a:lnTo>
                    <a:pt x="5269192" y="781050"/>
                  </a:lnTo>
                  <a:lnTo>
                    <a:pt x="5269192" y="800100"/>
                  </a:lnTo>
                  <a:lnTo>
                    <a:pt x="5326342" y="800100"/>
                  </a:lnTo>
                  <a:lnTo>
                    <a:pt x="5326342" y="781050"/>
                  </a:lnTo>
                  <a:close/>
                </a:path>
                <a:path w="10382250" h="800100">
                  <a:moveTo>
                    <a:pt x="5400192" y="0"/>
                  </a:moveTo>
                  <a:lnTo>
                    <a:pt x="5343042" y="0"/>
                  </a:lnTo>
                  <a:lnTo>
                    <a:pt x="5343042" y="19050"/>
                  </a:lnTo>
                  <a:lnTo>
                    <a:pt x="5400192" y="19050"/>
                  </a:lnTo>
                  <a:lnTo>
                    <a:pt x="5400192" y="0"/>
                  </a:lnTo>
                  <a:close/>
                </a:path>
                <a:path w="10382250" h="800100">
                  <a:moveTo>
                    <a:pt x="5421757" y="781050"/>
                  </a:moveTo>
                  <a:lnTo>
                    <a:pt x="5364607" y="781050"/>
                  </a:lnTo>
                  <a:lnTo>
                    <a:pt x="5364607" y="800100"/>
                  </a:lnTo>
                  <a:lnTo>
                    <a:pt x="5421757" y="800100"/>
                  </a:lnTo>
                  <a:lnTo>
                    <a:pt x="5421757" y="781050"/>
                  </a:lnTo>
                  <a:close/>
                </a:path>
                <a:path w="10382250" h="800100">
                  <a:moveTo>
                    <a:pt x="5495607" y="0"/>
                  </a:moveTo>
                  <a:lnTo>
                    <a:pt x="5438457" y="0"/>
                  </a:lnTo>
                  <a:lnTo>
                    <a:pt x="5438457" y="19050"/>
                  </a:lnTo>
                  <a:lnTo>
                    <a:pt x="5495607" y="19050"/>
                  </a:lnTo>
                  <a:lnTo>
                    <a:pt x="5495607" y="0"/>
                  </a:lnTo>
                  <a:close/>
                </a:path>
                <a:path w="10382250" h="800100">
                  <a:moveTo>
                    <a:pt x="5517172" y="781050"/>
                  </a:moveTo>
                  <a:lnTo>
                    <a:pt x="5460022" y="781050"/>
                  </a:lnTo>
                  <a:lnTo>
                    <a:pt x="5460022" y="800100"/>
                  </a:lnTo>
                  <a:lnTo>
                    <a:pt x="5517172" y="800100"/>
                  </a:lnTo>
                  <a:lnTo>
                    <a:pt x="5517172" y="781050"/>
                  </a:lnTo>
                  <a:close/>
                </a:path>
                <a:path w="10382250" h="800100">
                  <a:moveTo>
                    <a:pt x="5591022" y="0"/>
                  </a:moveTo>
                  <a:lnTo>
                    <a:pt x="5533872" y="0"/>
                  </a:lnTo>
                  <a:lnTo>
                    <a:pt x="5533872" y="19050"/>
                  </a:lnTo>
                  <a:lnTo>
                    <a:pt x="5591022" y="19050"/>
                  </a:lnTo>
                  <a:lnTo>
                    <a:pt x="5591022" y="0"/>
                  </a:lnTo>
                  <a:close/>
                </a:path>
                <a:path w="10382250" h="800100">
                  <a:moveTo>
                    <a:pt x="5612587" y="781050"/>
                  </a:moveTo>
                  <a:lnTo>
                    <a:pt x="5555437" y="781050"/>
                  </a:lnTo>
                  <a:lnTo>
                    <a:pt x="5555437" y="800100"/>
                  </a:lnTo>
                  <a:lnTo>
                    <a:pt x="5612587" y="800100"/>
                  </a:lnTo>
                  <a:lnTo>
                    <a:pt x="5612587" y="781050"/>
                  </a:lnTo>
                  <a:close/>
                </a:path>
                <a:path w="10382250" h="800100">
                  <a:moveTo>
                    <a:pt x="5686425" y="0"/>
                  </a:moveTo>
                  <a:lnTo>
                    <a:pt x="5629275" y="0"/>
                  </a:lnTo>
                  <a:lnTo>
                    <a:pt x="5629275" y="19050"/>
                  </a:lnTo>
                  <a:lnTo>
                    <a:pt x="5686425" y="19050"/>
                  </a:lnTo>
                  <a:lnTo>
                    <a:pt x="5686425" y="0"/>
                  </a:lnTo>
                  <a:close/>
                </a:path>
                <a:path w="10382250" h="800100">
                  <a:moveTo>
                    <a:pt x="5708002" y="781050"/>
                  </a:moveTo>
                  <a:lnTo>
                    <a:pt x="5650852" y="781050"/>
                  </a:lnTo>
                  <a:lnTo>
                    <a:pt x="5650852" y="800100"/>
                  </a:lnTo>
                  <a:lnTo>
                    <a:pt x="5708002" y="800100"/>
                  </a:lnTo>
                  <a:lnTo>
                    <a:pt x="5708002" y="781050"/>
                  </a:lnTo>
                  <a:close/>
                </a:path>
                <a:path w="10382250" h="800100">
                  <a:moveTo>
                    <a:pt x="5781840" y="0"/>
                  </a:moveTo>
                  <a:lnTo>
                    <a:pt x="5724690" y="0"/>
                  </a:lnTo>
                  <a:lnTo>
                    <a:pt x="5724690" y="19050"/>
                  </a:lnTo>
                  <a:lnTo>
                    <a:pt x="5781840" y="19050"/>
                  </a:lnTo>
                  <a:lnTo>
                    <a:pt x="5781840" y="0"/>
                  </a:lnTo>
                  <a:close/>
                </a:path>
                <a:path w="10382250" h="800100">
                  <a:moveTo>
                    <a:pt x="5803417" y="781050"/>
                  </a:moveTo>
                  <a:lnTo>
                    <a:pt x="5746267" y="781050"/>
                  </a:lnTo>
                  <a:lnTo>
                    <a:pt x="5746267" y="800100"/>
                  </a:lnTo>
                  <a:lnTo>
                    <a:pt x="5803417" y="800100"/>
                  </a:lnTo>
                  <a:lnTo>
                    <a:pt x="5803417" y="781050"/>
                  </a:lnTo>
                  <a:close/>
                </a:path>
                <a:path w="10382250" h="800100">
                  <a:moveTo>
                    <a:pt x="5877255" y="0"/>
                  </a:moveTo>
                  <a:lnTo>
                    <a:pt x="5820105" y="0"/>
                  </a:lnTo>
                  <a:lnTo>
                    <a:pt x="5820105" y="19050"/>
                  </a:lnTo>
                  <a:lnTo>
                    <a:pt x="5877255" y="19050"/>
                  </a:lnTo>
                  <a:lnTo>
                    <a:pt x="5877255" y="0"/>
                  </a:lnTo>
                  <a:close/>
                </a:path>
                <a:path w="10382250" h="800100">
                  <a:moveTo>
                    <a:pt x="5898832" y="781050"/>
                  </a:moveTo>
                  <a:lnTo>
                    <a:pt x="5841682" y="781050"/>
                  </a:lnTo>
                  <a:lnTo>
                    <a:pt x="5841682" y="800100"/>
                  </a:lnTo>
                  <a:lnTo>
                    <a:pt x="5898832" y="800100"/>
                  </a:lnTo>
                  <a:lnTo>
                    <a:pt x="5898832" y="781050"/>
                  </a:lnTo>
                  <a:close/>
                </a:path>
                <a:path w="10382250" h="800100">
                  <a:moveTo>
                    <a:pt x="5972670" y="0"/>
                  </a:moveTo>
                  <a:lnTo>
                    <a:pt x="5915520" y="0"/>
                  </a:lnTo>
                  <a:lnTo>
                    <a:pt x="5915520" y="19050"/>
                  </a:lnTo>
                  <a:lnTo>
                    <a:pt x="5972670" y="19050"/>
                  </a:lnTo>
                  <a:lnTo>
                    <a:pt x="5972670" y="0"/>
                  </a:lnTo>
                  <a:close/>
                </a:path>
                <a:path w="10382250" h="800100">
                  <a:moveTo>
                    <a:pt x="5994247" y="781050"/>
                  </a:moveTo>
                  <a:lnTo>
                    <a:pt x="5937097" y="781050"/>
                  </a:lnTo>
                  <a:lnTo>
                    <a:pt x="5937097" y="800100"/>
                  </a:lnTo>
                  <a:lnTo>
                    <a:pt x="5994247" y="800100"/>
                  </a:lnTo>
                  <a:lnTo>
                    <a:pt x="5994247" y="781050"/>
                  </a:lnTo>
                  <a:close/>
                </a:path>
                <a:path w="10382250" h="800100">
                  <a:moveTo>
                    <a:pt x="6068085" y="0"/>
                  </a:moveTo>
                  <a:lnTo>
                    <a:pt x="6010935" y="0"/>
                  </a:lnTo>
                  <a:lnTo>
                    <a:pt x="6010935" y="19050"/>
                  </a:lnTo>
                  <a:lnTo>
                    <a:pt x="6068085" y="19050"/>
                  </a:lnTo>
                  <a:lnTo>
                    <a:pt x="6068085" y="0"/>
                  </a:lnTo>
                  <a:close/>
                </a:path>
                <a:path w="10382250" h="800100">
                  <a:moveTo>
                    <a:pt x="6089650" y="781050"/>
                  </a:moveTo>
                  <a:lnTo>
                    <a:pt x="6032500" y="781050"/>
                  </a:lnTo>
                  <a:lnTo>
                    <a:pt x="6032500" y="800100"/>
                  </a:lnTo>
                  <a:lnTo>
                    <a:pt x="6089650" y="800100"/>
                  </a:lnTo>
                  <a:lnTo>
                    <a:pt x="6089650" y="781050"/>
                  </a:lnTo>
                  <a:close/>
                </a:path>
                <a:path w="10382250" h="800100">
                  <a:moveTo>
                    <a:pt x="6163500" y="0"/>
                  </a:moveTo>
                  <a:lnTo>
                    <a:pt x="6106350" y="0"/>
                  </a:lnTo>
                  <a:lnTo>
                    <a:pt x="6106350" y="19050"/>
                  </a:lnTo>
                  <a:lnTo>
                    <a:pt x="6163500" y="19050"/>
                  </a:lnTo>
                  <a:lnTo>
                    <a:pt x="6163500" y="0"/>
                  </a:lnTo>
                  <a:close/>
                </a:path>
                <a:path w="10382250" h="800100">
                  <a:moveTo>
                    <a:pt x="6185065" y="781050"/>
                  </a:moveTo>
                  <a:lnTo>
                    <a:pt x="6127915" y="781050"/>
                  </a:lnTo>
                  <a:lnTo>
                    <a:pt x="6127915" y="800100"/>
                  </a:lnTo>
                  <a:lnTo>
                    <a:pt x="6185065" y="800100"/>
                  </a:lnTo>
                  <a:lnTo>
                    <a:pt x="6185065" y="781050"/>
                  </a:lnTo>
                  <a:close/>
                </a:path>
                <a:path w="10382250" h="800100">
                  <a:moveTo>
                    <a:pt x="6258915" y="0"/>
                  </a:moveTo>
                  <a:lnTo>
                    <a:pt x="6201765" y="0"/>
                  </a:lnTo>
                  <a:lnTo>
                    <a:pt x="6201765" y="19050"/>
                  </a:lnTo>
                  <a:lnTo>
                    <a:pt x="6258915" y="19050"/>
                  </a:lnTo>
                  <a:lnTo>
                    <a:pt x="6258915" y="0"/>
                  </a:lnTo>
                  <a:close/>
                </a:path>
                <a:path w="10382250" h="800100">
                  <a:moveTo>
                    <a:pt x="6280480" y="781050"/>
                  </a:moveTo>
                  <a:lnTo>
                    <a:pt x="6223330" y="781050"/>
                  </a:lnTo>
                  <a:lnTo>
                    <a:pt x="6223330" y="800100"/>
                  </a:lnTo>
                  <a:lnTo>
                    <a:pt x="6280480" y="800100"/>
                  </a:lnTo>
                  <a:lnTo>
                    <a:pt x="6280480" y="781050"/>
                  </a:lnTo>
                  <a:close/>
                </a:path>
                <a:path w="10382250" h="800100">
                  <a:moveTo>
                    <a:pt x="6354331" y="0"/>
                  </a:moveTo>
                  <a:lnTo>
                    <a:pt x="6297180" y="0"/>
                  </a:lnTo>
                  <a:lnTo>
                    <a:pt x="6297180" y="19050"/>
                  </a:lnTo>
                  <a:lnTo>
                    <a:pt x="6354331" y="19050"/>
                  </a:lnTo>
                  <a:lnTo>
                    <a:pt x="6354331" y="0"/>
                  </a:lnTo>
                  <a:close/>
                </a:path>
                <a:path w="10382250" h="800100">
                  <a:moveTo>
                    <a:pt x="6375895" y="781050"/>
                  </a:moveTo>
                  <a:lnTo>
                    <a:pt x="6318745" y="781050"/>
                  </a:lnTo>
                  <a:lnTo>
                    <a:pt x="6318745" y="800100"/>
                  </a:lnTo>
                  <a:lnTo>
                    <a:pt x="6375895" y="800100"/>
                  </a:lnTo>
                  <a:lnTo>
                    <a:pt x="6375895" y="781050"/>
                  </a:lnTo>
                  <a:close/>
                </a:path>
                <a:path w="10382250" h="800100">
                  <a:moveTo>
                    <a:pt x="6449746" y="0"/>
                  </a:moveTo>
                  <a:lnTo>
                    <a:pt x="6392596" y="0"/>
                  </a:lnTo>
                  <a:lnTo>
                    <a:pt x="6392596" y="19050"/>
                  </a:lnTo>
                  <a:lnTo>
                    <a:pt x="6449746" y="19050"/>
                  </a:lnTo>
                  <a:lnTo>
                    <a:pt x="6449746" y="0"/>
                  </a:lnTo>
                  <a:close/>
                </a:path>
                <a:path w="10382250" h="800100">
                  <a:moveTo>
                    <a:pt x="6471310" y="781050"/>
                  </a:moveTo>
                  <a:lnTo>
                    <a:pt x="6414160" y="781050"/>
                  </a:lnTo>
                  <a:lnTo>
                    <a:pt x="6414160" y="800100"/>
                  </a:lnTo>
                  <a:lnTo>
                    <a:pt x="6471310" y="800100"/>
                  </a:lnTo>
                  <a:lnTo>
                    <a:pt x="6471310" y="781050"/>
                  </a:lnTo>
                  <a:close/>
                </a:path>
                <a:path w="10382250" h="800100">
                  <a:moveTo>
                    <a:pt x="6545161" y="0"/>
                  </a:moveTo>
                  <a:lnTo>
                    <a:pt x="6488011" y="0"/>
                  </a:lnTo>
                  <a:lnTo>
                    <a:pt x="6488011" y="19050"/>
                  </a:lnTo>
                  <a:lnTo>
                    <a:pt x="6545161" y="19050"/>
                  </a:lnTo>
                  <a:lnTo>
                    <a:pt x="6545161" y="0"/>
                  </a:lnTo>
                  <a:close/>
                </a:path>
                <a:path w="10382250" h="800100">
                  <a:moveTo>
                    <a:pt x="6566725" y="781050"/>
                  </a:moveTo>
                  <a:lnTo>
                    <a:pt x="6509575" y="781050"/>
                  </a:lnTo>
                  <a:lnTo>
                    <a:pt x="6509575" y="800100"/>
                  </a:lnTo>
                  <a:lnTo>
                    <a:pt x="6566725" y="800100"/>
                  </a:lnTo>
                  <a:lnTo>
                    <a:pt x="6566725" y="781050"/>
                  </a:lnTo>
                  <a:close/>
                </a:path>
                <a:path w="10382250" h="800100">
                  <a:moveTo>
                    <a:pt x="6640576" y="0"/>
                  </a:moveTo>
                  <a:lnTo>
                    <a:pt x="6583426" y="0"/>
                  </a:lnTo>
                  <a:lnTo>
                    <a:pt x="6583426" y="19050"/>
                  </a:lnTo>
                  <a:lnTo>
                    <a:pt x="6640576" y="19050"/>
                  </a:lnTo>
                  <a:lnTo>
                    <a:pt x="6640576" y="0"/>
                  </a:lnTo>
                  <a:close/>
                </a:path>
                <a:path w="10382250" h="800100">
                  <a:moveTo>
                    <a:pt x="6662140" y="781050"/>
                  </a:moveTo>
                  <a:lnTo>
                    <a:pt x="6604990" y="781050"/>
                  </a:lnTo>
                  <a:lnTo>
                    <a:pt x="6604990" y="800100"/>
                  </a:lnTo>
                  <a:lnTo>
                    <a:pt x="6662140" y="800100"/>
                  </a:lnTo>
                  <a:lnTo>
                    <a:pt x="6662140" y="781050"/>
                  </a:lnTo>
                  <a:close/>
                </a:path>
                <a:path w="10382250" h="800100">
                  <a:moveTo>
                    <a:pt x="6735991" y="0"/>
                  </a:moveTo>
                  <a:lnTo>
                    <a:pt x="6678841" y="0"/>
                  </a:lnTo>
                  <a:lnTo>
                    <a:pt x="6678841" y="19050"/>
                  </a:lnTo>
                  <a:lnTo>
                    <a:pt x="6735991" y="19050"/>
                  </a:lnTo>
                  <a:lnTo>
                    <a:pt x="6735991" y="0"/>
                  </a:lnTo>
                  <a:close/>
                </a:path>
                <a:path w="10382250" h="800100">
                  <a:moveTo>
                    <a:pt x="6757556" y="781050"/>
                  </a:moveTo>
                  <a:lnTo>
                    <a:pt x="6700406" y="781050"/>
                  </a:lnTo>
                  <a:lnTo>
                    <a:pt x="6700406" y="800100"/>
                  </a:lnTo>
                  <a:lnTo>
                    <a:pt x="6757556" y="800100"/>
                  </a:lnTo>
                  <a:lnTo>
                    <a:pt x="6757556" y="781050"/>
                  </a:lnTo>
                  <a:close/>
                </a:path>
                <a:path w="10382250" h="800100">
                  <a:moveTo>
                    <a:pt x="6831406" y="0"/>
                  </a:moveTo>
                  <a:lnTo>
                    <a:pt x="6774256" y="0"/>
                  </a:lnTo>
                  <a:lnTo>
                    <a:pt x="6774256" y="19050"/>
                  </a:lnTo>
                  <a:lnTo>
                    <a:pt x="6831406" y="19050"/>
                  </a:lnTo>
                  <a:lnTo>
                    <a:pt x="6831406" y="0"/>
                  </a:lnTo>
                  <a:close/>
                </a:path>
                <a:path w="10382250" h="800100">
                  <a:moveTo>
                    <a:pt x="6852971" y="781050"/>
                  </a:moveTo>
                  <a:lnTo>
                    <a:pt x="6795821" y="781050"/>
                  </a:lnTo>
                  <a:lnTo>
                    <a:pt x="6795821" y="800100"/>
                  </a:lnTo>
                  <a:lnTo>
                    <a:pt x="6852971" y="800100"/>
                  </a:lnTo>
                  <a:lnTo>
                    <a:pt x="6852971" y="781050"/>
                  </a:lnTo>
                  <a:close/>
                </a:path>
                <a:path w="10382250" h="800100">
                  <a:moveTo>
                    <a:pt x="6926821" y="0"/>
                  </a:moveTo>
                  <a:lnTo>
                    <a:pt x="6869671" y="0"/>
                  </a:lnTo>
                  <a:lnTo>
                    <a:pt x="6869671" y="19050"/>
                  </a:lnTo>
                  <a:lnTo>
                    <a:pt x="6926821" y="19050"/>
                  </a:lnTo>
                  <a:lnTo>
                    <a:pt x="6926821" y="0"/>
                  </a:lnTo>
                  <a:close/>
                </a:path>
                <a:path w="10382250" h="800100">
                  <a:moveTo>
                    <a:pt x="6948386" y="781050"/>
                  </a:moveTo>
                  <a:lnTo>
                    <a:pt x="6891236" y="781050"/>
                  </a:lnTo>
                  <a:lnTo>
                    <a:pt x="6891236" y="800100"/>
                  </a:lnTo>
                  <a:lnTo>
                    <a:pt x="6948386" y="800100"/>
                  </a:lnTo>
                  <a:lnTo>
                    <a:pt x="6948386" y="781050"/>
                  </a:lnTo>
                  <a:close/>
                </a:path>
                <a:path w="10382250" h="800100">
                  <a:moveTo>
                    <a:pt x="7022224" y="0"/>
                  </a:moveTo>
                  <a:lnTo>
                    <a:pt x="6965074" y="0"/>
                  </a:lnTo>
                  <a:lnTo>
                    <a:pt x="6965074" y="19050"/>
                  </a:lnTo>
                  <a:lnTo>
                    <a:pt x="7022224" y="19050"/>
                  </a:lnTo>
                  <a:lnTo>
                    <a:pt x="7022224" y="0"/>
                  </a:lnTo>
                  <a:close/>
                </a:path>
                <a:path w="10382250" h="800100">
                  <a:moveTo>
                    <a:pt x="7043801" y="781050"/>
                  </a:moveTo>
                  <a:lnTo>
                    <a:pt x="6986651" y="781050"/>
                  </a:lnTo>
                  <a:lnTo>
                    <a:pt x="6986651" y="800100"/>
                  </a:lnTo>
                  <a:lnTo>
                    <a:pt x="7043801" y="800100"/>
                  </a:lnTo>
                  <a:lnTo>
                    <a:pt x="7043801" y="781050"/>
                  </a:lnTo>
                  <a:close/>
                </a:path>
                <a:path w="10382250" h="800100">
                  <a:moveTo>
                    <a:pt x="7117639" y="0"/>
                  </a:moveTo>
                  <a:lnTo>
                    <a:pt x="7060489" y="0"/>
                  </a:lnTo>
                  <a:lnTo>
                    <a:pt x="7060489" y="19050"/>
                  </a:lnTo>
                  <a:lnTo>
                    <a:pt x="7117639" y="19050"/>
                  </a:lnTo>
                  <a:lnTo>
                    <a:pt x="7117639" y="0"/>
                  </a:lnTo>
                  <a:close/>
                </a:path>
                <a:path w="10382250" h="800100">
                  <a:moveTo>
                    <a:pt x="7139216" y="781050"/>
                  </a:moveTo>
                  <a:lnTo>
                    <a:pt x="7082066" y="781050"/>
                  </a:lnTo>
                  <a:lnTo>
                    <a:pt x="7082066" y="800100"/>
                  </a:lnTo>
                  <a:lnTo>
                    <a:pt x="7139216" y="800100"/>
                  </a:lnTo>
                  <a:lnTo>
                    <a:pt x="7139216" y="781050"/>
                  </a:lnTo>
                  <a:close/>
                </a:path>
                <a:path w="10382250" h="800100">
                  <a:moveTo>
                    <a:pt x="7213054" y="0"/>
                  </a:moveTo>
                  <a:lnTo>
                    <a:pt x="7155904" y="0"/>
                  </a:lnTo>
                  <a:lnTo>
                    <a:pt x="7155904" y="19050"/>
                  </a:lnTo>
                  <a:lnTo>
                    <a:pt x="7213054" y="19050"/>
                  </a:lnTo>
                  <a:lnTo>
                    <a:pt x="7213054" y="0"/>
                  </a:lnTo>
                  <a:close/>
                </a:path>
                <a:path w="10382250" h="800100">
                  <a:moveTo>
                    <a:pt x="7234631" y="781050"/>
                  </a:moveTo>
                  <a:lnTo>
                    <a:pt x="7177481" y="781050"/>
                  </a:lnTo>
                  <a:lnTo>
                    <a:pt x="7177481" y="800100"/>
                  </a:lnTo>
                  <a:lnTo>
                    <a:pt x="7234631" y="800100"/>
                  </a:lnTo>
                  <a:lnTo>
                    <a:pt x="7234631" y="781050"/>
                  </a:lnTo>
                  <a:close/>
                </a:path>
                <a:path w="10382250" h="800100">
                  <a:moveTo>
                    <a:pt x="7308469" y="0"/>
                  </a:moveTo>
                  <a:lnTo>
                    <a:pt x="7251319" y="0"/>
                  </a:lnTo>
                  <a:lnTo>
                    <a:pt x="7251319" y="19050"/>
                  </a:lnTo>
                  <a:lnTo>
                    <a:pt x="7308469" y="19050"/>
                  </a:lnTo>
                  <a:lnTo>
                    <a:pt x="7308469" y="0"/>
                  </a:lnTo>
                  <a:close/>
                </a:path>
                <a:path w="10382250" h="800100">
                  <a:moveTo>
                    <a:pt x="7330046" y="781050"/>
                  </a:moveTo>
                  <a:lnTo>
                    <a:pt x="7272896" y="781050"/>
                  </a:lnTo>
                  <a:lnTo>
                    <a:pt x="7272896" y="800100"/>
                  </a:lnTo>
                  <a:lnTo>
                    <a:pt x="7330046" y="800100"/>
                  </a:lnTo>
                  <a:lnTo>
                    <a:pt x="7330046" y="781050"/>
                  </a:lnTo>
                  <a:close/>
                </a:path>
                <a:path w="10382250" h="800100">
                  <a:moveTo>
                    <a:pt x="7403884" y="0"/>
                  </a:moveTo>
                  <a:lnTo>
                    <a:pt x="7346734" y="0"/>
                  </a:lnTo>
                  <a:lnTo>
                    <a:pt x="7346734" y="19050"/>
                  </a:lnTo>
                  <a:lnTo>
                    <a:pt x="7403884" y="19050"/>
                  </a:lnTo>
                  <a:lnTo>
                    <a:pt x="7403884" y="0"/>
                  </a:lnTo>
                  <a:close/>
                </a:path>
                <a:path w="10382250" h="800100">
                  <a:moveTo>
                    <a:pt x="7425461" y="781050"/>
                  </a:moveTo>
                  <a:lnTo>
                    <a:pt x="7368311" y="781050"/>
                  </a:lnTo>
                  <a:lnTo>
                    <a:pt x="7368311" y="800100"/>
                  </a:lnTo>
                  <a:lnTo>
                    <a:pt x="7425461" y="800100"/>
                  </a:lnTo>
                  <a:lnTo>
                    <a:pt x="7425461" y="781050"/>
                  </a:lnTo>
                  <a:close/>
                </a:path>
                <a:path w="10382250" h="800100">
                  <a:moveTo>
                    <a:pt x="7499299" y="0"/>
                  </a:moveTo>
                  <a:lnTo>
                    <a:pt x="7442149" y="0"/>
                  </a:lnTo>
                  <a:lnTo>
                    <a:pt x="7442149" y="19050"/>
                  </a:lnTo>
                  <a:lnTo>
                    <a:pt x="7499299" y="19050"/>
                  </a:lnTo>
                  <a:lnTo>
                    <a:pt x="7499299" y="0"/>
                  </a:lnTo>
                  <a:close/>
                </a:path>
                <a:path w="10382250" h="800100">
                  <a:moveTo>
                    <a:pt x="7520864" y="781050"/>
                  </a:moveTo>
                  <a:lnTo>
                    <a:pt x="7463714" y="781050"/>
                  </a:lnTo>
                  <a:lnTo>
                    <a:pt x="7463714" y="800100"/>
                  </a:lnTo>
                  <a:lnTo>
                    <a:pt x="7520864" y="800100"/>
                  </a:lnTo>
                  <a:lnTo>
                    <a:pt x="7520864" y="781050"/>
                  </a:lnTo>
                  <a:close/>
                </a:path>
                <a:path w="10382250" h="800100">
                  <a:moveTo>
                    <a:pt x="7594714" y="0"/>
                  </a:moveTo>
                  <a:lnTo>
                    <a:pt x="7537564" y="0"/>
                  </a:lnTo>
                  <a:lnTo>
                    <a:pt x="7537564" y="19050"/>
                  </a:lnTo>
                  <a:lnTo>
                    <a:pt x="7594714" y="19050"/>
                  </a:lnTo>
                  <a:lnTo>
                    <a:pt x="7594714" y="0"/>
                  </a:lnTo>
                  <a:close/>
                </a:path>
                <a:path w="10382250" h="800100">
                  <a:moveTo>
                    <a:pt x="7616279" y="781050"/>
                  </a:moveTo>
                  <a:lnTo>
                    <a:pt x="7559129" y="781050"/>
                  </a:lnTo>
                  <a:lnTo>
                    <a:pt x="7559129" y="800100"/>
                  </a:lnTo>
                  <a:lnTo>
                    <a:pt x="7616279" y="800100"/>
                  </a:lnTo>
                  <a:lnTo>
                    <a:pt x="7616279" y="781050"/>
                  </a:lnTo>
                  <a:close/>
                </a:path>
                <a:path w="10382250" h="800100">
                  <a:moveTo>
                    <a:pt x="7690129" y="0"/>
                  </a:moveTo>
                  <a:lnTo>
                    <a:pt x="7632979" y="0"/>
                  </a:lnTo>
                  <a:lnTo>
                    <a:pt x="7632979" y="19050"/>
                  </a:lnTo>
                  <a:lnTo>
                    <a:pt x="7690129" y="19050"/>
                  </a:lnTo>
                  <a:lnTo>
                    <a:pt x="7690129" y="0"/>
                  </a:lnTo>
                  <a:close/>
                </a:path>
                <a:path w="10382250" h="800100">
                  <a:moveTo>
                    <a:pt x="7711694" y="781050"/>
                  </a:moveTo>
                  <a:lnTo>
                    <a:pt x="7654544" y="781050"/>
                  </a:lnTo>
                  <a:lnTo>
                    <a:pt x="7654544" y="800100"/>
                  </a:lnTo>
                  <a:lnTo>
                    <a:pt x="7711694" y="800100"/>
                  </a:lnTo>
                  <a:lnTo>
                    <a:pt x="7711694" y="781050"/>
                  </a:lnTo>
                  <a:close/>
                </a:path>
                <a:path w="10382250" h="800100">
                  <a:moveTo>
                    <a:pt x="7785544" y="0"/>
                  </a:moveTo>
                  <a:lnTo>
                    <a:pt x="7728394" y="0"/>
                  </a:lnTo>
                  <a:lnTo>
                    <a:pt x="7728394" y="19050"/>
                  </a:lnTo>
                  <a:lnTo>
                    <a:pt x="7785544" y="19050"/>
                  </a:lnTo>
                  <a:lnTo>
                    <a:pt x="7785544" y="0"/>
                  </a:lnTo>
                  <a:close/>
                </a:path>
                <a:path w="10382250" h="800100">
                  <a:moveTo>
                    <a:pt x="7807109" y="781050"/>
                  </a:moveTo>
                  <a:lnTo>
                    <a:pt x="7749959" y="781050"/>
                  </a:lnTo>
                  <a:lnTo>
                    <a:pt x="7749959" y="800100"/>
                  </a:lnTo>
                  <a:lnTo>
                    <a:pt x="7807109" y="800100"/>
                  </a:lnTo>
                  <a:lnTo>
                    <a:pt x="7807109" y="781050"/>
                  </a:lnTo>
                  <a:close/>
                </a:path>
                <a:path w="10382250" h="800100">
                  <a:moveTo>
                    <a:pt x="7880959" y="0"/>
                  </a:moveTo>
                  <a:lnTo>
                    <a:pt x="7823809" y="0"/>
                  </a:lnTo>
                  <a:lnTo>
                    <a:pt x="7823809" y="19050"/>
                  </a:lnTo>
                  <a:lnTo>
                    <a:pt x="7880959" y="19050"/>
                  </a:lnTo>
                  <a:lnTo>
                    <a:pt x="7880959" y="0"/>
                  </a:lnTo>
                  <a:close/>
                </a:path>
                <a:path w="10382250" h="800100">
                  <a:moveTo>
                    <a:pt x="7902524" y="781050"/>
                  </a:moveTo>
                  <a:lnTo>
                    <a:pt x="7845374" y="781050"/>
                  </a:lnTo>
                  <a:lnTo>
                    <a:pt x="7845374" y="800100"/>
                  </a:lnTo>
                  <a:lnTo>
                    <a:pt x="7902524" y="800100"/>
                  </a:lnTo>
                  <a:lnTo>
                    <a:pt x="7902524" y="781050"/>
                  </a:lnTo>
                  <a:close/>
                </a:path>
                <a:path w="10382250" h="800100">
                  <a:moveTo>
                    <a:pt x="7976375" y="0"/>
                  </a:moveTo>
                  <a:lnTo>
                    <a:pt x="7919225" y="0"/>
                  </a:lnTo>
                  <a:lnTo>
                    <a:pt x="7919225" y="19050"/>
                  </a:lnTo>
                  <a:lnTo>
                    <a:pt x="7976375" y="19050"/>
                  </a:lnTo>
                  <a:lnTo>
                    <a:pt x="7976375" y="0"/>
                  </a:lnTo>
                  <a:close/>
                </a:path>
                <a:path w="10382250" h="800100">
                  <a:moveTo>
                    <a:pt x="7997939" y="781050"/>
                  </a:moveTo>
                  <a:lnTo>
                    <a:pt x="7940789" y="781050"/>
                  </a:lnTo>
                  <a:lnTo>
                    <a:pt x="7940789" y="800100"/>
                  </a:lnTo>
                  <a:lnTo>
                    <a:pt x="7997939" y="800100"/>
                  </a:lnTo>
                  <a:lnTo>
                    <a:pt x="7997939" y="781050"/>
                  </a:lnTo>
                  <a:close/>
                </a:path>
                <a:path w="10382250" h="800100">
                  <a:moveTo>
                    <a:pt x="8071790" y="0"/>
                  </a:moveTo>
                  <a:lnTo>
                    <a:pt x="8014640" y="0"/>
                  </a:lnTo>
                  <a:lnTo>
                    <a:pt x="8014640" y="19050"/>
                  </a:lnTo>
                  <a:lnTo>
                    <a:pt x="8071790" y="19050"/>
                  </a:lnTo>
                  <a:lnTo>
                    <a:pt x="8071790" y="0"/>
                  </a:lnTo>
                  <a:close/>
                </a:path>
                <a:path w="10382250" h="800100">
                  <a:moveTo>
                    <a:pt x="8093354" y="781050"/>
                  </a:moveTo>
                  <a:lnTo>
                    <a:pt x="8036204" y="781050"/>
                  </a:lnTo>
                  <a:lnTo>
                    <a:pt x="8036204" y="800100"/>
                  </a:lnTo>
                  <a:lnTo>
                    <a:pt x="8093354" y="800100"/>
                  </a:lnTo>
                  <a:lnTo>
                    <a:pt x="8093354" y="781050"/>
                  </a:lnTo>
                  <a:close/>
                </a:path>
                <a:path w="10382250" h="800100">
                  <a:moveTo>
                    <a:pt x="8167205" y="0"/>
                  </a:moveTo>
                  <a:lnTo>
                    <a:pt x="8110055" y="0"/>
                  </a:lnTo>
                  <a:lnTo>
                    <a:pt x="8110055" y="19050"/>
                  </a:lnTo>
                  <a:lnTo>
                    <a:pt x="8167205" y="19050"/>
                  </a:lnTo>
                  <a:lnTo>
                    <a:pt x="8167205" y="0"/>
                  </a:lnTo>
                  <a:close/>
                </a:path>
                <a:path w="10382250" h="800100">
                  <a:moveTo>
                    <a:pt x="8188769" y="781050"/>
                  </a:moveTo>
                  <a:lnTo>
                    <a:pt x="8131619" y="781050"/>
                  </a:lnTo>
                  <a:lnTo>
                    <a:pt x="8131619" y="800100"/>
                  </a:lnTo>
                  <a:lnTo>
                    <a:pt x="8188769" y="800100"/>
                  </a:lnTo>
                  <a:lnTo>
                    <a:pt x="8188769" y="781050"/>
                  </a:lnTo>
                  <a:close/>
                </a:path>
                <a:path w="10382250" h="800100">
                  <a:moveTo>
                    <a:pt x="8262620" y="0"/>
                  </a:moveTo>
                  <a:lnTo>
                    <a:pt x="8205470" y="0"/>
                  </a:lnTo>
                  <a:lnTo>
                    <a:pt x="8205470" y="19050"/>
                  </a:lnTo>
                  <a:lnTo>
                    <a:pt x="8262620" y="19050"/>
                  </a:lnTo>
                  <a:lnTo>
                    <a:pt x="8262620" y="0"/>
                  </a:lnTo>
                  <a:close/>
                </a:path>
                <a:path w="10382250" h="800100">
                  <a:moveTo>
                    <a:pt x="8284184" y="781050"/>
                  </a:moveTo>
                  <a:lnTo>
                    <a:pt x="8227034" y="781050"/>
                  </a:lnTo>
                  <a:lnTo>
                    <a:pt x="8227034" y="800100"/>
                  </a:lnTo>
                  <a:lnTo>
                    <a:pt x="8284184" y="800100"/>
                  </a:lnTo>
                  <a:lnTo>
                    <a:pt x="8284184" y="781050"/>
                  </a:lnTo>
                  <a:close/>
                </a:path>
                <a:path w="10382250" h="800100">
                  <a:moveTo>
                    <a:pt x="8358035" y="0"/>
                  </a:moveTo>
                  <a:lnTo>
                    <a:pt x="8300885" y="0"/>
                  </a:lnTo>
                  <a:lnTo>
                    <a:pt x="8300885" y="19050"/>
                  </a:lnTo>
                  <a:lnTo>
                    <a:pt x="8358035" y="19050"/>
                  </a:lnTo>
                  <a:lnTo>
                    <a:pt x="8358035" y="0"/>
                  </a:lnTo>
                  <a:close/>
                </a:path>
                <a:path w="10382250" h="800100">
                  <a:moveTo>
                    <a:pt x="8379600" y="781050"/>
                  </a:moveTo>
                  <a:lnTo>
                    <a:pt x="8322450" y="781050"/>
                  </a:lnTo>
                  <a:lnTo>
                    <a:pt x="8322450" y="800100"/>
                  </a:lnTo>
                  <a:lnTo>
                    <a:pt x="8379600" y="800100"/>
                  </a:lnTo>
                  <a:lnTo>
                    <a:pt x="8379600" y="781050"/>
                  </a:lnTo>
                  <a:close/>
                </a:path>
                <a:path w="10382250" h="800100">
                  <a:moveTo>
                    <a:pt x="8453437" y="0"/>
                  </a:moveTo>
                  <a:lnTo>
                    <a:pt x="8396287" y="0"/>
                  </a:lnTo>
                  <a:lnTo>
                    <a:pt x="8396287" y="19050"/>
                  </a:lnTo>
                  <a:lnTo>
                    <a:pt x="8453437" y="19050"/>
                  </a:lnTo>
                  <a:lnTo>
                    <a:pt x="8453437" y="0"/>
                  </a:lnTo>
                  <a:close/>
                </a:path>
                <a:path w="10382250" h="800100">
                  <a:moveTo>
                    <a:pt x="8475015" y="781050"/>
                  </a:moveTo>
                  <a:lnTo>
                    <a:pt x="8417865" y="781050"/>
                  </a:lnTo>
                  <a:lnTo>
                    <a:pt x="8417865" y="800100"/>
                  </a:lnTo>
                  <a:lnTo>
                    <a:pt x="8475015" y="800100"/>
                  </a:lnTo>
                  <a:lnTo>
                    <a:pt x="8475015" y="781050"/>
                  </a:lnTo>
                  <a:close/>
                </a:path>
                <a:path w="10382250" h="800100">
                  <a:moveTo>
                    <a:pt x="8548853" y="0"/>
                  </a:moveTo>
                  <a:lnTo>
                    <a:pt x="8491703" y="0"/>
                  </a:lnTo>
                  <a:lnTo>
                    <a:pt x="8491703" y="19050"/>
                  </a:lnTo>
                  <a:lnTo>
                    <a:pt x="8548853" y="19050"/>
                  </a:lnTo>
                  <a:lnTo>
                    <a:pt x="8548853" y="0"/>
                  </a:lnTo>
                  <a:close/>
                </a:path>
                <a:path w="10382250" h="800100">
                  <a:moveTo>
                    <a:pt x="8570430" y="781050"/>
                  </a:moveTo>
                  <a:lnTo>
                    <a:pt x="8513280" y="781050"/>
                  </a:lnTo>
                  <a:lnTo>
                    <a:pt x="8513280" y="800100"/>
                  </a:lnTo>
                  <a:lnTo>
                    <a:pt x="8570430" y="800100"/>
                  </a:lnTo>
                  <a:lnTo>
                    <a:pt x="8570430" y="781050"/>
                  </a:lnTo>
                  <a:close/>
                </a:path>
                <a:path w="10382250" h="800100">
                  <a:moveTo>
                    <a:pt x="8644268" y="0"/>
                  </a:moveTo>
                  <a:lnTo>
                    <a:pt x="8587118" y="0"/>
                  </a:lnTo>
                  <a:lnTo>
                    <a:pt x="8587118" y="19050"/>
                  </a:lnTo>
                  <a:lnTo>
                    <a:pt x="8644268" y="19050"/>
                  </a:lnTo>
                  <a:lnTo>
                    <a:pt x="8644268" y="0"/>
                  </a:lnTo>
                  <a:close/>
                </a:path>
                <a:path w="10382250" h="800100">
                  <a:moveTo>
                    <a:pt x="8665845" y="781050"/>
                  </a:moveTo>
                  <a:lnTo>
                    <a:pt x="8608695" y="781050"/>
                  </a:lnTo>
                  <a:lnTo>
                    <a:pt x="8608695" y="800100"/>
                  </a:lnTo>
                  <a:lnTo>
                    <a:pt x="8665845" y="800100"/>
                  </a:lnTo>
                  <a:lnTo>
                    <a:pt x="8665845" y="781050"/>
                  </a:lnTo>
                  <a:close/>
                </a:path>
                <a:path w="10382250" h="800100">
                  <a:moveTo>
                    <a:pt x="8739683" y="0"/>
                  </a:moveTo>
                  <a:lnTo>
                    <a:pt x="8682533" y="0"/>
                  </a:lnTo>
                  <a:lnTo>
                    <a:pt x="8682533" y="19050"/>
                  </a:lnTo>
                  <a:lnTo>
                    <a:pt x="8739683" y="19050"/>
                  </a:lnTo>
                  <a:lnTo>
                    <a:pt x="8739683" y="0"/>
                  </a:lnTo>
                  <a:close/>
                </a:path>
                <a:path w="10382250" h="800100">
                  <a:moveTo>
                    <a:pt x="8761260" y="781050"/>
                  </a:moveTo>
                  <a:lnTo>
                    <a:pt x="8704110" y="781050"/>
                  </a:lnTo>
                  <a:lnTo>
                    <a:pt x="8704110" y="800100"/>
                  </a:lnTo>
                  <a:lnTo>
                    <a:pt x="8761260" y="800100"/>
                  </a:lnTo>
                  <a:lnTo>
                    <a:pt x="8761260" y="781050"/>
                  </a:lnTo>
                  <a:close/>
                </a:path>
                <a:path w="10382250" h="800100">
                  <a:moveTo>
                    <a:pt x="8835098" y="0"/>
                  </a:moveTo>
                  <a:lnTo>
                    <a:pt x="8777948" y="0"/>
                  </a:lnTo>
                  <a:lnTo>
                    <a:pt x="8777948" y="19050"/>
                  </a:lnTo>
                  <a:lnTo>
                    <a:pt x="8835098" y="19050"/>
                  </a:lnTo>
                  <a:lnTo>
                    <a:pt x="8835098" y="0"/>
                  </a:lnTo>
                  <a:close/>
                </a:path>
                <a:path w="10382250" h="800100">
                  <a:moveTo>
                    <a:pt x="8856662" y="781050"/>
                  </a:moveTo>
                  <a:lnTo>
                    <a:pt x="8799512" y="781050"/>
                  </a:lnTo>
                  <a:lnTo>
                    <a:pt x="8799512" y="800100"/>
                  </a:lnTo>
                  <a:lnTo>
                    <a:pt x="8856662" y="800100"/>
                  </a:lnTo>
                  <a:lnTo>
                    <a:pt x="8856662" y="781050"/>
                  </a:lnTo>
                  <a:close/>
                </a:path>
                <a:path w="10382250" h="800100">
                  <a:moveTo>
                    <a:pt x="8930513" y="0"/>
                  </a:moveTo>
                  <a:lnTo>
                    <a:pt x="8873363" y="0"/>
                  </a:lnTo>
                  <a:lnTo>
                    <a:pt x="8873363" y="19050"/>
                  </a:lnTo>
                  <a:lnTo>
                    <a:pt x="8930513" y="19050"/>
                  </a:lnTo>
                  <a:lnTo>
                    <a:pt x="8930513" y="0"/>
                  </a:lnTo>
                  <a:close/>
                </a:path>
                <a:path w="10382250" h="800100">
                  <a:moveTo>
                    <a:pt x="8952078" y="781050"/>
                  </a:moveTo>
                  <a:lnTo>
                    <a:pt x="8894928" y="781050"/>
                  </a:lnTo>
                  <a:lnTo>
                    <a:pt x="8894928" y="800100"/>
                  </a:lnTo>
                  <a:lnTo>
                    <a:pt x="8952078" y="800100"/>
                  </a:lnTo>
                  <a:lnTo>
                    <a:pt x="8952078" y="781050"/>
                  </a:lnTo>
                  <a:close/>
                </a:path>
                <a:path w="10382250" h="800100">
                  <a:moveTo>
                    <a:pt x="9025928" y="0"/>
                  </a:moveTo>
                  <a:lnTo>
                    <a:pt x="8968778" y="0"/>
                  </a:lnTo>
                  <a:lnTo>
                    <a:pt x="8968778" y="19050"/>
                  </a:lnTo>
                  <a:lnTo>
                    <a:pt x="9025928" y="19050"/>
                  </a:lnTo>
                  <a:lnTo>
                    <a:pt x="9025928" y="0"/>
                  </a:lnTo>
                  <a:close/>
                </a:path>
                <a:path w="10382250" h="800100">
                  <a:moveTo>
                    <a:pt x="9047493" y="781050"/>
                  </a:moveTo>
                  <a:lnTo>
                    <a:pt x="8990343" y="781050"/>
                  </a:lnTo>
                  <a:lnTo>
                    <a:pt x="8990343" y="800100"/>
                  </a:lnTo>
                  <a:lnTo>
                    <a:pt x="9047493" y="800100"/>
                  </a:lnTo>
                  <a:lnTo>
                    <a:pt x="9047493" y="781050"/>
                  </a:lnTo>
                  <a:close/>
                </a:path>
                <a:path w="10382250" h="800100">
                  <a:moveTo>
                    <a:pt x="9121343" y="0"/>
                  </a:moveTo>
                  <a:lnTo>
                    <a:pt x="9064193" y="0"/>
                  </a:lnTo>
                  <a:lnTo>
                    <a:pt x="9064193" y="19050"/>
                  </a:lnTo>
                  <a:lnTo>
                    <a:pt x="9121343" y="19050"/>
                  </a:lnTo>
                  <a:lnTo>
                    <a:pt x="9121343" y="0"/>
                  </a:lnTo>
                  <a:close/>
                </a:path>
                <a:path w="10382250" h="800100">
                  <a:moveTo>
                    <a:pt x="9142908" y="781050"/>
                  </a:moveTo>
                  <a:lnTo>
                    <a:pt x="9085758" y="781050"/>
                  </a:lnTo>
                  <a:lnTo>
                    <a:pt x="9085758" y="800100"/>
                  </a:lnTo>
                  <a:lnTo>
                    <a:pt x="9142908" y="800100"/>
                  </a:lnTo>
                  <a:lnTo>
                    <a:pt x="9142908" y="781050"/>
                  </a:lnTo>
                  <a:close/>
                </a:path>
                <a:path w="10382250" h="800100">
                  <a:moveTo>
                    <a:pt x="9216758" y="0"/>
                  </a:moveTo>
                  <a:lnTo>
                    <a:pt x="9159608" y="0"/>
                  </a:lnTo>
                  <a:lnTo>
                    <a:pt x="9159608" y="19050"/>
                  </a:lnTo>
                  <a:lnTo>
                    <a:pt x="9216758" y="19050"/>
                  </a:lnTo>
                  <a:lnTo>
                    <a:pt x="9216758" y="0"/>
                  </a:lnTo>
                  <a:close/>
                </a:path>
                <a:path w="10382250" h="800100">
                  <a:moveTo>
                    <a:pt x="9238323" y="781050"/>
                  </a:moveTo>
                  <a:lnTo>
                    <a:pt x="9181173" y="781050"/>
                  </a:lnTo>
                  <a:lnTo>
                    <a:pt x="9181173" y="800100"/>
                  </a:lnTo>
                  <a:lnTo>
                    <a:pt x="9238323" y="800100"/>
                  </a:lnTo>
                  <a:lnTo>
                    <a:pt x="9238323" y="781050"/>
                  </a:lnTo>
                  <a:close/>
                </a:path>
                <a:path w="10382250" h="800100">
                  <a:moveTo>
                    <a:pt x="9312173" y="0"/>
                  </a:moveTo>
                  <a:lnTo>
                    <a:pt x="9255023" y="0"/>
                  </a:lnTo>
                  <a:lnTo>
                    <a:pt x="9255023" y="19050"/>
                  </a:lnTo>
                  <a:lnTo>
                    <a:pt x="9312173" y="19050"/>
                  </a:lnTo>
                  <a:lnTo>
                    <a:pt x="9312173" y="0"/>
                  </a:lnTo>
                  <a:close/>
                </a:path>
                <a:path w="10382250" h="800100">
                  <a:moveTo>
                    <a:pt x="9333738" y="781050"/>
                  </a:moveTo>
                  <a:lnTo>
                    <a:pt x="9276588" y="781050"/>
                  </a:lnTo>
                  <a:lnTo>
                    <a:pt x="9276588" y="800100"/>
                  </a:lnTo>
                  <a:lnTo>
                    <a:pt x="9333738" y="800100"/>
                  </a:lnTo>
                  <a:lnTo>
                    <a:pt x="9333738" y="781050"/>
                  </a:lnTo>
                  <a:close/>
                </a:path>
                <a:path w="10382250" h="800100">
                  <a:moveTo>
                    <a:pt x="9407588" y="0"/>
                  </a:moveTo>
                  <a:lnTo>
                    <a:pt x="9350438" y="0"/>
                  </a:lnTo>
                  <a:lnTo>
                    <a:pt x="9350438" y="19050"/>
                  </a:lnTo>
                  <a:lnTo>
                    <a:pt x="9407588" y="19050"/>
                  </a:lnTo>
                  <a:lnTo>
                    <a:pt x="9407588" y="0"/>
                  </a:lnTo>
                  <a:close/>
                </a:path>
                <a:path w="10382250" h="800100">
                  <a:moveTo>
                    <a:pt x="9429153" y="781050"/>
                  </a:moveTo>
                  <a:lnTo>
                    <a:pt x="9372003" y="781050"/>
                  </a:lnTo>
                  <a:lnTo>
                    <a:pt x="9372003" y="800100"/>
                  </a:lnTo>
                  <a:lnTo>
                    <a:pt x="9429153" y="800100"/>
                  </a:lnTo>
                  <a:lnTo>
                    <a:pt x="9429153" y="781050"/>
                  </a:lnTo>
                  <a:close/>
                </a:path>
                <a:path w="10382250" h="800100">
                  <a:moveTo>
                    <a:pt x="9503004" y="0"/>
                  </a:moveTo>
                  <a:lnTo>
                    <a:pt x="9445854" y="0"/>
                  </a:lnTo>
                  <a:lnTo>
                    <a:pt x="9445854" y="19050"/>
                  </a:lnTo>
                  <a:lnTo>
                    <a:pt x="9503004" y="19050"/>
                  </a:lnTo>
                  <a:lnTo>
                    <a:pt x="9503004" y="0"/>
                  </a:lnTo>
                  <a:close/>
                </a:path>
                <a:path w="10382250" h="800100">
                  <a:moveTo>
                    <a:pt x="9524568" y="781050"/>
                  </a:moveTo>
                  <a:lnTo>
                    <a:pt x="9467418" y="781050"/>
                  </a:lnTo>
                  <a:lnTo>
                    <a:pt x="9467418" y="800100"/>
                  </a:lnTo>
                  <a:lnTo>
                    <a:pt x="9524568" y="800100"/>
                  </a:lnTo>
                  <a:lnTo>
                    <a:pt x="9524568" y="781050"/>
                  </a:lnTo>
                  <a:close/>
                </a:path>
                <a:path w="10382250" h="800100">
                  <a:moveTo>
                    <a:pt x="9598419" y="0"/>
                  </a:moveTo>
                  <a:lnTo>
                    <a:pt x="9541269" y="0"/>
                  </a:lnTo>
                  <a:lnTo>
                    <a:pt x="9541269" y="19050"/>
                  </a:lnTo>
                  <a:lnTo>
                    <a:pt x="9598419" y="19050"/>
                  </a:lnTo>
                  <a:lnTo>
                    <a:pt x="9598419" y="0"/>
                  </a:lnTo>
                  <a:close/>
                </a:path>
                <a:path w="10382250" h="800100">
                  <a:moveTo>
                    <a:pt x="9619983" y="781050"/>
                  </a:moveTo>
                  <a:lnTo>
                    <a:pt x="9562833" y="781050"/>
                  </a:lnTo>
                  <a:lnTo>
                    <a:pt x="9562833" y="800100"/>
                  </a:lnTo>
                  <a:lnTo>
                    <a:pt x="9619983" y="800100"/>
                  </a:lnTo>
                  <a:lnTo>
                    <a:pt x="9619983" y="781050"/>
                  </a:lnTo>
                  <a:close/>
                </a:path>
                <a:path w="10382250" h="800100">
                  <a:moveTo>
                    <a:pt x="9693834" y="0"/>
                  </a:moveTo>
                  <a:lnTo>
                    <a:pt x="9636684" y="0"/>
                  </a:lnTo>
                  <a:lnTo>
                    <a:pt x="9636684" y="19050"/>
                  </a:lnTo>
                  <a:lnTo>
                    <a:pt x="9693834" y="19050"/>
                  </a:lnTo>
                  <a:lnTo>
                    <a:pt x="9693834" y="0"/>
                  </a:lnTo>
                  <a:close/>
                </a:path>
                <a:path w="10382250" h="800100">
                  <a:moveTo>
                    <a:pt x="9715398" y="781050"/>
                  </a:moveTo>
                  <a:lnTo>
                    <a:pt x="9658248" y="781050"/>
                  </a:lnTo>
                  <a:lnTo>
                    <a:pt x="9658248" y="800100"/>
                  </a:lnTo>
                  <a:lnTo>
                    <a:pt x="9715398" y="800100"/>
                  </a:lnTo>
                  <a:lnTo>
                    <a:pt x="9715398" y="781050"/>
                  </a:lnTo>
                  <a:close/>
                </a:path>
                <a:path w="10382250" h="800100">
                  <a:moveTo>
                    <a:pt x="9789249" y="0"/>
                  </a:moveTo>
                  <a:lnTo>
                    <a:pt x="9732099" y="0"/>
                  </a:lnTo>
                  <a:lnTo>
                    <a:pt x="9732099" y="19050"/>
                  </a:lnTo>
                  <a:lnTo>
                    <a:pt x="9789249" y="19050"/>
                  </a:lnTo>
                  <a:lnTo>
                    <a:pt x="9789249" y="0"/>
                  </a:lnTo>
                  <a:close/>
                </a:path>
                <a:path w="10382250" h="800100">
                  <a:moveTo>
                    <a:pt x="9810813" y="781050"/>
                  </a:moveTo>
                  <a:lnTo>
                    <a:pt x="9753663" y="781050"/>
                  </a:lnTo>
                  <a:lnTo>
                    <a:pt x="9753663" y="800100"/>
                  </a:lnTo>
                  <a:lnTo>
                    <a:pt x="9810813" y="800100"/>
                  </a:lnTo>
                  <a:lnTo>
                    <a:pt x="9810813" y="781050"/>
                  </a:lnTo>
                  <a:close/>
                </a:path>
                <a:path w="10382250" h="800100">
                  <a:moveTo>
                    <a:pt x="9884651" y="0"/>
                  </a:moveTo>
                  <a:lnTo>
                    <a:pt x="9827501" y="0"/>
                  </a:lnTo>
                  <a:lnTo>
                    <a:pt x="9827501" y="19050"/>
                  </a:lnTo>
                  <a:lnTo>
                    <a:pt x="9884651" y="19050"/>
                  </a:lnTo>
                  <a:lnTo>
                    <a:pt x="9884651" y="0"/>
                  </a:lnTo>
                  <a:close/>
                </a:path>
                <a:path w="10382250" h="800100">
                  <a:moveTo>
                    <a:pt x="9906229" y="781050"/>
                  </a:moveTo>
                  <a:lnTo>
                    <a:pt x="9849079" y="781050"/>
                  </a:lnTo>
                  <a:lnTo>
                    <a:pt x="9849079" y="800100"/>
                  </a:lnTo>
                  <a:lnTo>
                    <a:pt x="9906229" y="800100"/>
                  </a:lnTo>
                  <a:lnTo>
                    <a:pt x="9906229" y="781050"/>
                  </a:lnTo>
                  <a:close/>
                </a:path>
                <a:path w="10382250" h="800100">
                  <a:moveTo>
                    <a:pt x="9980066" y="0"/>
                  </a:moveTo>
                  <a:lnTo>
                    <a:pt x="9922916" y="0"/>
                  </a:lnTo>
                  <a:lnTo>
                    <a:pt x="9922916" y="19050"/>
                  </a:lnTo>
                  <a:lnTo>
                    <a:pt x="9980066" y="19050"/>
                  </a:lnTo>
                  <a:lnTo>
                    <a:pt x="9980066" y="0"/>
                  </a:lnTo>
                  <a:close/>
                </a:path>
                <a:path w="10382250" h="800100">
                  <a:moveTo>
                    <a:pt x="10001644" y="781050"/>
                  </a:moveTo>
                  <a:lnTo>
                    <a:pt x="9944494" y="781050"/>
                  </a:lnTo>
                  <a:lnTo>
                    <a:pt x="9944494" y="800100"/>
                  </a:lnTo>
                  <a:lnTo>
                    <a:pt x="10001644" y="800100"/>
                  </a:lnTo>
                  <a:lnTo>
                    <a:pt x="10001644" y="781050"/>
                  </a:lnTo>
                  <a:close/>
                </a:path>
                <a:path w="10382250" h="800100">
                  <a:moveTo>
                    <a:pt x="10075481" y="0"/>
                  </a:moveTo>
                  <a:lnTo>
                    <a:pt x="10018331" y="0"/>
                  </a:lnTo>
                  <a:lnTo>
                    <a:pt x="10018331" y="19050"/>
                  </a:lnTo>
                  <a:lnTo>
                    <a:pt x="10075481" y="19050"/>
                  </a:lnTo>
                  <a:lnTo>
                    <a:pt x="10075481" y="0"/>
                  </a:lnTo>
                  <a:close/>
                </a:path>
                <a:path w="10382250" h="800100">
                  <a:moveTo>
                    <a:pt x="10097059" y="781050"/>
                  </a:moveTo>
                  <a:lnTo>
                    <a:pt x="10039909" y="781050"/>
                  </a:lnTo>
                  <a:lnTo>
                    <a:pt x="10039909" y="800100"/>
                  </a:lnTo>
                  <a:lnTo>
                    <a:pt x="10097059" y="800100"/>
                  </a:lnTo>
                  <a:lnTo>
                    <a:pt x="10097059" y="781050"/>
                  </a:lnTo>
                  <a:close/>
                </a:path>
                <a:path w="10382250" h="800100">
                  <a:moveTo>
                    <a:pt x="10170897" y="0"/>
                  </a:moveTo>
                  <a:lnTo>
                    <a:pt x="10113747" y="0"/>
                  </a:lnTo>
                  <a:lnTo>
                    <a:pt x="10113747" y="19050"/>
                  </a:lnTo>
                  <a:lnTo>
                    <a:pt x="10170897" y="19050"/>
                  </a:lnTo>
                  <a:lnTo>
                    <a:pt x="10170897" y="0"/>
                  </a:lnTo>
                  <a:close/>
                </a:path>
                <a:path w="10382250" h="800100">
                  <a:moveTo>
                    <a:pt x="10192474" y="781050"/>
                  </a:moveTo>
                  <a:lnTo>
                    <a:pt x="10135324" y="781050"/>
                  </a:lnTo>
                  <a:lnTo>
                    <a:pt x="10135324" y="800100"/>
                  </a:lnTo>
                  <a:lnTo>
                    <a:pt x="10192474" y="800100"/>
                  </a:lnTo>
                  <a:lnTo>
                    <a:pt x="10192474" y="781050"/>
                  </a:lnTo>
                  <a:close/>
                </a:path>
                <a:path w="10382250" h="800100">
                  <a:moveTo>
                    <a:pt x="10266312" y="0"/>
                  </a:moveTo>
                  <a:lnTo>
                    <a:pt x="10209162" y="0"/>
                  </a:lnTo>
                  <a:lnTo>
                    <a:pt x="10209162" y="19050"/>
                  </a:lnTo>
                  <a:lnTo>
                    <a:pt x="10266312" y="19050"/>
                  </a:lnTo>
                  <a:lnTo>
                    <a:pt x="10266312" y="0"/>
                  </a:lnTo>
                  <a:close/>
                </a:path>
                <a:path w="10382250" h="800100">
                  <a:moveTo>
                    <a:pt x="10287927" y="800061"/>
                  </a:moveTo>
                  <a:lnTo>
                    <a:pt x="10287737" y="781050"/>
                  </a:lnTo>
                  <a:lnTo>
                    <a:pt x="10230726" y="781050"/>
                  </a:lnTo>
                  <a:lnTo>
                    <a:pt x="10230726" y="800061"/>
                  </a:lnTo>
                  <a:lnTo>
                    <a:pt x="10287927" y="800061"/>
                  </a:lnTo>
                  <a:close/>
                </a:path>
                <a:path w="10382250" h="800100">
                  <a:moveTo>
                    <a:pt x="10360317" y="34467"/>
                  </a:moveTo>
                  <a:lnTo>
                    <a:pt x="10323462" y="7251"/>
                  </a:lnTo>
                  <a:lnTo>
                    <a:pt x="10305999" y="1917"/>
                  </a:lnTo>
                  <a:lnTo>
                    <a:pt x="10302202" y="20586"/>
                  </a:lnTo>
                  <a:lnTo>
                    <a:pt x="10309098" y="22313"/>
                  </a:lnTo>
                  <a:lnTo>
                    <a:pt x="10316172" y="24853"/>
                  </a:lnTo>
                  <a:lnTo>
                    <a:pt x="10345661" y="46634"/>
                  </a:lnTo>
                  <a:lnTo>
                    <a:pt x="10360317" y="34467"/>
                  </a:lnTo>
                  <a:close/>
                </a:path>
                <a:path w="10382250" h="800100">
                  <a:moveTo>
                    <a:pt x="10373131" y="745274"/>
                  </a:moveTo>
                  <a:lnTo>
                    <a:pt x="10355910" y="737184"/>
                  </a:lnTo>
                  <a:lnTo>
                    <a:pt x="10354196" y="740816"/>
                  </a:lnTo>
                  <a:lnTo>
                    <a:pt x="10350373" y="747204"/>
                  </a:lnTo>
                  <a:lnTo>
                    <a:pt x="10320642" y="773137"/>
                  </a:lnTo>
                  <a:lnTo>
                    <a:pt x="10329050" y="790206"/>
                  </a:lnTo>
                  <a:lnTo>
                    <a:pt x="10360673" y="765251"/>
                  </a:lnTo>
                  <a:lnTo>
                    <a:pt x="10370998" y="749808"/>
                  </a:lnTo>
                  <a:lnTo>
                    <a:pt x="10373131" y="745274"/>
                  </a:lnTo>
                  <a:close/>
                </a:path>
                <a:path w="10382250" h="800100">
                  <a:moveTo>
                    <a:pt x="10382250" y="646938"/>
                  </a:moveTo>
                  <a:lnTo>
                    <a:pt x="10363200" y="646938"/>
                  </a:lnTo>
                  <a:lnTo>
                    <a:pt x="10363200" y="704088"/>
                  </a:lnTo>
                  <a:lnTo>
                    <a:pt x="10382250" y="704088"/>
                  </a:lnTo>
                  <a:lnTo>
                    <a:pt x="10382250" y="646938"/>
                  </a:lnTo>
                  <a:close/>
                </a:path>
                <a:path w="10382250" h="800100">
                  <a:moveTo>
                    <a:pt x="10382250" y="551522"/>
                  </a:moveTo>
                  <a:lnTo>
                    <a:pt x="10363200" y="551522"/>
                  </a:lnTo>
                  <a:lnTo>
                    <a:pt x="10363200" y="608672"/>
                  </a:lnTo>
                  <a:lnTo>
                    <a:pt x="10382250" y="608672"/>
                  </a:lnTo>
                  <a:lnTo>
                    <a:pt x="10382250" y="551522"/>
                  </a:lnTo>
                  <a:close/>
                </a:path>
                <a:path w="10382250" h="800100">
                  <a:moveTo>
                    <a:pt x="10382250" y="456107"/>
                  </a:moveTo>
                  <a:lnTo>
                    <a:pt x="10363200" y="456107"/>
                  </a:lnTo>
                  <a:lnTo>
                    <a:pt x="10363200" y="513257"/>
                  </a:lnTo>
                  <a:lnTo>
                    <a:pt x="10382250" y="513257"/>
                  </a:lnTo>
                  <a:lnTo>
                    <a:pt x="10382250" y="456107"/>
                  </a:lnTo>
                  <a:close/>
                </a:path>
                <a:path w="10382250" h="800100">
                  <a:moveTo>
                    <a:pt x="10382250" y="360692"/>
                  </a:moveTo>
                  <a:lnTo>
                    <a:pt x="10363200" y="360692"/>
                  </a:lnTo>
                  <a:lnTo>
                    <a:pt x="10363200" y="417842"/>
                  </a:lnTo>
                  <a:lnTo>
                    <a:pt x="10382250" y="417842"/>
                  </a:lnTo>
                  <a:lnTo>
                    <a:pt x="10382250" y="360692"/>
                  </a:lnTo>
                  <a:close/>
                </a:path>
                <a:path w="10382250" h="800100">
                  <a:moveTo>
                    <a:pt x="10382250" y="265277"/>
                  </a:moveTo>
                  <a:lnTo>
                    <a:pt x="10363200" y="265277"/>
                  </a:lnTo>
                  <a:lnTo>
                    <a:pt x="10363200" y="322427"/>
                  </a:lnTo>
                  <a:lnTo>
                    <a:pt x="10382250" y="322427"/>
                  </a:lnTo>
                  <a:lnTo>
                    <a:pt x="10382250" y="265277"/>
                  </a:lnTo>
                  <a:close/>
                </a:path>
                <a:path w="10382250" h="800100">
                  <a:moveTo>
                    <a:pt x="10382250" y="169862"/>
                  </a:moveTo>
                  <a:lnTo>
                    <a:pt x="10363200" y="169862"/>
                  </a:lnTo>
                  <a:lnTo>
                    <a:pt x="10363200" y="227012"/>
                  </a:lnTo>
                  <a:lnTo>
                    <a:pt x="10382250" y="227012"/>
                  </a:lnTo>
                  <a:lnTo>
                    <a:pt x="10382250" y="169862"/>
                  </a:lnTo>
                  <a:close/>
                </a:path>
                <a:path w="10382250" h="800100">
                  <a:moveTo>
                    <a:pt x="10382250" y="95250"/>
                  </a:moveTo>
                  <a:lnTo>
                    <a:pt x="10381805" y="85877"/>
                  </a:lnTo>
                  <a:lnTo>
                    <a:pt x="10380447" y="76669"/>
                  </a:lnTo>
                  <a:lnTo>
                    <a:pt x="10379443" y="72707"/>
                  </a:lnTo>
                  <a:lnTo>
                    <a:pt x="10360965" y="77216"/>
                  </a:lnTo>
                  <a:lnTo>
                    <a:pt x="10361752" y="80391"/>
                  </a:lnTo>
                  <a:lnTo>
                    <a:pt x="10362844" y="87744"/>
                  </a:lnTo>
                  <a:lnTo>
                    <a:pt x="10363200" y="95250"/>
                  </a:lnTo>
                  <a:lnTo>
                    <a:pt x="10363200" y="131610"/>
                  </a:lnTo>
                  <a:lnTo>
                    <a:pt x="10382250" y="131610"/>
                  </a:lnTo>
                  <a:lnTo>
                    <a:pt x="10382250" y="9525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1724" y="1741423"/>
            <a:ext cx="9893299" cy="8688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35"/>
              </a:spcBef>
            </a:pPr>
            <a:r>
              <a:rPr sz="1450" b="1" spc="95" dirty="0">
                <a:solidFill>
                  <a:srgbClr val="1C1C1C"/>
                </a:solidFill>
                <a:latin typeface="Arial"/>
                <a:cs typeface="Arial"/>
              </a:rPr>
              <a:t>Трансформация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i="1" spc="-60" dirty="0">
                <a:solidFill>
                  <a:srgbClr val="878787"/>
                </a:solidFill>
                <a:latin typeface="Arial"/>
                <a:cs typeface="Arial"/>
              </a:rPr>
              <a:t>"</a:t>
            </a:r>
            <a:r>
              <a:rPr sz="1400" i="1" spc="-60" dirty="0">
                <a:solidFill>
                  <a:srgbClr val="878787"/>
                </a:solidFill>
                <a:latin typeface="Arial"/>
                <a:cs typeface="Arial"/>
              </a:rPr>
              <a:t>Я</a:t>
            </a:r>
            <a:r>
              <a:rPr sz="1400" i="1" spc="-1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78787"/>
                </a:solidFill>
                <a:latin typeface="Arial"/>
                <a:cs typeface="Arial"/>
              </a:rPr>
              <a:t>раньше</a:t>
            </a:r>
            <a:r>
              <a:rPr sz="1400" i="1" spc="-4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78787"/>
                </a:solidFill>
                <a:latin typeface="Arial"/>
                <a:cs typeface="Arial"/>
              </a:rPr>
              <a:t>думал</a:t>
            </a:r>
            <a:r>
              <a:rPr sz="1500" i="1" spc="-25" dirty="0">
                <a:solidFill>
                  <a:srgbClr val="878787"/>
                </a:solidFill>
                <a:latin typeface="Arial"/>
                <a:cs typeface="Arial"/>
              </a:rPr>
              <a:t>,</a:t>
            </a:r>
            <a:r>
              <a:rPr sz="1500" i="1" spc="2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spc="-95" dirty="0" err="1">
                <a:solidFill>
                  <a:srgbClr val="878787"/>
                </a:solidFill>
                <a:latin typeface="Arial"/>
                <a:cs typeface="Arial"/>
              </a:rPr>
              <a:t>что</a:t>
            </a:r>
            <a:r>
              <a:rPr lang="ru-RU" sz="1500" i="1" spc="-95" dirty="0">
                <a:solidFill>
                  <a:srgbClr val="878787"/>
                </a:solidFill>
                <a:latin typeface="Arial"/>
                <a:cs typeface="Arial"/>
              </a:rPr>
              <a:t> язык программирования </a:t>
            </a:r>
            <a:r>
              <a:rPr lang="en-US" sz="1500" i="1" spc="-95" dirty="0">
                <a:solidFill>
                  <a:srgbClr val="878787"/>
                </a:solidFill>
                <a:latin typeface="Arial"/>
                <a:cs typeface="Arial"/>
              </a:rPr>
              <a:t>Python </a:t>
            </a:r>
            <a:r>
              <a:rPr lang="ru-RU" sz="1500" i="1" spc="-95" dirty="0">
                <a:solidFill>
                  <a:srgbClr val="878787"/>
                </a:solidFill>
                <a:latin typeface="Arial"/>
                <a:cs typeface="Arial"/>
              </a:rPr>
              <a:t>довольно сложный, а теперь понял, что глубоко ошибался</a:t>
            </a:r>
            <a:r>
              <a:rPr sz="1500" i="1" spc="-50" dirty="0">
                <a:solidFill>
                  <a:srgbClr val="878787"/>
                </a:solidFill>
                <a:latin typeface="Arial"/>
                <a:cs typeface="Arial"/>
              </a:rPr>
              <a:t>"</a:t>
            </a:r>
            <a:endParaRPr sz="15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58499" y="2308224"/>
            <a:ext cx="571500" cy="5746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71499" y="3267074"/>
            <a:ext cx="11049000" cy="1514475"/>
            <a:chOff x="571499" y="3267074"/>
            <a:chExt cx="11049000" cy="1514475"/>
          </a:xfrm>
        </p:grpSpPr>
        <p:sp>
          <p:nvSpPr>
            <p:cNvPr id="13" name="object 13"/>
            <p:cNvSpPr/>
            <p:nvPr/>
          </p:nvSpPr>
          <p:spPr>
            <a:xfrm>
              <a:off x="619124" y="3267074"/>
              <a:ext cx="11001375" cy="1514475"/>
            </a:xfrm>
            <a:custGeom>
              <a:avLst/>
              <a:gdLst/>
              <a:ahLst/>
              <a:cxnLst/>
              <a:rect l="l" t="t" r="r" b="b"/>
              <a:pathLst>
                <a:path w="11001375" h="1514475">
                  <a:moveTo>
                    <a:pt x="10810874" y="1514474"/>
                  </a:moveTo>
                  <a:lnTo>
                    <a:pt x="142874" y="1514474"/>
                  </a:lnTo>
                  <a:lnTo>
                    <a:pt x="135855" y="1514245"/>
                  </a:lnTo>
                  <a:lnTo>
                    <a:pt x="94749" y="1503343"/>
                  </a:lnTo>
                  <a:lnTo>
                    <a:pt x="57757" y="1476979"/>
                  </a:lnTo>
                  <a:lnTo>
                    <a:pt x="32429" y="1444827"/>
                  </a:lnTo>
                  <a:lnTo>
                    <a:pt x="13720" y="1405434"/>
                  </a:lnTo>
                  <a:lnTo>
                    <a:pt x="2745" y="1361139"/>
                  </a:lnTo>
                  <a:lnTo>
                    <a:pt x="0" y="1323974"/>
                  </a:lnTo>
                  <a:lnTo>
                    <a:pt x="0" y="190499"/>
                  </a:lnTo>
                  <a:lnTo>
                    <a:pt x="4282" y="144200"/>
                  </a:lnTo>
                  <a:lnTo>
                    <a:pt x="16868" y="100697"/>
                  </a:lnTo>
                  <a:lnTo>
                    <a:pt x="37005" y="62575"/>
                  </a:lnTo>
                  <a:lnTo>
                    <a:pt x="63497" y="32104"/>
                  </a:lnTo>
                  <a:lnTo>
                    <a:pt x="101400" y="8200"/>
                  </a:lnTo>
                  <a:lnTo>
                    <a:pt x="142874" y="0"/>
                  </a:lnTo>
                  <a:lnTo>
                    <a:pt x="10810874" y="0"/>
                  </a:lnTo>
                  <a:lnTo>
                    <a:pt x="10857172" y="5710"/>
                  </a:lnTo>
                  <a:lnTo>
                    <a:pt x="10900676" y="22491"/>
                  </a:lnTo>
                  <a:lnTo>
                    <a:pt x="10938798" y="49339"/>
                  </a:lnTo>
                  <a:lnTo>
                    <a:pt x="10969267" y="84663"/>
                  </a:lnTo>
                  <a:lnTo>
                    <a:pt x="10990242" y="126332"/>
                  </a:lnTo>
                  <a:lnTo>
                    <a:pt x="11000459" y="171827"/>
                  </a:lnTo>
                  <a:lnTo>
                    <a:pt x="11001374" y="190499"/>
                  </a:lnTo>
                  <a:lnTo>
                    <a:pt x="11001374" y="1323974"/>
                  </a:lnTo>
                  <a:lnTo>
                    <a:pt x="10995663" y="1370273"/>
                  </a:lnTo>
                  <a:lnTo>
                    <a:pt x="10978881" y="1413776"/>
                  </a:lnTo>
                  <a:lnTo>
                    <a:pt x="10952033" y="1451898"/>
                  </a:lnTo>
                  <a:lnTo>
                    <a:pt x="10916710" y="1482368"/>
                  </a:lnTo>
                  <a:lnTo>
                    <a:pt x="10875041" y="1503343"/>
                  </a:lnTo>
                  <a:lnTo>
                    <a:pt x="10829546" y="1513559"/>
                  </a:lnTo>
                  <a:lnTo>
                    <a:pt x="10810874" y="1514474"/>
                  </a:lnTo>
                  <a:close/>
                </a:path>
              </a:pathLst>
            </a:custGeom>
            <a:solidFill>
              <a:srgbClr val="FFFD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1499" y="3267074"/>
              <a:ext cx="190500" cy="1514475"/>
            </a:xfrm>
            <a:custGeom>
              <a:avLst/>
              <a:gdLst/>
              <a:ahLst/>
              <a:cxnLst/>
              <a:rect l="l" t="t" r="r" b="b"/>
              <a:pathLst>
                <a:path w="190500" h="1514475">
                  <a:moveTo>
                    <a:pt x="190500" y="1514474"/>
                  </a:moveTo>
                  <a:lnTo>
                    <a:pt x="135283" y="1506317"/>
                  </a:lnTo>
                  <a:lnTo>
                    <a:pt x="84643" y="1482399"/>
                  </a:lnTo>
                  <a:lnTo>
                    <a:pt x="43167" y="1444768"/>
                  </a:lnTo>
                  <a:lnTo>
                    <a:pt x="14500" y="1396875"/>
                  </a:lnTo>
                  <a:lnTo>
                    <a:pt x="906" y="1342741"/>
                  </a:lnTo>
                  <a:lnTo>
                    <a:pt x="0" y="1323975"/>
                  </a:lnTo>
                  <a:lnTo>
                    <a:pt x="0" y="190500"/>
                  </a:lnTo>
                  <a:lnTo>
                    <a:pt x="8156" y="135282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500" y="0"/>
                  </a:lnTo>
                  <a:lnTo>
                    <a:pt x="181116" y="906"/>
                  </a:lnTo>
                  <a:lnTo>
                    <a:pt x="171914" y="3625"/>
                  </a:lnTo>
                  <a:lnTo>
                    <a:pt x="137571" y="32075"/>
                  </a:lnTo>
                  <a:lnTo>
                    <a:pt x="116833" y="69706"/>
                  </a:lnTo>
                  <a:lnTo>
                    <a:pt x="102500" y="117598"/>
                  </a:lnTo>
                  <a:lnTo>
                    <a:pt x="95703" y="171733"/>
                  </a:lnTo>
                  <a:lnTo>
                    <a:pt x="95250" y="190500"/>
                  </a:lnTo>
                  <a:lnTo>
                    <a:pt x="95250" y="1323975"/>
                  </a:lnTo>
                  <a:lnTo>
                    <a:pt x="99328" y="1379191"/>
                  </a:lnTo>
                  <a:lnTo>
                    <a:pt x="111287" y="1429830"/>
                  </a:lnTo>
                  <a:lnTo>
                    <a:pt x="130103" y="1471307"/>
                  </a:lnTo>
                  <a:lnTo>
                    <a:pt x="162891" y="1506317"/>
                  </a:lnTo>
                  <a:lnTo>
                    <a:pt x="181116" y="1513568"/>
                  </a:lnTo>
                  <a:lnTo>
                    <a:pt x="190500" y="1514474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849" y="3457574"/>
              <a:ext cx="244475" cy="2317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52499" y="3781424"/>
              <a:ext cx="10382250" cy="809625"/>
            </a:xfrm>
            <a:custGeom>
              <a:avLst/>
              <a:gdLst/>
              <a:ahLst/>
              <a:cxnLst/>
              <a:rect l="l" t="t" r="r" b="b"/>
              <a:pathLst>
                <a:path w="10382250" h="809625">
                  <a:moveTo>
                    <a:pt x="10286999" y="809624"/>
                  </a:moveTo>
                  <a:lnTo>
                    <a:pt x="95249" y="809624"/>
                  </a:lnTo>
                  <a:lnTo>
                    <a:pt x="85866" y="809171"/>
                  </a:lnTo>
                  <a:lnTo>
                    <a:pt x="42321" y="793586"/>
                  </a:lnTo>
                  <a:lnTo>
                    <a:pt x="11259" y="759320"/>
                  </a:lnTo>
                  <a:lnTo>
                    <a:pt x="0" y="71437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10286999" y="0"/>
                  </a:lnTo>
                  <a:lnTo>
                    <a:pt x="10331943" y="11259"/>
                  </a:lnTo>
                  <a:lnTo>
                    <a:pt x="10366209" y="42321"/>
                  </a:lnTo>
                  <a:lnTo>
                    <a:pt x="10381795" y="85866"/>
                  </a:lnTo>
                  <a:lnTo>
                    <a:pt x="10382249" y="95249"/>
                  </a:lnTo>
                  <a:lnTo>
                    <a:pt x="10382249" y="714374"/>
                  </a:lnTo>
                  <a:lnTo>
                    <a:pt x="10370987" y="759320"/>
                  </a:lnTo>
                  <a:lnTo>
                    <a:pt x="10339925" y="793586"/>
                  </a:lnTo>
                  <a:lnTo>
                    <a:pt x="10296381" y="809171"/>
                  </a:lnTo>
                  <a:lnTo>
                    <a:pt x="10286999" y="809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2487" y="3781424"/>
              <a:ext cx="10382250" cy="809625"/>
            </a:xfrm>
            <a:custGeom>
              <a:avLst/>
              <a:gdLst/>
              <a:ahLst/>
              <a:cxnLst/>
              <a:rect l="l" t="t" r="r" b="b"/>
              <a:pathLst>
                <a:path w="10382250" h="809625">
                  <a:moveTo>
                    <a:pt x="19050" y="571677"/>
                  </a:moveTo>
                  <a:lnTo>
                    <a:pt x="0" y="571677"/>
                  </a:lnTo>
                  <a:lnTo>
                    <a:pt x="0" y="628827"/>
                  </a:lnTo>
                  <a:lnTo>
                    <a:pt x="19050" y="628827"/>
                  </a:lnTo>
                  <a:lnTo>
                    <a:pt x="19050" y="571677"/>
                  </a:lnTo>
                  <a:close/>
                </a:path>
                <a:path w="10382250" h="809625">
                  <a:moveTo>
                    <a:pt x="19050" y="476592"/>
                  </a:moveTo>
                  <a:lnTo>
                    <a:pt x="0" y="476592"/>
                  </a:lnTo>
                  <a:lnTo>
                    <a:pt x="0" y="533742"/>
                  </a:lnTo>
                  <a:lnTo>
                    <a:pt x="19050" y="533742"/>
                  </a:lnTo>
                  <a:lnTo>
                    <a:pt x="19050" y="476592"/>
                  </a:lnTo>
                  <a:close/>
                </a:path>
                <a:path w="10382250" h="809625">
                  <a:moveTo>
                    <a:pt x="19050" y="381495"/>
                  </a:moveTo>
                  <a:lnTo>
                    <a:pt x="0" y="381495"/>
                  </a:lnTo>
                  <a:lnTo>
                    <a:pt x="0" y="438645"/>
                  </a:lnTo>
                  <a:lnTo>
                    <a:pt x="19050" y="438645"/>
                  </a:lnTo>
                  <a:lnTo>
                    <a:pt x="19050" y="381495"/>
                  </a:lnTo>
                  <a:close/>
                </a:path>
                <a:path w="10382250" h="809625">
                  <a:moveTo>
                    <a:pt x="19050" y="286410"/>
                  </a:moveTo>
                  <a:lnTo>
                    <a:pt x="0" y="286410"/>
                  </a:lnTo>
                  <a:lnTo>
                    <a:pt x="0" y="343560"/>
                  </a:lnTo>
                  <a:lnTo>
                    <a:pt x="19050" y="343560"/>
                  </a:lnTo>
                  <a:lnTo>
                    <a:pt x="19050" y="286410"/>
                  </a:lnTo>
                  <a:close/>
                </a:path>
                <a:path w="10382250" h="809625">
                  <a:moveTo>
                    <a:pt x="19050" y="191325"/>
                  </a:moveTo>
                  <a:lnTo>
                    <a:pt x="0" y="191325"/>
                  </a:lnTo>
                  <a:lnTo>
                    <a:pt x="0" y="248475"/>
                  </a:lnTo>
                  <a:lnTo>
                    <a:pt x="19050" y="248475"/>
                  </a:lnTo>
                  <a:lnTo>
                    <a:pt x="19050" y="191325"/>
                  </a:lnTo>
                  <a:close/>
                </a:path>
                <a:path w="10382250" h="809625">
                  <a:moveTo>
                    <a:pt x="19050" y="96240"/>
                  </a:moveTo>
                  <a:lnTo>
                    <a:pt x="0" y="96240"/>
                  </a:lnTo>
                  <a:lnTo>
                    <a:pt x="0" y="153390"/>
                  </a:lnTo>
                  <a:lnTo>
                    <a:pt x="19050" y="153390"/>
                  </a:lnTo>
                  <a:lnTo>
                    <a:pt x="19050" y="96240"/>
                  </a:lnTo>
                  <a:close/>
                </a:path>
                <a:path w="10382250" h="809625">
                  <a:moveTo>
                    <a:pt x="19507" y="722528"/>
                  </a:moveTo>
                  <a:lnTo>
                    <a:pt x="19418" y="721893"/>
                  </a:lnTo>
                  <a:lnTo>
                    <a:pt x="19050" y="714375"/>
                  </a:lnTo>
                  <a:lnTo>
                    <a:pt x="19050" y="666762"/>
                  </a:lnTo>
                  <a:lnTo>
                    <a:pt x="0" y="666762"/>
                  </a:lnTo>
                  <a:lnTo>
                    <a:pt x="0" y="714375"/>
                  </a:lnTo>
                  <a:lnTo>
                    <a:pt x="457" y="723760"/>
                  </a:lnTo>
                  <a:lnTo>
                    <a:pt x="571" y="724560"/>
                  </a:lnTo>
                  <a:lnTo>
                    <a:pt x="19507" y="722528"/>
                  </a:lnTo>
                  <a:close/>
                </a:path>
                <a:path w="10382250" h="809625">
                  <a:moveTo>
                    <a:pt x="61175" y="27178"/>
                  </a:moveTo>
                  <a:lnTo>
                    <a:pt x="52654" y="10160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864" y="55384"/>
                  </a:lnTo>
                  <a:lnTo>
                    <a:pt x="26149" y="63360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1175" y="27178"/>
                  </a:lnTo>
                  <a:close/>
                </a:path>
                <a:path w="10382250" h="809625">
                  <a:moveTo>
                    <a:pt x="69837" y="786117"/>
                  </a:moveTo>
                  <a:lnTo>
                    <a:pt x="36322" y="762698"/>
                  </a:lnTo>
                  <a:lnTo>
                    <a:pt x="30556" y="754494"/>
                  </a:lnTo>
                  <a:lnTo>
                    <a:pt x="14376" y="764527"/>
                  </a:lnTo>
                  <a:lnTo>
                    <a:pt x="42329" y="793597"/>
                  </a:lnTo>
                  <a:lnTo>
                    <a:pt x="63474" y="804049"/>
                  </a:lnTo>
                  <a:lnTo>
                    <a:pt x="69837" y="786117"/>
                  </a:lnTo>
                  <a:close/>
                </a:path>
                <a:path w="10382250" h="809625">
                  <a:moveTo>
                    <a:pt x="152400" y="0"/>
                  </a:moveTo>
                  <a:lnTo>
                    <a:pt x="93408" y="0"/>
                  </a:lnTo>
                  <a:lnTo>
                    <a:pt x="93789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10382250" h="809625">
                  <a:moveTo>
                    <a:pt x="161175" y="790575"/>
                  </a:moveTo>
                  <a:lnTo>
                    <a:pt x="104025" y="790575"/>
                  </a:lnTo>
                  <a:lnTo>
                    <a:pt x="104025" y="809625"/>
                  </a:lnTo>
                  <a:lnTo>
                    <a:pt x="161175" y="809625"/>
                  </a:lnTo>
                  <a:lnTo>
                    <a:pt x="161175" y="790575"/>
                  </a:lnTo>
                  <a:close/>
                </a:path>
                <a:path w="10382250" h="809625">
                  <a:moveTo>
                    <a:pt x="247497" y="0"/>
                  </a:moveTo>
                  <a:lnTo>
                    <a:pt x="190347" y="0"/>
                  </a:lnTo>
                  <a:lnTo>
                    <a:pt x="190347" y="19050"/>
                  </a:lnTo>
                  <a:lnTo>
                    <a:pt x="247497" y="19050"/>
                  </a:lnTo>
                  <a:lnTo>
                    <a:pt x="247497" y="0"/>
                  </a:lnTo>
                  <a:close/>
                </a:path>
                <a:path w="10382250" h="809625">
                  <a:moveTo>
                    <a:pt x="256260" y="790575"/>
                  </a:moveTo>
                  <a:lnTo>
                    <a:pt x="199110" y="790575"/>
                  </a:lnTo>
                  <a:lnTo>
                    <a:pt x="199110" y="809625"/>
                  </a:lnTo>
                  <a:lnTo>
                    <a:pt x="256260" y="809625"/>
                  </a:lnTo>
                  <a:lnTo>
                    <a:pt x="256260" y="790575"/>
                  </a:lnTo>
                  <a:close/>
                </a:path>
                <a:path w="10382250" h="809625">
                  <a:moveTo>
                    <a:pt x="342582" y="0"/>
                  </a:moveTo>
                  <a:lnTo>
                    <a:pt x="285432" y="0"/>
                  </a:lnTo>
                  <a:lnTo>
                    <a:pt x="285432" y="19050"/>
                  </a:lnTo>
                  <a:lnTo>
                    <a:pt x="342582" y="19050"/>
                  </a:lnTo>
                  <a:lnTo>
                    <a:pt x="342582" y="0"/>
                  </a:lnTo>
                  <a:close/>
                </a:path>
                <a:path w="10382250" h="809625">
                  <a:moveTo>
                    <a:pt x="351345" y="790575"/>
                  </a:moveTo>
                  <a:lnTo>
                    <a:pt x="294195" y="790575"/>
                  </a:lnTo>
                  <a:lnTo>
                    <a:pt x="294195" y="809625"/>
                  </a:lnTo>
                  <a:lnTo>
                    <a:pt x="351345" y="809625"/>
                  </a:lnTo>
                  <a:lnTo>
                    <a:pt x="351345" y="790575"/>
                  </a:lnTo>
                  <a:close/>
                </a:path>
                <a:path w="10382250" h="809625">
                  <a:moveTo>
                    <a:pt x="437667" y="0"/>
                  </a:moveTo>
                  <a:lnTo>
                    <a:pt x="380517" y="0"/>
                  </a:lnTo>
                  <a:lnTo>
                    <a:pt x="380517" y="19050"/>
                  </a:lnTo>
                  <a:lnTo>
                    <a:pt x="437667" y="19050"/>
                  </a:lnTo>
                  <a:lnTo>
                    <a:pt x="437667" y="0"/>
                  </a:lnTo>
                  <a:close/>
                </a:path>
                <a:path w="10382250" h="809625">
                  <a:moveTo>
                    <a:pt x="446430" y="790575"/>
                  </a:moveTo>
                  <a:lnTo>
                    <a:pt x="389280" y="790575"/>
                  </a:lnTo>
                  <a:lnTo>
                    <a:pt x="389280" y="809625"/>
                  </a:lnTo>
                  <a:lnTo>
                    <a:pt x="446430" y="809625"/>
                  </a:lnTo>
                  <a:lnTo>
                    <a:pt x="446430" y="790575"/>
                  </a:lnTo>
                  <a:close/>
                </a:path>
                <a:path w="10382250" h="809625">
                  <a:moveTo>
                    <a:pt x="532752" y="0"/>
                  </a:moveTo>
                  <a:lnTo>
                    <a:pt x="475602" y="0"/>
                  </a:lnTo>
                  <a:lnTo>
                    <a:pt x="475602" y="19050"/>
                  </a:lnTo>
                  <a:lnTo>
                    <a:pt x="532752" y="19050"/>
                  </a:lnTo>
                  <a:lnTo>
                    <a:pt x="532752" y="0"/>
                  </a:lnTo>
                  <a:close/>
                </a:path>
                <a:path w="10382250" h="809625">
                  <a:moveTo>
                    <a:pt x="541515" y="790575"/>
                  </a:moveTo>
                  <a:lnTo>
                    <a:pt x="484365" y="790575"/>
                  </a:lnTo>
                  <a:lnTo>
                    <a:pt x="484365" y="809625"/>
                  </a:lnTo>
                  <a:lnTo>
                    <a:pt x="541515" y="809625"/>
                  </a:lnTo>
                  <a:lnTo>
                    <a:pt x="541515" y="790575"/>
                  </a:lnTo>
                  <a:close/>
                </a:path>
                <a:path w="10382250" h="809625">
                  <a:moveTo>
                    <a:pt x="627837" y="0"/>
                  </a:moveTo>
                  <a:lnTo>
                    <a:pt x="570687" y="0"/>
                  </a:lnTo>
                  <a:lnTo>
                    <a:pt x="570687" y="19050"/>
                  </a:lnTo>
                  <a:lnTo>
                    <a:pt x="627837" y="19050"/>
                  </a:lnTo>
                  <a:lnTo>
                    <a:pt x="627837" y="0"/>
                  </a:lnTo>
                  <a:close/>
                </a:path>
                <a:path w="10382250" h="809625">
                  <a:moveTo>
                    <a:pt x="636600" y="790575"/>
                  </a:moveTo>
                  <a:lnTo>
                    <a:pt x="579450" y="790575"/>
                  </a:lnTo>
                  <a:lnTo>
                    <a:pt x="579450" y="809625"/>
                  </a:lnTo>
                  <a:lnTo>
                    <a:pt x="636600" y="809625"/>
                  </a:lnTo>
                  <a:lnTo>
                    <a:pt x="636600" y="790575"/>
                  </a:lnTo>
                  <a:close/>
                </a:path>
                <a:path w="10382250" h="809625">
                  <a:moveTo>
                    <a:pt x="722922" y="0"/>
                  </a:moveTo>
                  <a:lnTo>
                    <a:pt x="665772" y="0"/>
                  </a:lnTo>
                  <a:lnTo>
                    <a:pt x="665772" y="19050"/>
                  </a:lnTo>
                  <a:lnTo>
                    <a:pt x="722922" y="19050"/>
                  </a:lnTo>
                  <a:lnTo>
                    <a:pt x="722922" y="0"/>
                  </a:lnTo>
                  <a:close/>
                </a:path>
                <a:path w="10382250" h="809625">
                  <a:moveTo>
                    <a:pt x="731697" y="790575"/>
                  </a:moveTo>
                  <a:lnTo>
                    <a:pt x="674547" y="790575"/>
                  </a:lnTo>
                  <a:lnTo>
                    <a:pt x="674547" y="809625"/>
                  </a:lnTo>
                  <a:lnTo>
                    <a:pt x="731697" y="809625"/>
                  </a:lnTo>
                  <a:lnTo>
                    <a:pt x="731697" y="790575"/>
                  </a:lnTo>
                  <a:close/>
                </a:path>
                <a:path w="10382250" h="809625">
                  <a:moveTo>
                    <a:pt x="818007" y="0"/>
                  </a:moveTo>
                  <a:lnTo>
                    <a:pt x="760857" y="0"/>
                  </a:lnTo>
                  <a:lnTo>
                    <a:pt x="760857" y="19050"/>
                  </a:lnTo>
                  <a:lnTo>
                    <a:pt x="818007" y="19050"/>
                  </a:lnTo>
                  <a:lnTo>
                    <a:pt x="818007" y="0"/>
                  </a:lnTo>
                  <a:close/>
                </a:path>
                <a:path w="10382250" h="809625">
                  <a:moveTo>
                    <a:pt x="826782" y="790575"/>
                  </a:moveTo>
                  <a:lnTo>
                    <a:pt x="769632" y="790575"/>
                  </a:lnTo>
                  <a:lnTo>
                    <a:pt x="769632" y="809625"/>
                  </a:lnTo>
                  <a:lnTo>
                    <a:pt x="826782" y="809625"/>
                  </a:lnTo>
                  <a:lnTo>
                    <a:pt x="826782" y="790575"/>
                  </a:lnTo>
                  <a:close/>
                </a:path>
                <a:path w="10382250" h="809625">
                  <a:moveTo>
                    <a:pt x="913091" y="0"/>
                  </a:moveTo>
                  <a:lnTo>
                    <a:pt x="855941" y="0"/>
                  </a:lnTo>
                  <a:lnTo>
                    <a:pt x="855941" y="19050"/>
                  </a:lnTo>
                  <a:lnTo>
                    <a:pt x="913091" y="19050"/>
                  </a:lnTo>
                  <a:lnTo>
                    <a:pt x="913091" y="0"/>
                  </a:lnTo>
                  <a:close/>
                </a:path>
                <a:path w="10382250" h="809625">
                  <a:moveTo>
                    <a:pt x="921867" y="790575"/>
                  </a:moveTo>
                  <a:lnTo>
                    <a:pt x="864717" y="790575"/>
                  </a:lnTo>
                  <a:lnTo>
                    <a:pt x="864717" y="809625"/>
                  </a:lnTo>
                  <a:lnTo>
                    <a:pt x="921867" y="809625"/>
                  </a:lnTo>
                  <a:lnTo>
                    <a:pt x="921867" y="790575"/>
                  </a:lnTo>
                  <a:close/>
                </a:path>
                <a:path w="10382250" h="809625">
                  <a:moveTo>
                    <a:pt x="1008189" y="0"/>
                  </a:moveTo>
                  <a:lnTo>
                    <a:pt x="951039" y="0"/>
                  </a:lnTo>
                  <a:lnTo>
                    <a:pt x="951039" y="19050"/>
                  </a:lnTo>
                  <a:lnTo>
                    <a:pt x="1008189" y="19050"/>
                  </a:lnTo>
                  <a:lnTo>
                    <a:pt x="1008189" y="0"/>
                  </a:lnTo>
                  <a:close/>
                </a:path>
                <a:path w="10382250" h="809625">
                  <a:moveTo>
                    <a:pt x="1016952" y="790575"/>
                  </a:moveTo>
                  <a:lnTo>
                    <a:pt x="959802" y="790575"/>
                  </a:lnTo>
                  <a:lnTo>
                    <a:pt x="959802" y="809625"/>
                  </a:lnTo>
                  <a:lnTo>
                    <a:pt x="1016952" y="809625"/>
                  </a:lnTo>
                  <a:lnTo>
                    <a:pt x="1016952" y="790575"/>
                  </a:lnTo>
                  <a:close/>
                </a:path>
                <a:path w="10382250" h="809625">
                  <a:moveTo>
                    <a:pt x="1103274" y="0"/>
                  </a:moveTo>
                  <a:lnTo>
                    <a:pt x="1046124" y="0"/>
                  </a:lnTo>
                  <a:lnTo>
                    <a:pt x="1046124" y="19050"/>
                  </a:lnTo>
                  <a:lnTo>
                    <a:pt x="1103274" y="19050"/>
                  </a:lnTo>
                  <a:lnTo>
                    <a:pt x="1103274" y="0"/>
                  </a:lnTo>
                  <a:close/>
                </a:path>
                <a:path w="10382250" h="809625">
                  <a:moveTo>
                    <a:pt x="1112037" y="790575"/>
                  </a:moveTo>
                  <a:lnTo>
                    <a:pt x="1054887" y="790575"/>
                  </a:lnTo>
                  <a:lnTo>
                    <a:pt x="1054887" y="809625"/>
                  </a:lnTo>
                  <a:lnTo>
                    <a:pt x="1112037" y="809625"/>
                  </a:lnTo>
                  <a:lnTo>
                    <a:pt x="1112037" y="790575"/>
                  </a:lnTo>
                  <a:close/>
                </a:path>
                <a:path w="10382250" h="809625">
                  <a:moveTo>
                    <a:pt x="1198359" y="0"/>
                  </a:moveTo>
                  <a:lnTo>
                    <a:pt x="1141209" y="0"/>
                  </a:lnTo>
                  <a:lnTo>
                    <a:pt x="1141209" y="19050"/>
                  </a:lnTo>
                  <a:lnTo>
                    <a:pt x="1198359" y="19050"/>
                  </a:lnTo>
                  <a:lnTo>
                    <a:pt x="1198359" y="0"/>
                  </a:lnTo>
                  <a:close/>
                </a:path>
                <a:path w="10382250" h="809625">
                  <a:moveTo>
                    <a:pt x="1207122" y="790575"/>
                  </a:moveTo>
                  <a:lnTo>
                    <a:pt x="1149972" y="790575"/>
                  </a:lnTo>
                  <a:lnTo>
                    <a:pt x="1149972" y="809625"/>
                  </a:lnTo>
                  <a:lnTo>
                    <a:pt x="1207122" y="809625"/>
                  </a:lnTo>
                  <a:lnTo>
                    <a:pt x="1207122" y="790575"/>
                  </a:lnTo>
                  <a:close/>
                </a:path>
                <a:path w="10382250" h="809625">
                  <a:moveTo>
                    <a:pt x="1293444" y="0"/>
                  </a:moveTo>
                  <a:lnTo>
                    <a:pt x="1236294" y="0"/>
                  </a:lnTo>
                  <a:lnTo>
                    <a:pt x="1236294" y="19050"/>
                  </a:lnTo>
                  <a:lnTo>
                    <a:pt x="1293444" y="19050"/>
                  </a:lnTo>
                  <a:lnTo>
                    <a:pt x="1293444" y="0"/>
                  </a:lnTo>
                  <a:close/>
                </a:path>
                <a:path w="10382250" h="809625">
                  <a:moveTo>
                    <a:pt x="1302207" y="790575"/>
                  </a:moveTo>
                  <a:lnTo>
                    <a:pt x="1245057" y="790575"/>
                  </a:lnTo>
                  <a:lnTo>
                    <a:pt x="1245057" y="809625"/>
                  </a:lnTo>
                  <a:lnTo>
                    <a:pt x="1302207" y="809625"/>
                  </a:lnTo>
                  <a:lnTo>
                    <a:pt x="1302207" y="790575"/>
                  </a:lnTo>
                  <a:close/>
                </a:path>
                <a:path w="10382250" h="809625">
                  <a:moveTo>
                    <a:pt x="1388529" y="0"/>
                  </a:moveTo>
                  <a:lnTo>
                    <a:pt x="1331379" y="0"/>
                  </a:lnTo>
                  <a:lnTo>
                    <a:pt x="1331379" y="19050"/>
                  </a:lnTo>
                  <a:lnTo>
                    <a:pt x="1388529" y="19050"/>
                  </a:lnTo>
                  <a:lnTo>
                    <a:pt x="1388529" y="0"/>
                  </a:lnTo>
                  <a:close/>
                </a:path>
                <a:path w="10382250" h="809625">
                  <a:moveTo>
                    <a:pt x="1397292" y="790575"/>
                  </a:moveTo>
                  <a:lnTo>
                    <a:pt x="1340142" y="790575"/>
                  </a:lnTo>
                  <a:lnTo>
                    <a:pt x="1340142" y="809625"/>
                  </a:lnTo>
                  <a:lnTo>
                    <a:pt x="1397292" y="809625"/>
                  </a:lnTo>
                  <a:lnTo>
                    <a:pt x="1397292" y="790575"/>
                  </a:lnTo>
                  <a:close/>
                </a:path>
                <a:path w="10382250" h="809625">
                  <a:moveTo>
                    <a:pt x="1483614" y="0"/>
                  </a:moveTo>
                  <a:lnTo>
                    <a:pt x="1426464" y="0"/>
                  </a:lnTo>
                  <a:lnTo>
                    <a:pt x="1426464" y="19050"/>
                  </a:lnTo>
                  <a:lnTo>
                    <a:pt x="1483614" y="19050"/>
                  </a:lnTo>
                  <a:lnTo>
                    <a:pt x="1483614" y="0"/>
                  </a:lnTo>
                  <a:close/>
                </a:path>
                <a:path w="10382250" h="809625">
                  <a:moveTo>
                    <a:pt x="1492377" y="790575"/>
                  </a:moveTo>
                  <a:lnTo>
                    <a:pt x="1435227" y="790575"/>
                  </a:lnTo>
                  <a:lnTo>
                    <a:pt x="1435227" y="809625"/>
                  </a:lnTo>
                  <a:lnTo>
                    <a:pt x="1492377" y="809625"/>
                  </a:lnTo>
                  <a:lnTo>
                    <a:pt x="1492377" y="790575"/>
                  </a:lnTo>
                  <a:close/>
                </a:path>
                <a:path w="10382250" h="809625">
                  <a:moveTo>
                    <a:pt x="1578698" y="0"/>
                  </a:moveTo>
                  <a:lnTo>
                    <a:pt x="1521548" y="0"/>
                  </a:lnTo>
                  <a:lnTo>
                    <a:pt x="1521548" y="19050"/>
                  </a:lnTo>
                  <a:lnTo>
                    <a:pt x="1578698" y="19050"/>
                  </a:lnTo>
                  <a:lnTo>
                    <a:pt x="1578698" y="0"/>
                  </a:lnTo>
                  <a:close/>
                </a:path>
                <a:path w="10382250" h="809625">
                  <a:moveTo>
                    <a:pt x="1587474" y="790575"/>
                  </a:moveTo>
                  <a:lnTo>
                    <a:pt x="1530324" y="790575"/>
                  </a:lnTo>
                  <a:lnTo>
                    <a:pt x="1530324" y="809625"/>
                  </a:lnTo>
                  <a:lnTo>
                    <a:pt x="1587474" y="809625"/>
                  </a:lnTo>
                  <a:lnTo>
                    <a:pt x="1587474" y="790575"/>
                  </a:lnTo>
                  <a:close/>
                </a:path>
                <a:path w="10382250" h="809625">
                  <a:moveTo>
                    <a:pt x="1673783" y="0"/>
                  </a:moveTo>
                  <a:lnTo>
                    <a:pt x="1616633" y="0"/>
                  </a:lnTo>
                  <a:lnTo>
                    <a:pt x="1616633" y="19050"/>
                  </a:lnTo>
                  <a:lnTo>
                    <a:pt x="1673783" y="19050"/>
                  </a:lnTo>
                  <a:lnTo>
                    <a:pt x="1673783" y="0"/>
                  </a:lnTo>
                  <a:close/>
                </a:path>
                <a:path w="10382250" h="809625">
                  <a:moveTo>
                    <a:pt x="1682559" y="790575"/>
                  </a:moveTo>
                  <a:lnTo>
                    <a:pt x="1625409" y="790575"/>
                  </a:lnTo>
                  <a:lnTo>
                    <a:pt x="1625409" y="809625"/>
                  </a:lnTo>
                  <a:lnTo>
                    <a:pt x="1682559" y="809625"/>
                  </a:lnTo>
                  <a:lnTo>
                    <a:pt x="1682559" y="790575"/>
                  </a:lnTo>
                  <a:close/>
                </a:path>
                <a:path w="10382250" h="809625">
                  <a:moveTo>
                    <a:pt x="1768881" y="0"/>
                  </a:moveTo>
                  <a:lnTo>
                    <a:pt x="1711731" y="0"/>
                  </a:lnTo>
                  <a:lnTo>
                    <a:pt x="1711731" y="19050"/>
                  </a:lnTo>
                  <a:lnTo>
                    <a:pt x="1768881" y="19050"/>
                  </a:lnTo>
                  <a:lnTo>
                    <a:pt x="1768881" y="0"/>
                  </a:lnTo>
                  <a:close/>
                </a:path>
                <a:path w="10382250" h="809625">
                  <a:moveTo>
                    <a:pt x="1777644" y="790575"/>
                  </a:moveTo>
                  <a:lnTo>
                    <a:pt x="1720494" y="790575"/>
                  </a:lnTo>
                  <a:lnTo>
                    <a:pt x="1720494" y="809625"/>
                  </a:lnTo>
                  <a:lnTo>
                    <a:pt x="1777644" y="809625"/>
                  </a:lnTo>
                  <a:lnTo>
                    <a:pt x="1777644" y="790575"/>
                  </a:lnTo>
                  <a:close/>
                </a:path>
                <a:path w="10382250" h="809625">
                  <a:moveTo>
                    <a:pt x="1863966" y="0"/>
                  </a:moveTo>
                  <a:lnTo>
                    <a:pt x="1806816" y="0"/>
                  </a:lnTo>
                  <a:lnTo>
                    <a:pt x="1806816" y="19050"/>
                  </a:lnTo>
                  <a:lnTo>
                    <a:pt x="1863966" y="19050"/>
                  </a:lnTo>
                  <a:lnTo>
                    <a:pt x="1863966" y="0"/>
                  </a:lnTo>
                  <a:close/>
                </a:path>
                <a:path w="10382250" h="809625">
                  <a:moveTo>
                    <a:pt x="1872729" y="790575"/>
                  </a:moveTo>
                  <a:lnTo>
                    <a:pt x="1815579" y="790575"/>
                  </a:lnTo>
                  <a:lnTo>
                    <a:pt x="1815579" y="809625"/>
                  </a:lnTo>
                  <a:lnTo>
                    <a:pt x="1872729" y="809625"/>
                  </a:lnTo>
                  <a:lnTo>
                    <a:pt x="1872729" y="790575"/>
                  </a:lnTo>
                  <a:close/>
                </a:path>
                <a:path w="10382250" h="809625">
                  <a:moveTo>
                    <a:pt x="1959051" y="0"/>
                  </a:moveTo>
                  <a:lnTo>
                    <a:pt x="1901901" y="0"/>
                  </a:lnTo>
                  <a:lnTo>
                    <a:pt x="1901901" y="19050"/>
                  </a:lnTo>
                  <a:lnTo>
                    <a:pt x="1959051" y="19050"/>
                  </a:lnTo>
                  <a:lnTo>
                    <a:pt x="1959051" y="0"/>
                  </a:lnTo>
                  <a:close/>
                </a:path>
                <a:path w="10382250" h="809625">
                  <a:moveTo>
                    <a:pt x="1967814" y="790575"/>
                  </a:moveTo>
                  <a:lnTo>
                    <a:pt x="1910664" y="790575"/>
                  </a:lnTo>
                  <a:lnTo>
                    <a:pt x="1910664" y="809625"/>
                  </a:lnTo>
                  <a:lnTo>
                    <a:pt x="1967814" y="809625"/>
                  </a:lnTo>
                  <a:lnTo>
                    <a:pt x="1967814" y="790575"/>
                  </a:lnTo>
                  <a:close/>
                </a:path>
                <a:path w="10382250" h="809625">
                  <a:moveTo>
                    <a:pt x="2054136" y="0"/>
                  </a:moveTo>
                  <a:lnTo>
                    <a:pt x="1996986" y="0"/>
                  </a:lnTo>
                  <a:lnTo>
                    <a:pt x="1996986" y="19050"/>
                  </a:lnTo>
                  <a:lnTo>
                    <a:pt x="2054136" y="19050"/>
                  </a:lnTo>
                  <a:lnTo>
                    <a:pt x="2054136" y="0"/>
                  </a:lnTo>
                  <a:close/>
                </a:path>
                <a:path w="10382250" h="809625">
                  <a:moveTo>
                    <a:pt x="2062899" y="790575"/>
                  </a:moveTo>
                  <a:lnTo>
                    <a:pt x="2005749" y="790575"/>
                  </a:lnTo>
                  <a:lnTo>
                    <a:pt x="2005749" y="809625"/>
                  </a:lnTo>
                  <a:lnTo>
                    <a:pt x="2062899" y="809625"/>
                  </a:lnTo>
                  <a:lnTo>
                    <a:pt x="2062899" y="790575"/>
                  </a:lnTo>
                  <a:close/>
                </a:path>
                <a:path w="10382250" h="809625">
                  <a:moveTo>
                    <a:pt x="2149221" y="0"/>
                  </a:moveTo>
                  <a:lnTo>
                    <a:pt x="2092071" y="0"/>
                  </a:lnTo>
                  <a:lnTo>
                    <a:pt x="2092071" y="19050"/>
                  </a:lnTo>
                  <a:lnTo>
                    <a:pt x="2149221" y="19050"/>
                  </a:lnTo>
                  <a:lnTo>
                    <a:pt x="2149221" y="0"/>
                  </a:lnTo>
                  <a:close/>
                </a:path>
                <a:path w="10382250" h="809625">
                  <a:moveTo>
                    <a:pt x="2157984" y="790575"/>
                  </a:moveTo>
                  <a:lnTo>
                    <a:pt x="2100834" y="790575"/>
                  </a:lnTo>
                  <a:lnTo>
                    <a:pt x="2100834" y="809625"/>
                  </a:lnTo>
                  <a:lnTo>
                    <a:pt x="2157984" y="809625"/>
                  </a:lnTo>
                  <a:lnTo>
                    <a:pt x="2157984" y="790575"/>
                  </a:lnTo>
                  <a:close/>
                </a:path>
                <a:path w="10382250" h="809625">
                  <a:moveTo>
                    <a:pt x="2244306" y="0"/>
                  </a:moveTo>
                  <a:lnTo>
                    <a:pt x="2187156" y="0"/>
                  </a:lnTo>
                  <a:lnTo>
                    <a:pt x="2187156" y="19050"/>
                  </a:lnTo>
                  <a:lnTo>
                    <a:pt x="2244306" y="19050"/>
                  </a:lnTo>
                  <a:lnTo>
                    <a:pt x="2244306" y="0"/>
                  </a:lnTo>
                  <a:close/>
                </a:path>
                <a:path w="10382250" h="809625">
                  <a:moveTo>
                    <a:pt x="2253081" y="790575"/>
                  </a:moveTo>
                  <a:lnTo>
                    <a:pt x="2195931" y="790575"/>
                  </a:lnTo>
                  <a:lnTo>
                    <a:pt x="2195931" y="809625"/>
                  </a:lnTo>
                  <a:lnTo>
                    <a:pt x="2253081" y="809625"/>
                  </a:lnTo>
                  <a:lnTo>
                    <a:pt x="2253081" y="790575"/>
                  </a:lnTo>
                  <a:close/>
                </a:path>
                <a:path w="10382250" h="809625">
                  <a:moveTo>
                    <a:pt x="2339390" y="0"/>
                  </a:moveTo>
                  <a:lnTo>
                    <a:pt x="2282240" y="0"/>
                  </a:lnTo>
                  <a:lnTo>
                    <a:pt x="2282240" y="19050"/>
                  </a:lnTo>
                  <a:lnTo>
                    <a:pt x="2339390" y="19050"/>
                  </a:lnTo>
                  <a:lnTo>
                    <a:pt x="2339390" y="0"/>
                  </a:lnTo>
                  <a:close/>
                </a:path>
                <a:path w="10382250" h="809625">
                  <a:moveTo>
                    <a:pt x="2348166" y="790575"/>
                  </a:moveTo>
                  <a:lnTo>
                    <a:pt x="2291016" y="790575"/>
                  </a:lnTo>
                  <a:lnTo>
                    <a:pt x="2291016" y="809625"/>
                  </a:lnTo>
                  <a:lnTo>
                    <a:pt x="2348166" y="809625"/>
                  </a:lnTo>
                  <a:lnTo>
                    <a:pt x="2348166" y="790575"/>
                  </a:lnTo>
                  <a:close/>
                </a:path>
                <a:path w="10382250" h="809625">
                  <a:moveTo>
                    <a:pt x="2434475" y="0"/>
                  </a:moveTo>
                  <a:lnTo>
                    <a:pt x="2377325" y="0"/>
                  </a:lnTo>
                  <a:lnTo>
                    <a:pt x="2377325" y="19050"/>
                  </a:lnTo>
                  <a:lnTo>
                    <a:pt x="2434475" y="19050"/>
                  </a:lnTo>
                  <a:lnTo>
                    <a:pt x="2434475" y="0"/>
                  </a:lnTo>
                  <a:close/>
                </a:path>
                <a:path w="10382250" h="809625">
                  <a:moveTo>
                    <a:pt x="2443251" y="790575"/>
                  </a:moveTo>
                  <a:lnTo>
                    <a:pt x="2386101" y="790575"/>
                  </a:lnTo>
                  <a:lnTo>
                    <a:pt x="2386101" y="809625"/>
                  </a:lnTo>
                  <a:lnTo>
                    <a:pt x="2443251" y="809625"/>
                  </a:lnTo>
                  <a:lnTo>
                    <a:pt x="2443251" y="790575"/>
                  </a:lnTo>
                  <a:close/>
                </a:path>
                <a:path w="10382250" h="809625">
                  <a:moveTo>
                    <a:pt x="2529573" y="0"/>
                  </a:moveTo>
                  <a:lnTo>
                    <a:pt x="2472423" y="0"/>
                  </a:lnTo>
                  <a:lnTo>
                    <a:pt x="2472423" y="19050"/>
                  </a:lnTo>
                  <a:lnTo>
                    <a:pt x="2529573" y="19050"/>
                  </a:lnTo>
                  <a:lnTo>
                    <a:pt x="2529573" y="0"/>
                  </a:lnTo>
                  <a:close/>
                </a:path>
                <a:path w="10382250" h="809625">
                  <a:moveTo>
                    <a:pt x="2538336" y="790575"/>
                  </a:moveTo>
                  <a:lnTo>
                    <a:pt x="2481186" y="790575"/>
                  </a:lnTo>
                  <a:lnTo>
                    <a:pt x="2481186" y="809625"/>
                  </a:lnTo>
                  <a:lnTo>
                    <a:pt x="2538336" y="809625"/>
                  </a:lnTo>
                  <a:lnTo>
                    <a:pt x="2538336" y="790575"/>
                  </a:lnTo>
                  <a:close/>
                </a:path>
                <a:path w="10382250" h="809625">
                  <a:moveTo>
                    <a:pt x="2624658" y="0"/>
                  </a:moveTo>
                  <a:lnTo>
                    <a:pt x="2567508" y="0"/>
                  </a:lnTo>
                  <a:lnTo>
                    <a:pt x="2567508" y="19050"/>
                  </a:lnTo>
                  <a:lnTo>
                    <a:pt x="2624658" y="19050"/>
                  </a:lnTo>
                  <a:lnTo>
                    <a:pt x="2624658" y="0"/>
                  </a:lnTo>
                  <a:close/>
                </a:path>
                <a:path w="10382250" h="809625">
                  <a:moveTo>
                    <a:pt x="2633421" y="790575"/>
                  </a:moveTo>
                  <a:lnTo>
                    <a:pt x="2576271" y="790575"/>
                  </a:lnTo>
                  <a:lnTo>
                    <a:pt x="2576271" y="809625"/>
                  </a:lnTo>
                  <a:lnTo>
                    <a:pt x="2633421" y="809625"/>
                  </a:lnTo>
                  <a:lnTo>
                    <a:pt x="2633421" y="790575"/>
                  </a:lnTo>
                  <a:close/>
                </a:path>
                <a:path w="10382250" h="809625">
                  <a:moveTo>
                    <a:pt x="2719743" y="0"/>
                  </a:moveTo>
                  <a:lnTo>
                    <a:pt x="2662593" y="0"/>
                  </a:lnTo>
                  <a:lnTo>
                    <a:pt x="2662593" y="19050"/>
                  </a:lnTo>
                  <a:lnTo>
                    <a:pt x="2719743" y="19050"/>
                  </a:lnTo>
                  <a:lnTo>
                    <a:pt x="2719743" y="0"/>
                  </a:lnTo>
                  <a:close/>
                </a:path>
                <a:path w="10382250" h="809625">
                  <a:moveTo>
                    <a:pt x="2728506" y="790575"/>
                  </a:moveTo>
                  <a:lnTo>
                    <a:pt x="2671356" y="790575"/>
                  </a:lnTo>
                  <a:lnTo>
                    <a:pt x="2671356" y="809625"/>
                  </a:lnTo>
                  <a:lnTo>
                    <a:pt x="2728506" y="809625"/>
                  </a:lnTo>
                  <a:lnTo>
                    <a:pt x="2728506" y="790575"/>
                  </a:lnTo>
                  <a:close/>
                </a:path>
                <a:path w="10382250" h="809625">
                  <a:moveTo>
                    <a:pt x="2814828" y="0"/>
                  </a:moveTo>
                  <a:lnTo>
                    <a:pt x="2757678" y="0"/>
                  </a:lnTo>
                  <a:lnTo>
                    <a:pt x="2757678" y="19050"/>
                  </a:lnTo>
                  <a:lnTo>
                    <a:pt x="2814828" y="19050"/>
                  </a:lnTo>
                  <a:lnTo>
                    <a:pt x="2814828" y="0"/>
                  </a:lnTo>
                  <a:close/>
                </a:path>
                <a:path w="10382250" h="809625">
                  <a:moveTo>
                    <a:pt x="2823591" y="790575"/>
                  </a:moveTo>
                  <a:lnTo>
                    <a:pt x="2766441" y="790575"/>
                  </a:lnTo>
                  <a:lnTo>
                    <a:pt x="2766441" y="809625"/>
                  </a:lnTo>
                  <a:lnTo>
                    <a:pt x="2823591" y="809625"/>
                  </a:lnTo>
                  <a:lnTo>
                    <a:pt x="2823591" y="790575"/>
                  </a:lnTo>
                  <a:close/>
                </a:path>
                <a:path w="10382250" h="809625">
                  <a:moveTo>
                    <a:pt x="2909913" y="0"/>
                  </a:moveTo>
                  <a:lnTo>
                    <a:pt x="2852763" y="0"/>
                  </a:lnTo>
                  <a:lnTo>
                    <a:pt x="2852763" y="19050"/>
                  </a:lnTo>
                  <a:lnTo>
                    <a:pt x="2909913" y="19050"/>
                  </a:lnTo>
                  <a:lnTo>
                    <a:pt x="2909913" y="0"/>
                  </a:lnTo>
                  <a:close/>
                </a:path>
                <a:path w="10382250" h="809625">
                  <a:moveTo>
                    <a:pt x="2918676" y="790575"/>
                  </a:moveTo>
                  <a:lnTo>
                    <a:pt x="2861526" y="790575"/>
                  </a:lnTo>
                  <a:lnTo>
                    <a:pt x="2861526" y="809625"/>
                  </a:lnTo>
                  <a:lnTo>
                    <a:pt x="2918676" y="809625"/>
                  </a:lnTo>
                  <a:lnTo>
                    <a:pt x="2918676" y="790575"/>
                  </a:lnTo>
                  <a:close/>
                </a:path>
                <a:path w="10382250" h="809625">
                  <a:moveTo>
                    <a:pt x="3004997" y="0"/>
                  </a:moveTo>
                  <a:lnTo>
                    <a:pt x="2947847" y="0"/>
                  </a:lnTo>
                  <a:lnTo>
                    <a:pt x="2947847" y="19050"/>
                  </a:lnTo>
                  <a:lnTo>
                    <a:pt x="3004997" y="19050"/>
                  </a:lnTo>
                  <a:lnTo>
                    <a:pt x="3004997" y="0"/>
                  </a:lnTo>
                  <a:close/>
                </a:path>
                <a:path w="10382250" h="809625">
                  <a:moveTo>
                    <a:pt x="3013773" y="790575"/>
                  </a:moveTo>
                  <a:lnTo>
                    <a:pt x="2956623" y="790575"/>
                  </a:lnTo>
                  <a:lnTo>
                    <a:pt x="2956623" y="809625"/>
                  </a:lnTo>
                  <a:lnTo>
                    <a:pt x="3013773" y="809625"/>
                  </a:lnTo>
                  <a:lnTo>
                    <a:pt x="3013773" y="790575"/>
                  </a:lnTo>
                  <a:close/>
                </a:path>
                <a:path w="10382250" h="809625">
                  <a:moveTo>
                    <a:pt x="3100082" y="0"/>
                  </a:moveTo>
                  <a:lnTo>
                    <a:pt x="3042932" y="0"/>
                  </a:lnTo>
                  <a:lnTo>
                    <a:pt x="3042932" y="19050"/>
                  </a:lnTo>
                  <a:lnTo>
                    <a:pt x="3100082" y="19050"/>
                  </a:lnTo>
                  <a:lnTo>
                    <a:pt x="3100082" y="0"/>
                  </a:lnTo>
                  <a:close/>
                </a:path>
                <a:path w="10382250" h="809625">
                  <a:moveTo>
                    <a:pt x="3108858" y="790575"/>
                  </a:moveTo>
                  <a:lnTo>
                    <a:pt x="3051708" y="790575"/>
                  </a:lnTo>
                  <a:lnTo>
                    <a:pt x="3051708" y="809625"/>
                  </a:lnTo>
                  <a:lnTo>
                    <a:pt x="3108858" y="809625"/>
                  </a:lnTo>
                  <a:lnTo>
                    <a:pt x="3108858" y="790575"/>
                  </a:lnTo>
                  <a:close/>
                </a:path>
                <a:path w="10382250" h="809625">
                  <a:moveTo>
                    <a:pt x="3195167" y="0"/>
                  </a:moveTo>
                  <a:lnTo>
                    <a:pt x="3138017" y="0"/>
                  </a:lnTo>
                  <a:lnTo>
                    <a:pt x="3138017" y="19050"/>
                  </a:lnTo>
                  <a:lnTo>
                    <a:pt x="3195167" y="19050"/>
                  </a:lnTo>
                  <a:lnTo>
                    <a:pt x="3195167" y="0"/>
                  </a:lnTo>
                  <a:close/>
                </a:path>
                <a:path w="10382250" h="809625">
                  <a:moveTo>
                    <a:pt x="3203943" y="790575"/>
                  </a:moveTo>
                  <a:lnTo>
                    <a:pt x="3146793" y="790575"/>
                  </a:lnTo>
                  <a:lnTo>
                    <a:pt x="3146793" y="809625"/>
                  </a:lnTo>
                  <a:lnTo>
                    <a:pt x="3203943" y="809625"/>
                  </a:lnTo>
                  <a:lnTo>
                    <a:pt x="3203943" y="790575"/>
                  </a:lnTo>
                  <a:close/>
                </a:path>
                <a:path w="10382250" h="809625">
                  <a:moveTo>
                    <a:pt x="3290265" y="0"/>
                  </a:moveTo>
                  <a:lnTo>
                    <a:pt x="3233115" y="0"/>
                  </a:lnTo>
                  <a:lnTo>
                    <a:pt x="3233115" y="19050"/>
                  </a:lnTo>
                  <a:lnTo>
                    <a:pt x="3290265" y="19050"/>
                  </a:lnTo>
                  <a:lnTo>
                    <a:pt x="3290265" y="0"/>
                  </a:lnTo>
                  <a:close/>
                </a:path>
                <a:path w="10382250" h="809625">
                  <a:moveTo>
                    <a:pt x="3299028" y="790575"/>
                  </a:moveTo>
                  <a:lnTo>
                    <a:pt x="3241878" y="790575"/>
                  </a:lnTo>
                  <a:lnTo>
                    <a:pt x="3241878" y="809625"/>
                  </a:lnTo>
                  <a:lnTo>
                    <a:pt x="3299028" y="809625"/>
                  </a:lnTo>
                  <a:lnTo>
                    <a:pt x="3299028" y="790575"/>
                  </a:lnTo>
                  <a:close/>
                </a:path>
                <a:path w="10382250" h="809625">
                  <a:moveTo>
                    <a:pt x="3385350" y="0"/>
                  </a:moveTo>
                  <a:lnTo>
                    <a:pt x="3328200" y="0"/>
                  </a:lnTo>
                  <a:lnTo>
                    <a:pt x="3328200" y="19050"/>
                  </a:lnTo>
                  <a:lnTo>
                    <a:pt x="3385350" y="19050"/>
                  </a:lnTo>
                  <a:lnTo>
                    <a:pt x="3385350" y="0"/>
                  </a:lnTo>
                  <a:close/>
                </a:path>
                <a:path w="10382250" h="809625">
                  <a:moveTo>
                    <a:pt x="3394113" y="790575"/>
                  </a:moveTo>
                  <a:lnTo>
                    <a:pt x="3336963" y="790575"/>
                  </a:lnTo>
                  <a:lnTo>
                    <a:pt x="3336963" y="809625"/>
                  </a:lnTo>
                  <a:lnTo>
                    <a:pt x="3394113" y="809625"/>
                  </a:lnTo>
                  <a:lnTo>
                    <a:pt x="3394113" y="790575"/>
                  </a:lnTo>
                  <a:close/>
                </a:path>
                <a:path w="10382250" h="809625">
                  <a:moveTo>
                    <a:pt x="3480435" y="0"/>
                  </a:moveTo>
                  <a:lnTo>
                    <a:pt x="3423285" y="0"/>
                  </a:lnTo>
                  <a:lnTo>
                    <a:pt x="3423285" y="19050"/>
                  </a:lnTo>
                  <a:lnTo>
                    <a:pt x="3480435" y="19050"/>
                  </a:lnTo>
                  <a:lnTo>
                    <a:pt x="3480435" y="0"/>
                  </a:lnTo>
                  <a:close/>
                </a:path>
                <a:path w="10382250" h="809625">
                  <a:moveTo>
                    <a:pt x="3489198" y="790575"/>
                  </a:moveTo>
                  <a:lnTo>
                    <a:pt x="3432048" y="790575"/>
                  </a:lnTo>
                  <a:lnTo>
                    <a:pt x="3432048" y="809625"/>
                  </a:lnTo>
                  <a:lnTo>
                    <a:pt x="3489198" y="809625"/>
                  </a:lnTo>
                  <a:lnTo>
                    <a:pt x="3489198" y="790575"/>
                  </a:lnTo>
                  <a:close/>
                </a:path>
                <a:path w="10382250" h="809625">
                  <a:moveTo>
                    <a:pt x="3575520" y="0"/>
                  </a:moveTo>
                  <a:lnTo>
                    <a:pt x="3518370" y="0"/>
                  </a:lnTo>
                  <a:lnTo>
                    <a:pt x="3518370" y="19050"/>
                  </a:lnTo>
                  <a:lnTo>
                    <a:pt x="3575520" y="19050"/>
                  </a:lnTo>
                  <a:lnTo>
                    <a:pt x="3575520" y="0"/>
                  </a:lnTo>
                  <a:close/>
                </a:path>
                <a:path w="10382250" h="809625">
                  <a:moveTo>
                    <a:pt x="3584283" y="790575"/>
                  </a:moveTo>
                  <a:lnTo>
                    <a:pt x="3527133" y="790575"/>
                  </a:lnTo>
                  <a:lnTo>
                    <a:pt x="3527133" y="809625"/>
                  </a:lnTo>
                  <a:lnTo>
                    <a:pt x="3584283" y="809625"/>
                  </a:lnTo>
                  <a:lnTo>
                    <a:pt x="3584283" y="790575"/>
                  </a:lnTo>
                  <a:close/>
                </a:path>
                <a:path w="10382250" h="809625">
                  <a:moveTo>
                    <a:pt x="3670604" y="0"/>
                  </a:moveTo>
                  <a:lnTo>
                    <a:pt x="3613454" y="0"/>
                  </a:lnTo>
                  <a:lnTo>
                    <a:pt x="3613454" y="19050"/>
                  </a:lnTo>
                  <a:lnTo>
                    <a:pt x="3670604" y="19050"/>
                  </a:lnTo>
                  <a:lnTo>
                    <a:pt x="3670604" y="0"/>
                  </a:lnTo>
                  <a:close/>
                </a:path>
                <a:path w="10382250" h="809625">
                  <a:moveTo>
                    <a:pt x="3679367" y="790575"/>
                  </a:moveTo>
                  <a:lnTo>
                    <a:pt x="3622217" y="790575"/>
                  </a:lnTo>
                  <a:lnTo>
                    <a:pt x="3622217" y="809625"/>
                  </a:lnTo>
                  <a:lnTo>
                    <a:pt x="3679367" y="809625"/>
                  </a:lnTo>
                  <a:lnTo>
                    <a:pt x="3679367" y="790575"/>
                  </a:lnTo>
                  <a:close/>
                </a:path>
                <a:path w="10382250" h="809625">
                  <a:moveTo>
                    <a:pt x="3765689" y="0"/>
                  </a:moveTo>
                  <a:lnTo>
                    <a:pt x="3708539" y="0"/>
                  </a:lnTo>
                  <a:lnTo>
                    <a:pt x="3708539" y="19050"/>
                  </a:lnTo>
                  <a:lnTo>
                    <a:pt x="3765689" y="19050"/>
                  </a:lnTo>
                  <a:lnTo>
                    <a:pt x="3765689" y="0"/>
                  </a:lnTo>
                  <a:close/>
                </a:path>
                <a:path w="10382250" h="809625">
                  <a:moveTo>
                    <a:pt x="3774452" y="790575"/>
                  </a:moveTo>
                  <a:lnTo>
                    <a:pt x="3717302" y="790575"/>
                  </a:lnTo>
                  <a:lnTo>
                    <a:pt x="3717302" y="809625"/>
                  </a:lnTo>
                  <a:lnTo>
                    <a:pt x="3774452" y="809625"/>
                  </a:lnTo>
                  <a:lnTo>
                    <a:pt x="3774452" y="790575"/>
                  </a:lnTo>
                  <a:close/>
                </a:path>
                <a:path w="10382250" h="809625">
                  <a:moveTo>
                    <a:pt x="3860774" y="0"/>
                  </a:moveTo>
                  <a:lnTo>
                    <a:pt x="3803624" y="0"/>
                  </a:lnTo>
                  <a:lnTo>
                    <a:pt x="3803624" y="19050"/>
                  </a:lnTo>
                  <a:lnTo>
                    <a:pt x="3860774" y="19050"/>
                  </a:lnTo>
                  <a:lnTo>
                    <a:pt x="3860774" y="0"/>
                  </a:lnTo>
                  <a:close/>
                </a:path>
                <a:path w="10382250" h="809625">
                  <a:moveTo>
                    <a:pt x="3869550" y="790575"/>
                  </a:moveTo>
                  <a:lnTo>
                    <a:pt x="3812400" y="790575"/>
                  </a:lnTo>
                  <a:lnTo>
                    <a:pt x="3812400" y="809625"/>
                  </a:lnTo>
                  <a:lnTo>
                    <a:pt x="3869550" y="809625"/>
                  </a:lnTo>
                  <a:lnTo>
                    <a:pt x="3869550" y="790575"/>
                  </a:lnTo>
                  <a:close/>
                </a:path>
                <a:path w="10382250" h="809625">
                  <a:moveTo>
                    <a:pt x="3955859" y="0"/>
                  </a:moveTo>
                  <a:lnTo>
                    <a:pt x="3898709" y="0"/>
                  </a:lnTo>
                  <a:lnTo>
                    <a:pt x="3898709" y="19050"/>
                  </a:lnTo>
                  <a:lnTo>
                    <a:pt x="3955859" y="19050"/>
                  </a:lnTo>
                  <a:lnTo>
                    <a:pt x="3955859" y="0"/>
                  </a:lnTo>
                  <a:close/>
                </a:path>
                <a:path w="10382250" h="809625">
                  <a:moveTo>
                    <a:pt x="3964635" y="790575"/>
                  </a:moveTo>
                  <a:lnTo>
                    <a:pt x="3907485" y="790575"/>
                  </a:lnTo>
                  <a:lnTo>
                    <a:pt x="3907485" y="809625"/>
                  </a:lnTo>
                  <a:lnTo>
                    <a:pt x="3964635" y="809625"/>
                  </a:lnTo>
                  <a:lnTo>
                    <a:pt x="3964635" y="790575"/>
                  </a:lnTo>
                  <a:close/>
                </a:path>
                <a:path w="10382250" h="809625">
                  <a:moveTo>
                    <a:pt x="4050957" y="0"/>
                  </a:moveTo>
                  <a:lnTo>
                    <a:pt x="3993807" y="0"/>
                  </a:lnTo>
                  <a:lnTo>
                    <a:pt x="3993807" y="19050"/>
                  </a:lnTo>
                  <a:lnTo>
                    <a:pt x="4050957" y="19050"/>
                  </a:lnTo>
                  <a:lnTo>
                    <a:pt x="4050957" y="0"/>
                  </a:lnTo>
                  <a:close/>
                </a:path>
                <a:path w="10382250" h="809625">
                  <a:moveTo>
                    <a:pt x="4059720" y="790575"/>
                  </a:moveTo>
                  <a:lnTo>
                    <a:pt x="4002570" y="790575"/>
                  </a:lnTo>
                  <a:lnTo>
                    <a:pt x="4002570" y="809625"/>
                  </a:lnTo>
                  <a:lnTo>
                    <a:pt x="4059720" y="809625"/>
                  </a:lnTo>
                  <a:lnTo>
                    <a:pt x="4059720" y="790575"/>
                  </a:lnTo>
                  <a:close/>
                </a:path>
                <a:path w="10382250" h="809625">
                  <a:moveTo>
                    <a:pt x="4146042" y="0"/>
                  </a:moveTo>
                  <a:lnTo>
                    <a:pt x="4088892" y="0"/>
                  </a:lnTo>
                  <a:lnTo>
                    <a:pt x="4088892" y="19050"/>
                  </a:lnTo>
                  <a:lnTo>
                    <a:pt x="4146042" y="19050"/>
                  </a:lnTo>
                  <a:lnTo>
                    <a:pt x="4146042" y="0"/>
                  </a:lnTo>
                  <a:close/>
                </a:path>
                <a:path w="10382250" h="809625">
                  <a:moveTo>
                    <a:pt x="4154805" y="790575"/>
                  </a:moveTo>
                  <a:lnTo>
                    <a:pt x="4097655" y="790575"/>
                  </a:lnTo>
                  <a:lnTo>
                    <a:pt x="4097655" y="809625"/>
                  </a:lnTo>
                  <a:lnTo>
                    <a:pt x="4154805" y="809625"/>
                  </a:lnTo>
                  <a:lnTo>
                    <a:pt x="4154805" y="790575"/>
                  </a:lnTo>
                  <a:close/>
                </a:path>
                <a:path w="10382250" h="809625">
                  <a:moveTo>
                    <a:pt x="4241127" y="0"/>
                  </a:moveTo>
                  <a:lnTo>
                    <a:pt x="4183977" y="0"/>
                  </a:lnTo>
                  <a:lnTo>
                    <a:pt x="4183977" y="19050"/>
                  </a:lnTo>
                  <a:lnTo>
                    <a:pt x="4241127" y="19050"/>
                  </a:lnTo>
                  <a:lnTo>
                    <a:pt x="4241127" y="0"/>
                  </a:lnTo>
                  <a:close/>
                </a:path>
                <a:path w="10382250" h="809625">
                  <a:moveTo>
                    <a:pt x="4249890" y="790575"/>
                  </a:moveTo>
                  <a:lnTo>
                    <a:pt x="4192740" y="790575"/>
                  </a:lnTo>
                  <a:lnTo>
                    <a:pt x="4192740" y="809625"/>
                  </a:lnTo>
                  <a:lnTo>
                    <a:pt x="4249890" y="809625"/>
                  </a:lnTo>
                  <a:lnTo>
                    <a:pt x="4249890" y="790575"/>
                  </a:lnTo>
                  <a:close/>
                </a:path>
                <a:path w="10382250" h="809625">
                  <a:moveTo>
                    <a:pt x="4336212" y="0"/>
                  </a:moveTo>
                  <a:lnTo>
                    <a:pt x="4279062" y="0"/>
                  </a:lnTo>
                  <a:lnTo>
                    <a:pt x="4279062" y="19050"/>
                  </a:lnTo>
                  <a:lnTo>
                    <a:pt x="4336212" y="19050"/>
                  </a:lnTo>
                  <a:lnTo>
                    <a:pt x="4336212" y="0"/>
                  </a:lnTo>
                  <a:close/>
                </a:path>
                <a:path w="10382250" h="809625">
                  <a:moveTo>
                    <a:pt x="4344975" y="790575"/>
                  </a:moveTo>
                  <a:lnTo>
                    <a:pt x="4287825" y="790575"/>
                  </a:lnTo>
                  <a:lnTo>
                    <a:pt x="4287825" y="809625"/>
                  </a:lnTo>
                  <a:lnTo>
                    <a:pt x="4344975" y="809625"/>
                  </a:lnTo>
                  <a:lnTo>
                    <a:pt x="4344975" y="790575"/>
                  </a:lnTo>
                  <a:close/>
                </a:path>
                <a:path w="10382250" h="809625">
                  <a:moveTo>
                    <a:pt x="4431296" y="0"/>
                  </a:moveTo>
                  <a:lnTo>
                    <a:pt x="4374146" y="0"/>
                  </a:lnTo>
                  <a:lnTo>
                    <a:pt x="4374146" y="19050"/>
                  </a:lnTo>
                  <a:lnTo>
                    <a:pt x="4431296" y="19050"/>
                  </a:lnTo>
                  <a:lnTo>
                    <a:pt x="4431296" y="0"/>
                  </a:lnTo>
                  <a:close/>
                </a:path>
                <a:path w="10382250" h="809625">
                  <a:moveTo>
                    <a:pt x="4440059" y="790575"/>
                  </a:moveTo>
                  <a:lnTo>
                    <a:pt x="4382909" y="790575"/>
                  </a:lnTo>
                  <a:lnTo>
                    <a:pt x="4382909" y="809625"/>
                  </a:lnTo>
                  <a:lnTo>
                    <a:pt x="4440059" y="809625"/>
                  </a:lnTo>
                  <a:lnTo>
                    <a:pt x="4440059" y="790575"/>
                  </a:lnTo>
                  <a:close/>
                </a:path>
                <a:path w="10382250" h="809625">
                  <a:moveTo>
                    <a:pt x="4526381" y="0"/>
                  </a:moveTo>
                  <a:lnTo>
                    <a:pt x="4469231" y="0"/>
                  </a:lnTo>
                  <a:lnTo>
                    <a:pt x="4469231" y="19050"/>
                  </a:lnTo>
                  <a:lnTo>
                    <a:pt x="4526381" y="19050"/>
                  </a:lnTo>
                  <a:lnTo>
                    <a:pt x="4526381" y="0"/>
                  </a:lnTo>
                  <a:close/>
                </a:path>
                <a:path w="10382250" h="809625">
                  <a:moveTo>
                    <a:pt x="4535144" y="790575"/>
                  </a:moveTo>
                  <a:lnTo>
                    <a:pt x="4477994" y="790575"/>
                  </a:lnTo>
                  <a:lnTo>
                    <a:pt x="4477994" y="809625"/>
                  </a:lnTo>
                  <a:lnTo>
                    <a:pt x="4535144" y="809625"/>
                  </a:lnTo>
                  <a:lnTo>
                    <a:pt x="4535144" y="790575"/>
                  </a:lnTo>
                  <a:close/>
                </a:path>
                <a:path w="10382250" h="809625">
                  <a:moveTo>
                    <a:pt x="4621466" y="0"/>
                  </a:moveTo>
                  <a:lnTo>
                    <a:pt x="4564316" y="0"/>
                  </a:lnTo>
                  <a:lnTo>
                    <a:pt x="4564316" y="19050"/>
                  </a:lnTo>
                  <a:lnTo>
                    <a:pt x="4621466" y="19050"/>
                  </a:lnTo>
                  <a:lnTo>
                    <a:pt x="4621466" y="0"/>
                  </a:lnTo>
                  <a:close/>
                </a:path>
                <a:path w="10382250" h="809625">
                  <a:moveTo>
                    <a:pt x="4630242" y="790575"/>
                  </a:moveTo>
                  <a:lnTo>
                    <a:pt x="4573092" y="790575"/>
                  </a:lnTo>
                  <a:lnTo>
                    <a:pt x="4573092" y="809625"/>
                  </a:lnTo>
                  <a:lnTo>
                    <a:pt x="4630242" y="809625"/>
                  </a:lnTo>
                  <a:lnTo>
                    <a:pt x="4630242" y="790575"/>
                  </a:lnTo>
                  <a:close/>
                </a:path>
                <a:path w="10382250" h="809625">
                  <a:moveTo>
                    <a:pt x="4716551" y="0"/>
                  </a:moveTo>
                  <a:lnTo>
                    <a:pt x="4659401" y="0"/>
                  </a:lnTo>
                  <a:lnTo>
                    <a:pt x="4659401" y="19050"/>
                  </a:lnTo>
                  <a:lnTo>
                    <a:pt x="4716551" y="19050"/>
                  </a:lnTo>
                  <a:lnTo>
                    <a:pt x="4716551" y="0"/>
                  </a:lnTo>
                  <a:close/>
                </a:path>
                <a:path w="10382250" h="809625">
                  <a:moveTo>
                    <a:pt x="4725327" y="790575"/>
                  </a:moveTo>
                  <a:lnTo>
                    <a:pt x="4668177" y="790575"/>
                  </a:lnTo>
                  <a:lnTo>
                    <a:pt x="4668177" y="809625"/>
                  </a:lnTo>
                  <a:lnTo>
                    <a:pt x="4725327" y="809625"/>
                  </a:lnTo>
                  <a:lnTo>
                    <a:pt x="4725327" y="790575"/>
                  </a:lnTo>
                  <a:close/>
                </a:path>
                <a:path w="10382250" h="809625">
                  <a:moveTo>
                    <a:pt x="4811649" y="0"/>
                  </a:moveTo>
                  <a:lnTo>
                    <a:pt x="4754499" y="0"/>
                  </a:lnTo>
                  <a:lnTo>
                    <a:pt x="4754499" y="19050"/>
                  </a:lnTo>
                  <a:lnTo>
                    <a:pt x="4811649" y="19050"/>
                  </a:lnTo>
                  <a:lnTo>
                    <a:pt x="4811649" y="0"/>
                  </a:lnTo>
                  <a:close/>
                </a:path>
                <a:path w="10382250" h="809625">
                  <a:moveTo>
                    <a:pt x="4820412" y="790575"/>
                  </a:moveTo>
                  <a:lnTo>
                    <a:pt x="4763262" y="790575"/>
                  </a:lnTo>
                  <a:lnTo>
                    <a:pt x="4763262" y="809625"/>
                  </a:lnTo>
                  <a:lnTo>
                    <a:pt x="4820412" y="809625"/>
                  </a:lnTo>
                  <a:lnTo>
                    <a:pt x="4820412" y="790575"/>
                  </a:lnTo>
                  <a:close/>
                </a:path>
                <a:path w="10382250" h="809625">
                  <a:moveTo>
                    <a:pt x="4906734" y="0"/>
                  </a:moveTo>
                  <a:lnTo>
                    <a:pt x="4849584" y="0"/>
                  </a:lnTo>
                  <a:lnTo>
                    <a:pt x="4849584" y="19050"/>
                  </a:lnTo>
                  <a:lnTo>
                    <a:pt x="4906734" y="19050"/>
                  </a:lnTo>
                  <a:lnTo>
                    <a:pt x="4906734" y="0"/>
                  </a:lnTo>
                  <a:close/>
                </a:path>
                <a:path w="10382250" h="809625">
                  <a:moveTo>
                    <a:pt x="4915497" y="790575"/>
                  </a:moveTo>
                  <a:lnTo>
                    <a:pt x="4858347" y="790575"/>
                  </a:lnTo>
                  <a:lnTo>
                    <a:pt x="4858347" y="809625"/>
                  </a:lnTo>
                  <a:lnTo>
                    <a:pt x="4915497" y="809625"/>
                  </a:lnTo>
                  <a:lnTo>
                    <a:pt x="4915497" y="790575"/>
                  </a:lnTo>
                  <a:close/>
                </a:path>
                <a:path w="10382250" h="809625">
                  <a:moveTo>
                    <a:pt x="5001819" y="0"/>
                  </a:moveTo>
                  <a:lnTo>
                    <a:pt x="4944669" y="0"/>
                  </a:lnTo>
                  <a:lnTo>
                    <a:pt x="4944669" y="19050"/>
                  </a:lnTo>
                  <a:lnTo>
                    <a:pt x="5001819" y="19050"/>
                  </a:lnTo>
                  <a:lnTo>
                    <a:pt x="5001819" y="0"/>
                  </a:lnTo>
                  <a:close/>
                </a:path>
                <a:path w="10382250" h="809625">
                  <a:moveTo>
                    <a:pt x="5010582" y="790575"/>
                  </a:moveTo>
                  <a:lnTo>
                    <a:pt x="4953432" y="790575"/>
                  </a:lnTo>
                  <a:lnTo>
                    <a:pt x="4953432" y="809625"/>
                  </a:lnTo>
                  <a:lnTo>
                    <a:pt x="5010582" y="809625"/>
                  </a:lnTo>
                  <a:lnTo>
                    <a:pt x="5010582" y="790575"/>
                  </a:lnTo>
                  <a:close/>
                </a:path>
                <a:path w="10382250" h="809625">
                  <a:moveTo>
                    <a:pt x="5096903" y="0"/>
                  </a:moveTo>
                  <a:lnTo>
                    <a:pt x="5039753" y="0"/>
                  </a:lnTo>
                  <a:lnTo>
                    <a:pt x="5039753" y="19050"/>
                  </a:lnTo>
                  <a:lnTo>
                    <a:pt x="5096903" y="19050"/>
                  </a:lnTo>
                  <a:lnTo>
                    <a:pt x="5096903" y="0"/>
                  </a:lnTo>
                  <a:close/>
                </a:path>
                <a:path w="10382250" h="809625">
                  <a:moveTo>
                    <a:pt x="5105666" y="790575"/>
                  </a:moveTo>
                  <a:lnTo>
                    <a:pt x="5048516" y="790575"/>
                  </a:lnTo>
                  <a:lnTo>
                    <a:pt x="5048516" y="809625"/>
                  </a:lnTo>
                  <a:lnTo>
                    <a:pt x="5105666" y="809625"/>
                  </a:lnTo>
                  <a:lnTo>
                    <a:pt x="5105666" y="790575"/>
                  </a:lnTo>
                  <a:close/>
                </a:path>
                <a:path w="10382250" h="809625">
                  <a:moveTo>
                    <a:pt x="5191988" y="0"/>
                  </a:moveTo>
                  <a:lnTo>
                    <a:pt x="5134838" y="0"/>
                  </a:lnTo>
                  <a:lnTo>
                    <a:pt x="5134838" y="19050"/>
                  </a:lnTo>
                  <a:lnTo>
                    <a:pt x="5191988" y="19050"/>
                  </a:lnTo>
                  <a:lnTo>
                    <a:pt x="5191988" y="0"/>
                  </a:lnTo>
                  <a:close/>
                </a:path>
                <a:path w="10382250" h="809625">
                  <a:moveTo>
                    <a:pt x="5200751" y="790575"/>
                  </a:moveTo>
                  <a:lnTo>
                    <a:pt x="5143601" y="790575"/>
                  </a:lnTo>
                  <a:lnTo>
                    <a:pt x="5143601" y="809625"/>
                  </a:lnTo>
                  <a:lnTo>
                    <a:pt x="5200751" y="809625"/>
                  </a:lnTo>
                  <a:lnTo>
                    <a:pt x="5200751" y="790575"/>
                  </a:lnTo>
                  <a:close/>
                </a:path>
                <a:path w="10382250" h="809625">
                  <a:moveTo>
                    <a:pt x="5287073" y="0"/>
                  </a:moveTo>
                  <a:lnTo>
                    <a:pt x="5229923" y="0"/>
                  </a:lnTo>
                  <a:lnTo>
                    <a:pt x="5229923" y="19050"/>
                  </a:lnTo>
                  <a:lnTo>
                    <a:pt x="5287073" y="19050"/>
                  </a:lnTo>
                  <a:lnTo>
                    <a:pt x="5287073" y="0"/>
                  </a:lnTo>
                  <a:close/>
                </a:path>
                <a:path w="10382250" h="809625">
                  <a:moveTo>
                    <a:pt x="5295836" y="790575"/>
                  </a:moveTo>
                  <a:lnTo>
                    <a:pt x="5238686" y="790575"/>
                  </a:lnTo>
                  <a:lnTo>
                    <a:pt x="5238686" y="809625"/>
                  </a:lnTo>
                  <a:lnTo>
                    <a:pt x="5295836" y="809625"/>
                  </a:lnTo>
                  <a:lnTo>
                    <a:pt x="5295836" y="790575"/>
                  </a:lnTo>
                  <a:close/>
                </a:path>
                <a:path w="10382250" h="809625">
                  <a:moveTo>
                    <a:pt x="5382158" y="0"/>
                  </a:moveTo>
                  <a:lnTo>
                    <a:pt x="5325008" y="0"/>
                  </a:lnTo>
                  <a:lnTo>
                    <a:pt x="5325008" y="19050"/>
                  </a:lnTo>
                  <a:lnTo>
                    <a:pt x="5382158" y="19050"/>
                  </a:lnTo>
                  <a:lnTo>
                    <a:pt x="5382158" y="0"/>
                  </a:lnTo>
                  <a:close/>
                </a:path>
                <a:path w="10382250" h="809625">
                  <a:moveTo>
                    <a:pt x="5390934" y="790575"/>
                  </a:moveTo>
                  <a:lnTo>
                    <a:pt x="5333784" y="790575"/>
                  </a:lnTo>
                  <a:lnTo>
                    <a:pt x="5333784" y="809625"/>
                  </a:lnTo>
                  <a:lnTo>
                    <a:pt x="5390934" y="809625"/>
                  </a:lnTo>
                  <a:lnTo>
                    <a:pt x="5390934" y="790575"/>
                  </a:lnTo>
                  <a:close/>
                </a:path>
                <a:path w="10382250" h="809625">
                  <a:moveTo>
                    <a:pt x="5477243" y="0"/>
                  </a:moveTo>
                  <a:lnTo>
                    <a:pt x="5420093" y="0"/>
                  </a:lnTo>
                  <a:lnTo>
                    <a:pt x="5420093" y="19050"/>
                  </a:lnTo>
                  <a:lnTo>
                    <a:pt x="5477243" y="19050"/>
                  </a:lnTo>
                  <a:lnTo>
                    <a:pt x="5477243" y="0"/>
                  </a:lnTo>
                  <a:close/>
                </a:path>
                <a:path w="10382250" h="809625">
                  <a:moveTo>
                    <a:pt x="5486019" y="790575"/>
                  </a:moveTo>
                  <a:lnTo>
                    <a:pt x="5428869" y="790575"/>
                  </a:lnTo>
                  <a:lnTo>
                    <a:pt x="5428869" y="809625"/>
                  </a:lnTo>
                  <a:lnTo>
                    <a:pt x="5486019" y="809625"/>
                  </a:lnTo>
                  <a:lnTo>
                    <a:pt x="5486019" y="790575"/>
                  </a:lnTo>
                  <a:close/>
                </a:path>
                <a:path w="10382250" h="809625">
                  <a:moveTo>
                    <a:pt x="5572341" y="0"/>
                  </a:moveTo>
                  <a:lnTo>
                    <a:pt x="5515191" y="0"/>
                  </a:lnTo>
                  <a:lnTo>
                    <a:pt x="5515191" y="19050"/>
                  </a:lnTo>
                  <a:lnTo>
                    <a:pt x="5572341" y="19050"/>
                  </a:lnTo>
                  <a:lnTo>
                    <a:pt x="5572341" y="0"/>
                  </a:lnTo>
                  <a:close/>
                </a:path>
                <a:path w="10382250" h="809625">
                  <a:moveTo>
                    <a:pt x="5581104" y="790575"/>
                  </a:moveTo>
                  <a:lnTo>
                    <a:pt x="5523954" y="790575"/>
                  </a:lnTo>
                  <a:lnTo>
                    <a:pt x="5523954" y="809625"/>
                  </a:lnTo>
                  <a:lnTo>
                    <a:pt x="5581104" y="809625"/>
                  </a:lnTo>
                  <a:lnTo>
                    <a:pt x="5581104" y="790575"/>
                  </a:lnTo>
                  <a:close/>
                </a:path>
                <a:path w="10382250" h="809625">
                  <a:moveTo>
                    <a:pt x="5667426" y="0"/>
                  </a:moveTo>
                  <a:lnTo>
                    <a:pt x="5610276" y="0"/>
                  </a:lnTo>
                  <a:lnTo>
                    <a:pt x="5610276" y="19050"/>
                  </a:lnTo>
                  <a:lnTo>
                    <a:pt x="5667426" y="19050"/>
                  </a:lnTo>
                  <a:lnTo>
                    <a:pt x="5667426" y="0"/>
                  </a:lnTo>
                  <a:close/>
                </a:path>
                <a:path w="10382250" h="809625">
                  <a:moveTo>
                    <a:pt x="5676189" y="790575"/>
                  </a:moveTo>
                  <a:lnTo>
                    <a:pt x="5619039" y="790575"/>
                  </a:lnTo>
                  <a:lnTo>
                    <a:pt x="5619039" y="809625"/>
                  </a:lnTo>
                  <a:lnTo>
                    <a:pt x="5676189" y="809625"/>
                  </a:lnTo>
                  <a:lnTo>
                    <a:pt x="5676189" y="790575"/>
                  </a:lnTo>
                  <a:close/>
                </a:path>
                <a:path w="10382250" h="809625">
                  <a:moveTo>
                    <a:pt x="5762510" y="0"/>
                  </a:moveTo>
                  <a:lnTo>
                    <a:pt x="5705360" y="0"/>
                  </a:lnTo>
                  <a:lnTo>
                    <a:pt x="5705360" y="19050"/>
                  </a:lnTo>
                  <a:lnTo>
                    <a:pt x="5762510" y="19050"/>
                  </a:lnTo>
                  <a:lnTo>
                    <a:pt x="5762510" y="0"/>
                  </a:lnTo>
                  <a:close/>
                </a:path>
                <a:path w="10382250" h="809625">
                  <a:moveTo>
                    <a:pt x="5771273" y="790575"/>
                  </a:moveTo>
                  <a:lnTo>
                    <a:pt x="5714123" y="790575"/>
                  </a:lnTo>
                  <a:lnTo>
                    <a:pt x="5714123" y="809625"/>
                  </a:lnTo>
                  <a:lnTo>
                    <a:pt x="5771273" y="809625"/>
                  </a:lnTo>
                  <a:lnTo>
                    <a:pt x="5771273" y="790575"/>
                  </a:lnTo>
                  <a:close/>
                </a:path>
                <a:path w="10382250" h="809625">
                  <a:moveTo>
                    <a:pt x="5857595" y="0"/>
                  </a:moveTo>
                  <a:lnTo>
                    <a:pt x="5800445" y="0"/>
                  </a:lnTo>
                  <a:lnTo>
                    <a:pt x="5800445" y="19050"/>
                  </a:lnTo>
                  <a:lnTo>
                    <a:pt x="5857595" y="19050"/>
                  </a:lnTo>
                  <a:lnTo>
                    <a:pt x="5857595" y="0"/>
                  </a:lnTo>
                  <a:close/>
                </a:path>
                <a:path w="10382250" h="809625">
                  <a:moveTo>
                    <a:pt x="5866358" y="790575"/>
                  </a:moveTo>
                  <a:lnTo>
                    <a:pt x="5809208" y="790575"/>
                  </a:lnTo>
                  <a:lnTo>
                    <a:pt x="5809208" y="809625"/>
                  </a:lnTo>
                  <a:lnTo>
                    <a:pt x="5866358" y="809625"/>
                  </a:lnTo>
                  <a:lnTo>
                    <a:pt x="5866358" y="790575"/>
                  </a:lnTo>
                  <a:close/>
                </a:path>
                <a:path w="10382250" h="809625">
                  <a:moveTo>
                    <a:pt x="5952680" y="0"/>
                  </a:moveTo>
                  <a:lnTo>
                    <a:pt x="5895530" y="0"/>
                  </a:lnTo>
                  <a:lnTo>
                    <a:pt x="5895530" y="19050"/>
                  </a:lnTo>
                  <a:lnTo>
                    <a:pt x="5952680" y="19050"/>
                  </a:lnTo>
                  <a:lnTo>
                    <a:pt x="5952680" y="0"/>
                  </a:lnTo>
                  <a:close/>
                </a:path>
                <a:path w="10382250" h="809625">
                  <a:moveTo>
                    <a:pt x="5961443" y="790575"/>
                  </a:moveTo>
                  <a:lnTo>
                    <a:pt x="5904293" y="790575"/>
                  </a:lnTo>
                  <a:lnTo>
                    <a:pt x="5904293" y="809625"/>
                  </a:lnTo>
                  <a:lnTo>
                    <a:pt x="5961443" y="809625"/>
                  </a:lnTo>
                  <a:lnTo>
                    <a:pt x="5961443" y="790575"/>
                  </a:lnTo>
                  <a:close/>
                </a:path>
                <a:path w="10382250" h="809625">
                  <a:moveTo>
                    <a:pt x="6047765" y="0"/>
                  </a:moveTo>
                  <a:lnTo>
                    <a:pt x="5990615" y="0"/>
                  </a:lnTo>
                  <a:lnTo>
                    <a:pt x="5990615" y="19050"/>
                  </a:lnTo>
                  <a:lnTo>
                    <a:pt x="6047765" y="19050"/>
                  </a:lnTo>
                  <a:lnTo>
                    <a:pt x="6047765" y="0"/>
                  </a:lnTo>
                  <a:close/>
                </a:path>
                <a:path w="10382250" h="809625">
                  <a:moveTo>
                    <a:pt x="6056528" y="790575"/>
                  </a:moveTo>
                  <a:lnTo>
                    <a:pt x="5999378" y="790575"/>
                  </a:lnTo>
                  <a:lnTo>
                    <a:pt x="5999378" y="809625"/>
                  </a:lnTo>
                  <a:lnTo>
                    <a:pt x="6056528" y="809625"/>
                  </a:lnTo>
                  <a:lnTo>
                    <a:pt x="6056528" y="790575"/>
                  </a:lnTo>
                  <a:close/>
                </a:path>
                <a:path w="10382250" h="809625">
                  <a:moveTo>
                    <a:pt x="6142850" y="0"/>
                  </a:moveTo>
                  <a:lnTo>
                    <a:pt x="6085700" y="0"/>
                  </a:lnTo>
                  <a:lnTo>
                    <a:pt x="6085700" y="19050"/>
                  </a:lnTo>
                  <a:lnTo>
                    <a:pt x="6142850" y="19050"/>
                  </a:lnTo>
                  <a:lnTo>
                    <a:pt x="6142850" y="0"/>
                  </a:lnTo>
                  <a:close/>
                </a:path>
                <a:path w="10382250" h="809625">
                  <a:moveTo>
                    <a:pt x="6151626" y="790575"/>
                  </a:moveTo>
                  <a:lnTo>
                    <a:pt x="6094476" y="790575"/>
                  </a:lnTo>
                  <a:lnTo>
                    <a:pt x="6094476" y="809625"/>
                  </a:lnTo>
                  <a:lnTo>
                    <a:pt x="6151626" y="809625"/>
                  </a:lnTo>
                  <a:lnTo>
                    <a:pt x="6151626" y="790575"/>
                  </a:lnTo>
                  <a:close/>
                </a:path>
                <a:path w="10382250" h="809625">
                  <a:moveTo>
                    <a:pt x="6237935" y="0"/>
                  </a:moveTo>
                  <a:lnTo>
                    <a:pt x="6180785" y="0"/>
                  </a:lnTo>
                  <a:lnTo>
                    <a:pt x="6180785" y="19050"/>
                  </a:lnTo>
                  <a:lnTo>
                    <a:pt x="6237935" y="19050"/>
                  </a:lnTo>
                  <a:lnTo>
                    <a:pt x="6237935" y="0"/>
                  </a:lnTo>
                  <a:close/>
                </a:path>
                <a:path w="10382250" h="809625">
                  <a:moveTo>
                    <a:pt x="6246711" y="790575"/>
                  </a:moveTo>
                  <a:lnTo>
                    <a:pt x="6189561" y="790575"/>
                  </a:lnTo>
                  <a:lnTo>
                    <a:pt x="6189561" y="809625"/>
                  </a:lnTo>
                  <a:lnTo>
                    <a:pt x="6246711" y="809625"/>
                  </a:lnTo>
                  <a:lnTo>
                    <a:pt x="6246711" y="790575"/>
                  </a:lnTo>
                  <a:close/>
                </a:path>
                <a:path w="10382250" h="809625">
                  <a:moveTo>
                    <a:pt x="6333033" y="0"/>
                  </a:moveTo>
                  <a:lnTo>
                    <a:pt x="6275883" y="0"/>
                  </a:lnTo>
                  <a:lnTo>
                    <a:pt x="6275883" y="19050"/>
                  </a:lnTo>
                  <a:lnTo>
                    <a:pt x="6333033" y="19050"/>
                  </a:lnTo>
                  <a:lnTo>
                    <a:pt x="6333033" y="0"/>
                  </a:lnTo>
                  <a:close/>
                </a:path>
                <a:path w="10382250" h="809625">
                  <a:moveTo>
                    <a:pt x="6341796" y="790575"/>
                  </a:moveTo>
                  <a:lnTo>
                    <a:pt x="6284646" y="790575"/>
                  </a:lnTo>
                  <a:lnTo>
                    <a:pt x="6284646" y="809625"/>
                  </a:lnTo>
                  <a:lnTo>
                    <a:pt x="6341796" y="809625"/>
                  </a:lnTo>
                  <a:lnTo>
                    <a:pt x="6341796" y="790575"/>
                  </a:lnTo>
                  <a:close/>
                </a:path>
                <a:path w="10382250" h="809625">
                  <a:moveTo>
                    <a:pt x="6428118" y="0"/>
                  </a:moveTo>
                  <a:lnTo>
                    <a:pt x="6370968" y="0"/>
                  </a:lnTo>
                  <a:lnTo>
                    <a:pt x="6370968" y="19050"/>
                  </a:lnTo>
                  <a:lnTo>
                    <a:pt x="6428118" y="19050"/>
                  </a:lnTo>
                  <a:lnTo>
                    <a:pt x="6428118" y="0"/>
                  </a:lnTo>
                  <a:close/>
                </a:path>
                <a:path w="10382250" h="809625">
                  <a:moveTo>
                    <a:pt x="6436881" y="790575"/>
                  </a:moveTo>
                  <a:lnTo>
                    <a:pt x="6379731" y="790575"/>
                  </a:lnTo>
                  <a:lnTo>
                    <a:pt x="6379731" y="809625"/>
                  </a:lnTo>
                  <a:lnTo>
                    <a:pt x="6436881" y="809625"/>
                  </a:lnTo>
                  <a:lnTo>
                    <a:pt x="6436881" y="790575"/>
                  </a:lnTo>
                  <a:close/>
                </a:path>
                <a:path w="10382250" h="809625">
                  <a:moveTo>
                    <a:pt x="6523202" y="0"/>
                  </a:moveTo>
                  <a:lnTo>
                    <a:pt x="6466052" y="0"/>
                  </a:lnTo>
                  <a:lnTo>
                    <a:pt x="6466052" y="19050"/>
                  </a:lnTo>
                  <a:lnTo>
                    <a:pt x="6523202" y="19050"/>
                  </a:lnTo>
                  <a:lnTo>
                    <a:pt x="6523202" y="0"/>
                  </a:lnTo>
                  <a:close/>
                </a:path>
                <a:path w="10382250" h="809625">
                  <a:moveTo>
                    <a:pt x="6531965" y="790575"/>
                  </a:moveTo>
                  <a:lnTo>
                    <a:pt x="6474815" y="790575"/>
                  </a:lnTo>
                  <a:lnTo>
                    <a:pt x="6474815" y="809625"/>
                  </a:lnTo>
                  <a:lnTo>
                    <a:pt x="6531965" y="809625"/>
                  </a:lnTo>
                  <a:lnTo>
                    <a:pt x="6531965" y="790575"/>
                  </a:lnTo>
                  <a:close/>
                </a:path>
                <a:path w="10382250" h="809625">
                  <a:moveTo>
                    <a:pt x="6618287" y="0"/>
                  </a:moveTo>
                  <a:lnTo>
                    <a:pt x="6561137" y="0"/>
                  </a:lnTo>
                  <a:lnTo>
                    <a:pt x="6561137" y="19050"/>
                  </a:lnTo>
                  <a:lnTo>
                    <a:pt x="6618287" y="19050"/>
                  </a:lnTo>
                  <a:lnTo>
                    <a:pt x="6618287" y="0"/>
                  </a:lnTo>
                  <a:close/>
                </a:path>
                <a:path w="10382250" h="809625">
                  <a:moveTo>
                    <a:pt x="6627050" y="790575"/>
                  </a:moveTo>
                  <a:lnTo>
                    <a:pt x="6569900" y="790575"/>
                  </a:lnTo>
                  <a:lnTo>
                    <a:pt x="6569900" y="809625"/>
                  </a:lnTo>
                  <a:lnTo>
                    <a:pt x="6627050" y="809625"/>
                  </a:lnTo>
                  <a:lnTo>
                    <a:pt x="6627050" y="790575"/>
                  </a:lnTo>
                  <a:close/>
                </a:path>
                <a:path w="10382250" h="809625">
                  <a:moveTo>
                    <a:pt x="6713372" y="0"/>
                  </a:moveTo>
                  <a:lnTo>
                    <a:pt x="6656222" y="0"/>
                  </a:lnTo>
                  <a:lnTo>
                    <a:pt x="6656222" y="19050"/>
                  </a:lnTo>
                  <a:lnTo>
                    <a:pt x="6713372" y="19050"/>
                  </a:lnTo>
                  <a:lnTo>
                    <a:pt x="6713372" y="0"/>
                  </a:lnTo>
                  <a:close/>
                </a:path>
                <a:path w="10382250" h="809625">
                  <a:moveTo>
                    <a:pt x="6722135" y="790575"/>
                  </a:moveTo>
                  <a:lnTo>
                    <a:pt x="6664985" y="790575"/>
                  </a:lnTo>
                  <a:lnTo>
                    <a:pt x="6664985" y="809625"/>
                  </a:lnTo>
                  <a:lnTo>
                    <a:pt x="6722135" y="809625"/>
                  </a:lnTo>
                  <a:lnTo>
                    <a:pt x="6722135" y="790575"/>
                  </a:lnTo>
                  <a:close/>
                </a:path>
                <a:path w="10382250" h="809625">
                  <a:moveTo>
                    <a:pt x="6808457" y="0"/>
                  </a:moveTo>
                  <a:lnTo>
                    <a:pt x="6751307" y="0"/>
                  </a:lnTo>
                  <a:lnTo>
                    <a:pt x="6751307" y="19050"/>
                  </a:lnTo>
                  <a:lnTo>
                    <a:pt x="6808457" y="19050"/>
                  </a:lnTo>
                  <a:lnTo>
                    <a:pt x="6808457" y="0"/>
                  </a:lnTo>
                  <a:close/>
                </a:path>
                <a:path w="10382250" h="809625">
                  <a:moveTo>
                    <a:pt x="6817220" y="790575"/>
                  </a:moveTo>
                  <a:lnTo>
                    <a:pt x="6760070" y="790575"/>
                  </a:lnTo>
                  <a:lnTo>
                    <a:pt x="6760070" y="809625"/>
                  </a:lnTo>
                  <a:lnTo>
                    <a:pt x="6817220" y="809625"/>
                  </a:lnTo>
                  <a:lnTo>
                    <a:pt x="6817220" y="790575"/>
                  </a:lnTo>
                  <a:close/>
                </a:path>
                <a:path w="10382250" h="809625">
                  <a:moveTo>
                    <a:pt x="6903542" y="0"/>
                  </a:moveTo>
                  <a:lnTo>
                    <a:pt x="6846392" y="0"/>
                  </a:lnTo>
                  <a:lnTo>
                    <a:pt x="6846392" y="19050"/>
                  </a:lnTo>
                  <a:lnTo>
                    <a:pt x="6903542" y="19050"/>
                  </a:lnTo>
                  <a:lnTo>
                    <a:pt x="6903542" y="0"/>
                  </a:lnTo>
                  <a:close/>
                </a:path>
                <a:path w="10382250" h="809625">
                  <a:moveTo>
                    <a:pt x="6912318" y="790575"/>
                  </a:moveTo>
                  <a:lnTo>
                    <a:pt x="6855168" y="790575"/>
                  </a:lnTo>
                  <a:lnTo>
                    <a:pt x="6855168" y="809625"/>
                  </a:lnTo>
                  <a:lnTo>
                    <a:pt x="6912318" y="809625"/>
                  </a:lnTo>
                  <a:lnTo>
                    <a:pt x="6912318" y="790575"/>
                  </a:lnTo>
                  <a:close/>
                </a:path>
                <a:path w="10382250" h="809625">
                  <a:moveTo>
                    <a:pt x="6998627" y="0"/>
                  </a:moveTo>
                  <a:lnTo>
                    <a:pt x="6941477" y="0"/>
                  </a:lnTo>
                  <a:lnTo>
                    <a:pt x="6941477" y="19050"/>
                  </a:lnTo>
                  <a:lnTo>
                    <a:pt x="6998627" y="19050"/>
                  </a:lnTo>
                  <a:lnTo>
                    <a:pt x="6998627" y="0"/>
                  </a:lnTo>
                  <a:close/>
                </a:path>
                <a:path w="10382250" h="809625">
                  <a:moveTo>
                    <a:pt x="7007403" y="790575"/>
                  </a:moveTo>
                  <a:lnTo>
                    <a:pt x="6950253" y="790575"/>
                  </a:lnTo>
                  <a:lnTo>
                    <a:pt x="6950253" y="809625"/>
                  </a:lnTo>
                  <a:lnTo>
                    <a:pt x="7007403" y="809625"/>
                  </a:lnTo>
                  <a:lnTo>
                    <a:pt x="7007403" y="790575"/>
                  </a:lnTo>
                  <a:close/>
                </a:path>
                <a:path w="10382250" h="809625">
                  <a:moveTo>
                    <a:pt x="7093725" y="0"/>
                  </a:moveTo>
                  <a:lnTo>
                    <a:pt x="7036575" y="0"/>
                  </a:lnTo>
                  <a:lnTo>
                    <a:pt x="7036575" y="19050"/>
                  </a:lnTo>
                  <a:lnTo>
                    <a:pt x="7093725" y="19050"/>
                  </a:lnTo>
                  <a:lnTo>
                    <a:pt x="7093725" y="0"/>
                  </a:lnTo>
                  <a:close/>
                </a:path>
                <a:path w="10382250" h="809625">
                  <a:moveTo>
                    <a:pt x="7102488" y="790575"/>
                  </a:moveTo>
                  <a:lnTo>
                    <a:pt x="7045338" y="790575"/>
                  </a:lnTo>
                  <a:lnTo>
                    <a:pt x="7045338" y="809625"/>
                  </a:lnTo>
                  <a:lnTo>
                    <a:pt x="7102488" y="809625"/>
                  </a:lnTo>
                  <a:lnTo>
                    <a:pt x="7102488" y="790575"/>
                  </a:lnTo>
                  <a:close/>
                </a:path>
                <a:path w="10382250" h="809625">
                  <a:moveTo>
                    <a:pt x="7188809" y="0"/>
                  </a:moveTo>
                  <a:lnTo>
                    <a:pt x="7131659" y="0"/>
                  </a:lnTo>
                  <a:lnTo>
                    <a:pt x="7131659" y="19050"/>
                  </a:lnTo>
                  <a:lnTo>
                    <a:pt x="7188809" y="19050"/>
                  </a:lnTo>
                  <a:lnTo>
                    <a:pt x="7188809" y="0"/>
                  </a:lnTo>
                  <a:close/>
                </a:path>
                <a:path w="10382250" h="809625">
                  <a:moveTo>
                    <a:pt x="7197572" y="790575"/>
                  </a:moveTo>
                  <a:lnTo>
                    <a:pt x="7140422" y="790575"/>
                  </a:lnTo>
                  <a:lnTo>
                    <a:pt x="7140422" y="809625"/>
                  </a:lnTo>
                  <a:lnTo>
                    <a:pt x="7197572" y="809625"/>
                  </a:lnTo>
                  <a:lnTo>
                    <a:pt x="7197572" y="790575"/>
                  </a:lnTo>
                  <a:close/>
                </a:path>
                <a:path w="10382250" h="809625">
                  <a:moveTo>
                    <a:pt x="7283894" y="0"/>
                  </a:moveTo>
                  <a:lnTo>
                    <a:pt x="7226744" y="0"/>
                  </a:lnTo>
                  <a:lnTo>
                    <a:pt x="7226744" y="19050"/>
                  </a:lnTo>
                  <a:lnTo>
                    <a:pt x="7283894" y="19050"/>
                  </a:lnTo>
                  <a:lnTo>
                    <a:pt x="7283894" y="0"/>
                  </a:lnTo>
                  <a:close/>
                </a:path>
                <a:path w="10382250" h="809625">
                  <a:moveTo>
                    <a:pt x="7292657" y="790575"/>
                  </a:moveTo>
                  <a:lnTo>
                    <a:pt x="7235507" y="790575"/>
                  </a:lnTo>
                  <a:lnTo>
                    <a:pt x="7235507" y="809625"/>
                  </a:lnTo>
                  <a:lnTo>
                    <a:pt x="7292657" y="809625"/>
                  </a:lnTo>
                  <a:lnTo>
                    <a:pt x="7292657" y="790575"/>
                  </a:lnTo>
                  <a:close/>
                </a:path>
                <a:path w="10382250" h="809625">
                  <a:moveTo>
                    <a:pt x="7378979" y="0"/>
                  </a:moveTo>
                  <a:lnTo>
                    <a:pt x="7321829" y="0"/>
                  </a:lnTo>
                  <a:lnTo>
                    <a:pt x="7321829" y="19050"/>
                  </a:lnTo>
                  <a:lnTo>
                    <a:pt x="7378979" y="19050"/>
                  </a:lnTo>
                  <a:lnTo>
                    <a:pt x="7378979" y="0"/>
                  </a:lnTo>
                  <a:close/>
                </a:path>
                <a:path w="10382250" h="809625">
                  <a:moveTo>
                    <a:pt x="7387742" y="790575"/>
                  </a:moveTo>
                  <a:lnTo>
                    <a:pt x="7330592" y="790575"/>
                  </a:lnTo>
                  <a:lnTo>
                    <a:pt x="7330592" y="809625"/>
                  </a:lnTo>
                  <a:lnTo>
                    <a:pt x="7387742" y="809625"/>
                  </a:lnTo>
                  <a:lnTo>
                    <a:pt x="7387742" y="790575"/>
                  </a:lnTo>
                  <a:close/>
                </a:path>
                <a:path w="10382250" h="809625">
                  <a:moveTo>
                    <a:pt x="7474064" y="0"/>
                  </a:moveTo>
                  <a:lnTo>
                    <a:pt x="7416914" y="0"/>
                  </a:lnTo>
                  <a:lnTo>
                    <a:pt x="7416914" y="19050"/>
                  </a:lnTo>
                  <a:lnTo>
                    <a:pt x="7474064" y="19050"/>
                  </a:lnTo>
                  <a:lnTo>
                    <a:pt x="7474064" y="0"/>
                  </a:lnTo>
                  <a:close/>
                </a:path>
                <a:path w="10382250" h="809625">
                  <a:moveTo>
                    <a:pt x="7482827" y="790575"/>
                  </a:moveTo>
                  <a:lnTo>
                    <a:pt x="7425677" y="790575"/>
                  </a:lnTo>
                  <a:lnTo>
                    <a:pt x="7425677" y="809625"/>
                  </a:lnTo>
                  <a:lnTo>
                    <a:pt x="7482827" y="809625"/>
                  </a:lnTo>
                  <a:lnTo>
                    <a:pt x="7482827" y="790575"/>
                  </a:lnTo>
                  <a:close/>
                </a:path>
                <a:path w="10382250" h="809625">
                  <a:moveTo>
                    <a:pt x="7569149" y="0"/>
                  </a:moveTo>
                  <a:lnTo>
                    <a:pt x="7511999" y="0"/>
                  </a:lnTo>
                  <a:lnTo>
                    <a:pt x="7511999" y="19050"/>
                  </a:lnTo>
                  <a:lnTo>
                    <a:pt x="7569149" y="19050"/>
                  </a:lnTo>
                  <a:lnTo>
                    <a:pt x="7569149" y="0"/>
                  </a:lnTo>
                  <a:close/>
                </a:path>
                <a:path w="10382250" h="809625">
                  <a:moveTo>
                    <a:pt x="7577912" y="790575"/>
                  </a:moveTo>
                  <a:lnTo>
                    <a:pt x="7520762" y="790575"/>
                  </a:lnTo>
                  <a:lnTo>
                    <a:pt x="7520762" y="809625"/>
                  </a:lnTo>
                  <a:lnTo>
                    <a:pt x="7577912" y="809625"/>
                  </a:lnTo>
                  <a:lnTo>
                    <a:pt x="7577912" y="790575"/>
                  </a:lnTo>
                  <a:close/>
                </a:path>
                <a:path w="10382250" h="809625">
                  <a:moveTo>
                    <a:pt x="7664234" y="0"/>
                  </a:moveTo>
                  <a:lnTo>
                    <a:pt x="7607084" y="0"/>
                  </a:lnTo>
                  <a:lnTo>
                    <a:pt x="7607084" y="19050"/>
                  </a:lnTo>
                  <a:lnTo>
                    <a:pt x="7664234" y="19050"/>
                  </a:lnTo>
                  <a:lnTo>
                    <a:pt x="7664234" y="0"/>
                  </a:lnTo>
                  <a:close/>
                </a:path>
                <a:path w="10382250" h="809625">
                  <a:moveTo>
                    <a:pt x="7673010" y="790575"/>
                  </a:moveTo>
                  <a:lnTo>
                    <a:pt x="7615860" y="790575"/>
                  </a:lnTo>
                  <a:lnTo>
                    <a:pt x="7615860" y="809625"/>
                  </a:lnTo>
                  <a:lnTo>
                    <a:pt x="7673010" y="809625"/>
                  </a:lnTo>
                  <a:lnTo>
                    <a:pt x="7673010" y="790575"/>
                  </a:lnTo>
                  <a:close/>
                </a:path>
                <a:path w="10382250" h="809625">
                  <a:moveTo>
                    <a:pt x="7759319" y="0"/>
                  </a:moveTo>
                  <a:lnTo>
                    <a:pt x="7702169" y="0"/>
                  </a:lnTo>
                  <a:lnTo>
                    <a:pt x="7702169" y="19050"/>
                  </a:lnTo>
                  <a:lnTo>
                    <a:pt x="7759319" y="19050"/>
                  </a:lnTo>
                  <a:lnTo>
                    <a:pt x="7759319" y="0"/>
                  </a:lnTo>
                  <a:close/>
                </a:path>
                <a:path w="10382250" h="809625">
                  <a:moveTo>
                    <a:pt x="7768095" y="790575"/>
                  </a:moveTo>
                  <a:lnTo>
                    <a:pt x="7710945" y="790575"/>
                  </a:lnTo>
                  <a:lnTo>
                    <a:pt x="7710945" y="809625"/>
                  </a:lnTo>
                  <a:lnTo>
                    <a:pt x="7768095" y="809625"/>
                  </a:lnTo>
                  <a:lnTo>
                    <a:pt x="7768095" y="790575"/>
                  </a:lnTo>
                  <a:close/>
                </a:path>
                <a:path w="10382250" h="809625">
                  <a:moveTo>
                    <a:pt x="7854416" y="0"/>
                  </a:moveTo>
                  <a:lnTo>
                    <a:pt x="7797266" y="0"/>
                  </a:lnTo>
                  <a:lnTo>
                    <a:pt x="7797266" y="19050"/>
                  </a:lnTo>
                  <a:lnTo>
                    <a:pt x="7854416" y="19050"/>
                  </a:lnTo>
                  <a:lnTo>
                    <a:pt x="7854416" y="0"/>
                  </a:lnTo>
                  <a:close/>
                </a:path>
                <a:path w="10382250" h="809625">
                  <a:moveTo>
                    <a:pt x="7863179" y="790575"/>
                  </a:moveTo>
                  <a:lnTo>
                    <a:pt x="7806029" y="790575"/>
                  </a:lnTo>
                  <a:lnTo>
                    <a:pt x="7806029" y="809625"/>
                  </a:lnTo>
                  <a:lnTo>
                    <a:pt x="7863179" y="809625"/>
                  </a:lnTo>
                  <a:lnTo>
                    <a:pt x="7863179" y="790575"/>
                  </a:lnTo>
                  <a:close/>
                </a:path>
                <a:path w="10382250" h="809625">
                  <a:moveTo>
                    <a:pt x="7949501" y="0"/>
                  </a:moveTo>
                  <a:lnTo>
                    <a:pt x="7892351" y="0"/>
                  </a:lnTo>
                  <a:lnTo>
                    <a:pt x="7892351" y="19050"/>
                  </a:lnTo>
                  <a:lnTo>
                    <a:pt x="7949501" y="19050"/>
                  </a:lnTo>
                  <a:lnTo>
                    <a:pt x="7949501" y="0"/>
                  </a:lnTo>
                  <a:close/>
                </a:path>
                <a:path w="10382250" h="809625">
                  <a:moveTo>
                    <a:pt x="7958264" y="790575"/>
                  </a:moveTo>
                  <a:lnTo>
                    <a:pt x="7901114" y="790575"/>
                  </a:lnTo>
                  <a:lnTo>
                    <a:pt x="7901114" y="809625"/>
                  </a:lnTo>
                  <a:lnTo>
                    <a:pt x="7958264" y="809625"/>
                  </a:lnTo>
                  <a:lnTo>
                    <a:pt x="7958264" y="790575"/>
                  </a:lnTo>
                  <a:close/>
                </a:path>
                <a:path w="10382250" h="809625">
                  <a:moveTo>
                    <a:pt x="8044586" y="0"/>
                  </a:moveTo>
                  <a:lnTo>
                    <a:pt x="7987436" y="0"/>
                  </a:lnTo>
                  <a:lnTo>
                    <a:pt x="7987436" y="19050"/>
                  </a:lnTo>
                  <a:lnTo>
                    <a:pt x="8044586" y="19050"/>
                  </a:lnTo>
                  <a:lnTo>
                    <a:pt x="8044586" y="0"/>
                  </a:lnTo>
                  <a:close/>
                </a:path>
                <a:path w="10382250" h="809625">
                  <a:moveTo>
                    <a:pt x="8053349" y="790575"/>
                  </a:moveTo>
                  <a:lnTo>
                    <a:pt x="7996199" y="790575"/>
                  </a:lnTo>
                  <a:lnTo>
                    <a:pt x="7996199" y="809625"/>
                  </a:lnTo>
                  <a:lnTo>
                    <a:pt x="8053349" y="809625"/>
                  </a:lnTo>
                  <a:lnTo>
                    <a:pt x="8053349" y="790575"/>
                  </a:lnTo>
                  <a:close/>
                </a:path>
                <a:path w="10382250" h="809625">
                  <a:moveTo>
                    <a:pt x="8139671" y="0"/>
                  </a:moveTo>
                  <a:lnTo>
                    <a:pt x="8082521" y="0"/>
                  </a:lnTo>
                  <a:lnTo>
                    <a:pt x="8082521" y="19050"/>
                  </a:lnTo>
                  <a:lnTo>
                    <a:pt x="8139671" y="19050"/>
                  </a:lnTo>
                  <a:lnTo>
                    <a:pt x="8139671" y="0"/>
                  </a:lnTo>
                  <a:close/>
                </a:path>
                <a:path w="10382250" h="809625">
                  <a:moveTo>
                    <a:pt x="8148434" y="790575"/>
                  </a:moveTo>
                  <a:lnTo>
                    <a:pt x="8091284" y="790575"/>
                  </a:lnTo>
                  <a:lnTo>
                    <a:pt x="8091284" y="809625"/>
                  </a:lnTo>
                  <a:lnTo>
                    <a:pt x="8148434" y="809625"/>
                  </a:lnTo>
                  <a:lnTo>
                    <a:pt x="8148434" y="790575"/>
                  </a:lnTo>
                  <a:close/>
                </a:path>
                <a:path w="10382250" h="809625">
                  <a:moveTo>
                    <a:pt x="8234756" y="0"/>
                  </a:moveTo>
                  <a:lnTo>
                    <a:pt x="8177606" y="0"/>
                  </a:lnTo>
                  <a:lnTo>
                    <a:pt x="8177606" y="19050"/>
                  </a:lnTo>
                  <a:lnTo>
                    <a:pt x="8234756" y="19050"/>
                  </a:lnTo>
                  <a:lnTo>
                    <a:pt x="8234756" y="0"/>
                  </a:lnTo>
                  <a:close/>
                </a:path>
                <a:path w="10382250" h="809625">
                  <a:moveTo>
                    <a:pt x="8243519" y="790575"/>
                  </a:moveTo>
                  <a:lnTo>
                    <a:pt x="8186369" y="790575"/>
                  </a:lnTo>
                  <a:lnTo>
                    <a:pt x="8186369" y="809625"/>
                  </a:lnTo>
                  <a:lnTo>
                    <a:pt x="8243519" y="809625"/>
                  </a:lnTo>
                  <a:lnTo>
                    <a:pt x="8243519" y="790575"/>
                  </a:lnTo>
                  <a:close/>
                </a:path>
                <a:path w="10382250" h="809625">
                  <a:moveTo>
                    <a:pt x="8329841" y="0"/>
                  </a:moveTo>
                  <a:lnTo>
                    <a:pt x="8272691" y="0"/>
                  </a:lnTo>
                  <a:lnTo>
                    <a:pt x="8272691" y="19050"/>
                  </a:lnTo>
                  <a:lnTo>
                    <a:pt x="8329841" y="19050"/>
                  </a:lnTo>
                  <a:lnTo>
                    <a:pt x="8329841" y="0"/>
                  </a:lnTo>
                  <a:close/>
                </a:path>
                <a:path w="10382250" h="809625">
                  <a:moveTo>
                    <a:pt x="8338604" y="790575"/>
                  </a:moveTo>
                  <a:lnTo>
                    <a:pt x="8281454" y="790575"/>
                  </a:lnTo>
                  <a:lnTo>
                    <a:pt x="8281454" y="809625"/>
                  </a:lnTo>
                  <a:lnTo>
                    <a:pt x="8338604" y="809625"/>
                  </a:lnTo>
                  <a:lnTo>
                    <a:pt x="8338604" y="790575"/>
                  </a:lnTo>
                  <a:close/>
                </a:path>
                <a:path w="10382250" h="809625">
                  <a:moveTo>
                    <a:pt x="8424926" y="0"/>
                  </a:moveTo>
                  <a:lnTo>
                    <a:pt x="8367776" y="0"/>
                  </a:lnTo>
                  <a:lnTo>
                    <a:pt x="8367776" y="19050"/>
                  </a:lnTo>
                  <a:lnTo>
                    <a:pt x="8424926" y="19050"/>
                  </a:lnTo>
                  <a:lnTo>
                    <a:pt x="8424926" y="0"/>
                  </a:lnTo>
                  <a:close/>
                </a:path>
                <a:path w="10382250" h="809625">
                  <a:moveTo>
                    <a:pt x="8433702" y="790575"/>
                  </a:moveTo>
                  <a:lnTo>
                    <a:pt x="8376552" y="790575"/>
                  </a:lnTo>
                  <a:lnTo>
                    <a:pt x="8376552" y="809625"/>
                  </a:lnTo>
                  <a:lnTo>
                    <a:pt x="8433702" y="809625"/>
                  </a:lnTo>
                  <a:lnTo>
                    <a:pt x="8433702" y="790575"/>
                  </a:lnTo>
                  <a:close/>
                </a:path>
                <a:path w="10382250" h="809625">
                  <a:moveTo>
                    <a:pt x="8520011" y="0"/>
                  </a:moveTo>
                  <a:lnTo>
                    <a:pt x="8462861" y="0"/>
                  </a:lnTo>
                  <a:lnTo>
                    <a:pt x="8462861" y="19050"/>
                  </a:lnTo>
                  <a:lnTo>
                    <a:pt x="8520011" y="19050"/>
                  </a:lnTo>
                  <a:lnTo>
                    <a:pt x="8520011" y="0"/>
                  </a:lnTo>
                  <a:close/>
                </a:path>
                <a:path w="10382250" h="809625">
                  <a:moveTo>
                    <a:pt x="8528787" y="790575"/>
                  </a:moveTo>
                  <a:lnTo>
                    <a:pt x="8471637" y="790575"/>
                  </a:lnTo>
                  <a:lnTo>
                    <a:pt x="8471637" y="809625"/>
                  </a:lnTo>
                  <a:lnTo>
                    <a:pt x="8528787" y="809625"/>
                  </a:lnTo>
                  <a:lnTo>
                    <a:pt x="8528787" y="790575"/>
                  </a:lnTo>
                  <a:close/>
                </a:path>
                <a:path w="10382250" h="809625">
                  <a:moveTo>
                    <a:pt x="8615108" y="0"/>
                  </a:moveTo>
                  <a:lnTo>
                    <a:pt x="8557958" y="0"/>
                  </a:lnTo>
                  <a:lnTo>
                    <a:pt x="8557958" y="19050"/>
                  </a:lnTo>
                  <a:lnTo>
                    <a:pt x="8615108" y="19050"/>
                  </a:lnTo>
                  <a:lnTo>
                    <a:pt x="8615108" y="0"/>
                  </a:lnTo>
                  <a:close/>
                </a:path>
                <a:path w="10382250" h="809625">
                  <a:moveTo>
                    <a:pt x="8623871" y="790575"/>
                  </a:moveTo>
                  <a:lnTo>
                    <a:pt x="8566721" y="790575"/>
                  </a:lnTo>
                  <a:lnTo>
                    <a:pt x="8566721" y="809625"/>
                  </a:lnTo>
                  <a:lnTo>
                    <a:pt x="8623871" y="809625"/>
                  </a:lnTo>
                  <a:lnTo>
                    <a:pt x="8623871" y="790575"/>
                  </a:lnTo>
                  <a:close/>
                </a:path>
                <a:path w="10382250" h="809625">
                  <a:moveTo>
                    <a:pt x="8710193" y="0"/>
                  </a:moveTo>
                  <a:lnTo>
                    <a:pt x="8653043" y="0"/>
                  </a:lnTo>
                  <a:lnTo>
                    <a:pt x="8653043" y="19050"/>
                  </a:lnTo>
                  <a:lnTo>
                    <a:pt x="8710193" y="19050"/>
                  </a:lnTo>
                  <a:lnTo>
                    <a:pt x="8710193" y="0"/>
                  </a:lnTo>
                  <a:close/>
                </a:path>
                <a:path w="10382250" h="809625">
                  <a:moveTo>
                    <a:pt x="8718956" y="790575"/>
                  </a:moveTo>
                  <a:lnTo>
                    <a:pt x="8661806" y="790575"/>
                  </a:lnTo>
                  <a:lnTo>
                    <a:pt x="8661806" y="809625"/>
                  </a:lnTo>
                  <a:lnTo>
                    <a:pt x="8718956" y="809625"/>
                  </a:lnTo>
                  <a:lnTo>
                    <a:pt x="8718956" y="790575"/>
                  </a:lnTo>
                  <a:close/>
                </a:path>
                <a:path w="10382250" h="809625">
                  <a:moveTo>
                    <a:pt x="8805278" y="0"/>
                  </a:moveTo>
                  <a:lnTo>
                    <a:pt x="8748128" y="0"/>
                  </a:lnTo>
                  <a:lnTo>
                    <a:pt x="8748128" y="19050"/>
                  </a:lnTo>
                  <a:lnTo>
                    <a:pt x="8805278" y="19050"/>
                  </a:lnTo>
                  <a:lnTo>
                    <a:pt x="8805278" y="0"/>
                  </a:lnTo>
                  <a:close/>
                </a:path>
                <a:path w="10382250" h="809625">
                  <a:moveTo>
                    <a:pt x="8814041" y="790575"/>
                  </a:moveTo>
                  <a:lnTo>
                    <a:pt x="8756891" y="790575"/>
                  </a:lnTo>
                  <a:lnTo>
                    <a:pt x="8756891" y="809625"/>
                  </a:lnTo>
                  <a:lnTo>
                    <a:pt x="8814041" y="809625"/>
                  </a:lnTo>
                  <a:lnTo>
                    <a:pt x="8814041" y="790575"/>
                  </a:lnTo>
                  <a:close/>
                </a:path>
                <a:path w="10382250" h="809625">
                  <a:moveTo>
                    <a:pt x="8900363" y="0"/>
                  </a:moveTo>
                  <a:lnTo>
                    <a:pt x="8843213" y="0"/>
                  </a:lnTo>
                  <a:lnTo>
                    <a:pt x="8843213" y="19050"/>
                  </a:lnTo>
                  <a:lnTo>
                    <a:pt x="8900363" y="19050"/>
                  </a:lnTo>
                  <a:lnTo>
                    <a:pt x="8900363" y="0"/>
                  </a:lnTo>
                  <a:close/>
                </a:path>
                <a:path w="10382250" h="809625">
                  <a:moveTo>
                    <a:pt x="8909126" y="790575"/>
                  </a:moveTo>
                  <a:lnTo>
                    <a:pt x="8851976" y="790575"/>
                  </a:lnTo>
                  <a:lnTo>
                    <a:pt x="8851976" y="809625"/>
                  </a:lnTo>
                  <a:lnTo>
                    <a:pt x="8909126" y="809625"/>
                  </a:lnTo>
                  <a:lnTo>
                    <a:pt x="8909126" y="790575"/>
                  </a:lnTo>
                  <a:close/>
                </a:path>
                <a:path w="10382250" h="809625">
                  <a:moveTo>
                    <a:pt x="8995448" y="0"/>
                  </a:moveTo>
                  <a:lnTo>
                    <a:pt x="8938298" y="0"/>
                  </a:lnTo>
                  <a:lnTo>
                    <a:pt x="8938298" y="19050"/>
                  </a:lnTo>
                  <a:lnTo>
                    <a:pt x="8995448" y="19050"/>
                  </a:lnTo>
                  <a:lnTo>
                    <a:pt x="8995448" y="0"/>
                  </a:lnTo>
                  <a:close/>
                </a:path>
                <a:path w="10382250" h="809625">
                  <a:moveTo>
                    <a:pt x="9004211" y="790575"/>
                  </a:moveTo>
                  <a:lnTo>
                    <a:pt x="8947061" y="790575"/>
                  </a:lnTo>
                  <a:lnTo>
                    <a:pt x="8947061" y="809625"/>
                  </a:lnTo>
                  <a:lnTo>
                    <a:pt x="9004211" y="809625"/>
                  </a:lnTo>
                  <a:lnTo>
                    <a:pt x="9004211" y="790575"/>
                  </a:lnTo>
                  <a:close/>
                </a:path>
                <a:path w="10382250" h="809625">
                  <a:moveTo>
                    <a:pt x="9090533" y="0"/>
                  </a:moveTo>
                  <a:lnTo>
                    <a:pt x="9033383" y="0"/>
                  </a:lnTo>
                  <a:lnTo>
                    <a:pt x="9033383" y="19050"/>
                  </a:lnTo>
                  <a:lnTo>
                    <a:pt x="9090533" y="19050"/>
                  </a:lnTo>
                  <a:lnTo>
                    <a:pt x="9090533" y="0"/>
                  </a:lnTo>
                  <a:close/>
                </a:path>
                <a:path w="10382250" h="809625">
                  <a:moveTo>
                    <a:pt x="9099296" y="790575"/>
                  </a:moveTo>
                  <a:lnTo>
                    <a:pt x="9042146" y="790575"/>
                  </a:lnTo>
                  <a:lnTo>
                    <a:pt x="9042146" y="809625"/>
                  </a:lnTo>
                  <a:lnTo>
                    <a:pt x="9099296" y="809625"/>
                  </a:lnTo>
                  <a:lnTo>
                    <a:pt x="9099296" y="790575"/>
                  </a:lnTo>
                  <a:close/>
                </a:path>
                <a:path w="10382250" h="809625">
                  <a:moveTo>
                    <a:pt x="9185618" y="0"/>
                  </a:moveTo>
                  <a:lnTo>
                    <a:pt x="9128468" y="0"/>
                  </a:lnTo>
                  <a:lnTo>
                    <a:pt x="9128468" y="19050"/>
                  </a:lnTo>
                  <a:lnTo>
                    <a:pt x="9185618" y="19050"/>
                  </a:lnTo>
                  <a:lnTo>
                    <a:pt x="9185618" y="0"/>
                  </a:lnTo>
                  <a:close/>
                </a:path>
                <a:path w="10382250" h="809625">
                  <a:moveTo>
                    <a:pt x="9194381" y="790575"/>
                  </a:moveTo>
                  <a:lnTo>
                    <a:pt x="9137231" y="790575"/>
                  </a:lnTo>
                  <a:lnTo>
                    <a:pt x="9137231" y="809625"/>
                  </a:lnTo>
                  <a:lnTo>
                    <a:pt x="9194381" y="809625"/>
                  </a:lnTo>
                  <a:lnTo>
                    <a:pt x="9194381" y="790575"/>
                  </a:lnTo>
                  <a:close/>
                </a:path>
                <a:path w="10382250" h="809625">
                  <a:moveTo>
                    <a:pt x="9280703" y="0"/>
                  </a:moveTo>
                  <a:lnTo>
                    <a:pt x="9223553" y="0"/>
                  </a:lnTo>
                  <a:lnTo>
                    <a:pt x="9223553" y="19050"/>
                  </a:lnTo>
                  <a:lnTo>
                    <a:pt x="9280703" y="19050"/>
                  </a:lnTo>
                  <a:lnTo>
                    <a:pt x="9280703" y="0"/>
                  </a:lnTo>
                  <a:close/>
                </a:path>
                <a:path w="10382250" h="809625">
                  <a:moveTo>
                    <a:pt x="9289478" y="790575"/>
                  </a:moveTo>
                  <a:lnTo>
                    <a:pt x="9232328" y="790575"/>
                  </a:lnTo>
                  <a:lnTo>
                    <a:pt x="9232328" y="809625"/>
                  </a:lnTo>
                  <a:lnTo>
                    <a:pt x="9289478" y="809625"/>
                  </a:lnTo>
                  <a:lnTo>
                    <a:pt x="9289478" y="790575"/>
                  </a:lnTo>
                  <a:close/>
                </a:path>
                <a:path w="10382250" h="809625">
                  <a:moveTo>
                    <a:pt x="9375788" y="0"/>
                  </a:moveTo>
                  <a:lnTo>
                    <a:pt x="9318638" y="0"/>
                  </a:lnTo>
                  <a:lnTo>
                    <a:pt x="9318638" y="19050"/>
                  </a:lnTo>
                  <a:lnTo>
                    <a:pt x="9375788" y="19050"/>
                  </a:lnTo>
                  <a:lnTo>
                    <a:pt x="9375788" y="0"/>
                  </a:lnTo>
                  <a:close/>
                </a:path>
                <a:path w="10382250" h="809625">
                  <a:moveTo>
                    <a:pt x="9384563" y="790575"/>
                  </a:moveTo>
                  <a:lnTo>
                    <a:pt x="9327413" y="790575"/>
                  </a:lnTo>
                  <a:lnTo>
                    <a:pt x="9327413" y="809625"/>
                  </a:lnTo>
                  <a:lnTo>
                    <a:pt x="9384563" y="809625"/>
                  </a:lnTo>
                  <a:lnTo>
                    <a:pt x="9384563" y="790575"/>
                  </a:lnTo>
                  <a:close/>
                </a:path>
                <a:path w="10382250" h="809625">
                  <a:moveTo>
                    <a:pt x="9470885" y="0"/>
                  </a:moveTo>
                  <a:lnTo>
                    <a:pt x="9413735" y="0"/>
                  </a:lnTo>
                  <a:lnTo>
                    <a:pt x="9413735" y="19050"/>
                  </a:lnTo>
                  <a:lnTo>
                    <a:pt x="9470885" y="19050"/>
                  </a:lnTo>
                  <a:lnTo>
                    <a:pt x="9470885" y="0"/>
                  </a:lnTo>
                  <a:close/>
                </a:path>
                <a:path w="10382250" h="809625">
                  <a:moveTo>
                    <a:pt x="9479648" y="790575"/>
                  </a:moveTo>
                  <a:lnTo>
                    <a:pt x="9422498" y="790575"/>
                  </a:lnTo>
                  <a:lnTo>
                    <a:pt x="9422498" y="809625"/>
                  </a:lnTo>
                  <a:lnTo>
                    <a:pt x="9479648" y="809625"/>
                  </a:lnTo>
                  <a:lnTo>
                    <a:pt x="9479648" y="790575"/>
                  </a:lnTo>
                  <a:close/>
                </a:path>
                <a:path w="10382250" h="809625">
                  <a:moveTo>
                    <a:pt x="9565970" y="0"/>
                  </a:moveTo>
                  <a:lnTo>
                    <a:pt x="9508820" y="0"/>
                  </a:lnTo>
                  <a:lnTo>
                    <a:pt x="9508820" y="19050"/>
                  </a:lnTo>
                  <a:lnTo>
                    <a:pt x="9565970" y="19050"/>
                  </a:lnTo>
                  <a:lnTo>
                    <a:pt x="9565970" y="0"/>
                  </a:lnTo>
                  <a:close/>
                </a:path>
                <a:path w="10382250" h="809625">
                  <a:moveTo>
                    <a:pt x="9574733" y="790575"/>
                  </a:moveTo>
                  <a:lnTo>
                    <a:pt x="9517583" y="790575"/>
                  </a:lnTo>
                  <a:lnTo>
                    <a:pt x="9517583" y="809625"/>
                  </a:lnTo>
                  <a:lnTo>
                    <a:pt x="9574733" y="809625"/>
                  </a:lnTo>
                  <a:lnTo>
                    <a:pt x="9574733" y="790575"/>
                  </a:lnTo>
                  <a:close/>
                </a:path>
                <a:path w="10382250" h="809625">
                  <a:moveTo>
                    <a:pt x="9661055" y="0"/>
                  </a:moveTo>
                  <a:lnTo>
                    <a:pt x="9603905" y="0"/>
                  </a:lnTo>
                  <a:lnTo>
                    <a:pt x="9603905" y="19050"/>
                  </a:lnTo>
                  <a:lnTo>
                    <a:pt x="9661055" y="19050"/>
                  </a:lnTo>
                  <a:lnTo>
                    <a:pt x="9661055" y="0"/>
                  </a:lnTo>
                  <a:close/>
                </a:path>
                <a:path w="10382250" h="809625">
                  <a:moveTo>
                    <a:pt x="9669818" y="790575"/>
                  </a:moveTo>
                  <a:lnTo>
                    <a:pt x="9612668" y="790575"/>
                  </a:lnTo>
                  <a:lnTo>
                    <a:pt x="9612668" y="809625"/>
                  </a:lnTo>
                  <a:lnTo>
                    <a:pt x="9669818" y="809625"/>
                  </a:lnTo>
                  <a:lnTo>
                    <a:pt x="9669818" y="790575"/>
                  </a:lnTo>
                  <a:close/>
                </a:path>
                <a:path w="10382250" h="809625">
                  <a:moveTo>
                    <a:pt x="9756140" y="0"/>
                  </a:moveTo>
                  <a:lnTo>
                    <a:pt x="9698990" y="0"/>
                  </a:lnTo>
                  <a:lnTo>
                    <a:pt x="9698990" y="19050"/>
                  </a:lnTo>
                  <a:lnTo>
                    <a:pt x="9756140" y="19050"/>
                  </a:lnTo>
                  <a:lnTo>
                    <a:pt x="9756140" y="0"/>
                  </a:lnTo>
                  <a:close/>
                </a:path>
                <a:path w="10382250" h="809625">
                  <a:moveTo>
                    <a:pt x="9764903" y="790575"/>
                  </a:moveTo>
                  <a:lnTo>
                    <a:pt x="9707753" y="790575"/>
                  </a:lnTo>
                  <a:lnTo>
                    <a:pt x="9707753" y="809625"/>
                  </a:lnTo>
                  <a:lnTo>
                    <a:pt x="9764903" y="809625"/>
                  </a:lnTo>
                  <a:lnTo>
                    <a:pt x="9764903" y="790575"/>
                  </a:lnTo>
                  <a:close/>
                </a:path>
                <a:path w="10382250" h="809625">
                  <a:moveTo>
                    <a:pt x="9851225" y="0"/>
                  </a:moveTo>
                  <a:lnTo>
                    <a:pt x="9794075" y="0"/>
                  </a:lnTo>
                  <a:lnTo>
                    <a:pt x="9794075" y="19050"/>
                  </a:lnTo>
                  <a:lnTo>
                    <a:pt x="9851225" y="19050"/>
                  </a:lnTo>
                  <a:lnTo>
                    <a:pt x="9851225" y="0"/>
                  </a:lnTo>
                  <a:close/>
                </a:path>
                <a:path w="10382250" h="809625">
                  <a:moveTo>
                    <a:pt x="9859988" y="790575"/>
                  </a:moveTo>
                  <a:lnTo>
                    <a:pt x="9802838" y="790575"/>
                  </a:lnTo>
                  <a:lnTo>
                    <a:pt x="9802838" y="809625"/>
                  </a:lnTo>
                  <a:lnTo>
                    <a:pt x="9859988" y="809625"/>
                  </a:lnTo>
                  <a:lnTo>
                    <a:pt x="9859988" y="790575"/>
                  </a:lnTo>
                  <a:close/>
                </a:path>
                <a:path w="10382250" h="809625">
                  <a:moveTo>
                    <a:pt x="9946310" y="0"/>
                  </a:moveTo>
                  <a:lnTo>
                    <a:pt x="9889160" y="0"/>
                  </a:lnTo>
                  <a:lnTo>
                    <a:pt x="9889160" y="19050"/>
                  </a:lnTo>
                  <a:lnTo>
                    <a:pt x="9946310" y="19050"/>
                  </a:lnTo>
                  <a:lnTo>
                    <a:pt x="9946310" y="0"/>
                  </a:lnTo>
                  <a:close/>
                </a:path>
                <a:path w="10382250" h="809625">
                  <a:moveTo>
                    <a:pt x="9955073" y="790575"/>
                  </a:moveTo>
                  <a:lnTo>
                    <a:pt x="9897923" y="790575"/>
                  </a:lnTo>
                  <a:lnTo>
                    <a:pt x="9897923" y="809625"/>
                  </a:lnTo>
                  <a:lnTo>
                    <a:pt x="9955073" y="809625"/>
                  </a:lnTo>
                  <a:lnTo>
                    <a:pt x="9955073" y="790575"/>
                  </a:lnTo>
                  <a:close/>
                </a:path>
                <a:path w="10382250" h="809625">
                  <a:moveTo>
                    <a:pt x="10041395" y="0"/>
                  </a:moveTo>
                  <a:lnTo>
                    <a:pt x="9984245" y="0"/>
                  </a:lnTo>
                  <a:lnTo>
                    <a:pt x="9984245" y="19050"/>
                  </a:lnTo>
                  <a:lnTo>
                    <a:pt x="10041395" y="19050"/>
                  </a:lnTo>
                  <a:lnTo>
                    <a:pt x="10041395" y="0"/>
                  </a:lnTo>
                  <a:close/>
                </a:path>
                <a:path w="10382250" h="809625">
                  <a:moveTo>
                    <a:pt x="10050170" y="790575"/>
                  </a:moveTo>
                  <a:lnTo>
                    <a:pt x="9993020" y="790575"/>
                  </a:lnTo>
                  <a:lnTo>
                    <a:pt x="9993020" y="809625"/>
                  </a:lnTo>
                  <a:lnTo>
                    <a:pt x="10050170" y="809625"/>
                  </a:lnTo>
                  <a:lnTo>
                    <a:pt x="10050170" y="790575"/>
                  </a:lnTo>
                  <a:close/>
                </a:path>
                <a:path w="10382250" h="809625">
                  <a:moveTo>
                    <a:pt x="10136480" y="0"/>
                  </a:moveTo>
                  <a:lnTo>
                    <a:pt x="10079330" y="0"/>
                  </a:lnTo>
                  <a:lnTo>
                    <a:pt x="10079330" y="19050"/>
                  </a:lnTo>
                  <a:lnTo>
                    <a:pt x="10136480" y="19050"/>
                  </a:lnTo>
                  <a:lnTo>
                    <a:pt x="10136480" y="0"/>
                  </a:lnTo>
                  <a:close/>
                </a:path>
                <a:path w="10382250" h="809625">
                  <a:moveTo>
                    <a:pt x="10145255" y="790575"/>
                  </a:moveTo>
                  <a:lnTo>
                    <a:pt x="10088105" y="790575"/>
                  </a:lnTo>
                  <a:lnTo>
                    <a:pt x="10088105" y="809625"/>
                  </a:lnTo>
                  <a:lnTo>
                    <a:pt x="10145255" y="809625"/>
                  </a:lnTo>
                  <a:lnTo>
                    <a:pt x="10145255" y="790575"/>
                  </a:lnTo>
                  <a:close/>
                </a:path>
                <a:path w="10382250" h="809625">
                  <a:moveTo>
                    <a:pt x="10231577" y="0"/>
                  </a:moveTo>
                  <a:lnTo>
                    <a:pt x="10174427" y="0"/>
                  </a:lnTo>
                  <a:lnTo>
                    <a:pt x="10174427" y="19050"/>
                  </a:lnTo>
                  <a:lnTo>
                    <a:pt x="10231577" y="19050"/>
                  </a:lnTo>
                  <a:lnTo>
                    <a:pt x="10231577" y="0"/>
                  </a:lnTo>
                  <a:close/>
                </a:path>
                <a:path w="10382250" h="809625">
                  <a:moveTo>
                    <a:pt x="10240340" y="790575"/>
                  </a:moveTo>
                  <a:lnTo>
                    <a:pt x="10183190" y="790575"/>
                  </a:lnTo>
                  <a:lnTo>
                    <a:pt x="10183190" y="809625"/>
                  </a:lnTo>
                  <a:lnTo>
                    <a:pt x="10240340" y="809625"/>
                  </a:lnTo>
                  <a:lnTo>
                    <a:pt x="10240340" y="790575"/>
                  </a:lnTo>
                  <a:close/>
                </a:path>
                <a:path w="10382250" h="809625">
                  <a:moveTo>
                    <a:pt x="10329570" y="10147"/>
                  </a:moveTo>
                  <a:lnTo>
                    <a:pt x="10287000" y="0"/>
                  </a:lnTo>
                  <a:lnTo>
                    <a:pt x="10269512" y="0"/>
                  </a:lnTo>
                  <a:lnTo>
                    <a:pt x="10269512" y="19050"/>
                  </a:lnTo>
                  <a:lnTo>
                    <a:pt x="10287000" y="19050"/>
                  </a:lnTo>
                  <a:lnTo>
                    <a:pt x="10294518" y="19418"/>
                  </a:lnTo>
                  <a:lnTo>
                    <a:pt x="10301872" y="20510"/>
                  </a:lnTo>
                  <a:lnTo>
                    <a:pt x="10309098" y="22313"/>
                  </a:lnTo>
                  <a:lnTo>
                    <a:pt x="10316172" y="24853"/>
                  </a:lnTo>
                  <a:lnTo>
                    <a:pt x="10321049" y="27165"/>
                  </a:lnTo>
                  <a:lnTo>
                    <a:pt x="10329570" y="10147"/>
                  </a:lnTo>
                  <a:close/>
                </a:path>
                <a:path w="10382250" h="809625">
                  <a:moveTo>
                    <a:pt x="10338067" y="794715"/>
                  </a:moveTo>
                  <a:lnTo>
                    <a:pt x="10327856" y="778649"/>
                  </a:lnTo>
                  <a:lnTo>
                    <a:pt x="10322966" y="781570"/>
                  </a:lnTo>
                  <a:lnTo>
                    <a:pt x="10316172" y="784783"/>
                  </a:lnTo>
                  <a:lnTo>
                    <a:pt x="10309098" y="787323"/>
                  </a:lnTo>
                  <a:lnTo>
                    <a:pt x="10301872" y="789127"/>
                  </a:lnTo>
                  <a:lnTo>
                    <a:pt x="10294518" y="790219"/>
                  </a:lnTo>
                  <a:lnTo>
                    <a:pt x="10287000" y="790575"/>
                  </a:lnTo>
                  <a:lnTo>
                    <a:pt x="10278275" y="790575"/>
                  </a:lnTo>
                  <a:lnTo>
                    <a:pt x="10278275" y="809625"/>
                  </a:lnTo>
                  <a:lnTo>
                    <a:pt x="10287000" y="809625"/>
                  </a:lnTo>
                  <a:lnTo>
                    <a:pt x="10296385" y="809180"/>
                  </a:lnTo>
                  <a:lnTo>
                    <a:pt x="10305593" y="807821"/>
                  </a:lnTo>
                  <a:lnTo>
                    <a:pt x="10314610" y="805548"/>
                  </a:lnTo>
                  <a:lnTo>
                    <a:pt x="10323449" y="802386"/>
                  </a:lnTo>
                  <a:lnTo>
                    <a:pt x="10331945" y="798372"/>
                  </a:lnTo>
                  <a:lnTo>
                    <a:pt x="10338067" y="794715"/>
                  </a:lnTo>
                  <a:close/>
                </a:path>
                <a:path w="10382250" h="809625">
                  <a:moveTo>
                    <a:pt x="10382250" y="704659"/>
                  </a:moveTo>
                  <a:lnTo>
                    <a:pt x="10363200" y="704659"/>
                  </a:lnTo>
                  <a:lnTo>
                    <a:pt x="10363200" y="714375"/>
                  </a:lnTo>
                  <a:lnTo>
                    <a:pt x="10362844" y="721893"/>
                  </a:lnTo>
                  <a:lnTo>
                    <a:pt x="10351719" y="754468"/>
                  </a:lnTo>
                  <a:lnTo>
                    <a:pt x="10367899" y="764489"/>
                  </a:lnTo>
                  <a:lnTo>
                    <a:pt x="10381805" y="723760"/>
                  </a:lnTo>
                  <a:lnTo>
                    <a:pt x="10382250" y="714375"/>
                  </a:lnTo>
                  <a:lnTo>
                    <a:pt x="10382250" y="704659"/>
                  </a:lnTo>
                  <a:close/>
                </a:path>
                <a:path w="10382250" h="809625">
                  <a:moveTo>
                    <a:pt x="10382250" y="609574"/>
                  </a:moveTo>
                  <a:lnTo>
                    <a:pt x="10363200" y="609574"/>
                  </a:lnTo>
                  <a:lnTo>
                    <a:pt x="10363200" y="666724"/>
                  </a:lnTo>
                  <a:lnTo>
                    <a:pt x="10382250" y="666724"/>
                  </a:lnTo>
                  <a:lnTo>
                    <a:pt x="10382250" y="609574"/>
                  </a:lnTo>
                  <a:close/>
                </a:path>
                <a:path w="10382250" h="809625">
                  <a:moveTo>
                    <a:pt x="10382250" y="514489"/>
                  </a:moveTo>
                  <a:lnTo>
                    <a:pt x="10363200" y="514489"/>
                  </a:lnTo>
                  <a:lnTo>
                    <a:pt x="10363200" y="571639"/>
                  </a:lnTo>
                  <a:lnTo>
                    <a:pt x="10382250" y="571639"/>
                  </a:lnTo>
                  <a:lnTo>
                    <a:pt x="10382250" y="514489"/>
                  </a:lnTo>
                  <a:close/>
                </a:path>
                <a:path w="10382250" h="809625">
                  <a:moveTo>
                    <a:pt x="10382250" y="419404"/>
                  </a:moveTo>
                  <a:lnTo>
                    <a:pt x="10363200" y="419404"/>
                  </a:lnTo>
                  <a:lnTo>
                    <a:pt x="10363200" y="476554"/>
                  </a:lnTo>
                  <a:lnTo>
                    <a:pt x="10382250" y="476554"/>
                  </a:lnTo>
                  <a:lnTo>
                    <a:pt x="10382250" y="419404"/>
                  </a:lnTo>
                  <a:close/>
                </a:path>
                <a:path w="10382250" h="809625">
                  <a:moveTo>
                    <a:pt x="10382250" y="324319"/>
                  </a:moveTo>
                  <a:lnTo>
                    <a:pt x="10363200" y="324319"/>
                  </a:lnTo>
                  <a:lnTo>
                    <a:pt x="10363200" y="381469"/>
                  </a:lnTo>
                  <a:lnTo>
                    <a:pt x="10382250" y="381469"/>
                  </a:lnTo>
                  <a:lnTo>
                    <a:pt x="10382250" y="324319"/>
                  </a:lnTo>
                  <a:close/>
                </a:path>
                <a:path w="10382250" h="809625">
                  <a:moveTo>
                    <a:pt x="10382250" y="229235"/>
                  </a:moveTo>
                  <a:lnTo>
                    <a:pt x="10363200" y="229235"/>
                  </a:lnTo>
                  <a:lnTo>
                    <a:pt x="10363200" y="286385"/>
                  </a:lnTo>
                  <a:lnTo>
                    <a:pt x="10382250" y="286385"/>
                  </a:lnTo>
                  <a:lnTo>
                    <a:pt x="10382250" y="229235"/>
                  </a:lnTo>
                  <a:close/>
                </a:path>
                <a:path w="10382250" h="809625">
                  <a:moveTo>
                    <a:pt x="10382250" y="134150"/>
                  </a:moveTo>
                  <a:lnTo>
                    <a:pt x="10363200" y="134150"/>
                  </a:lnTo>
                  <a:lnTo>
                    <a:pt x="10363200" y="191300"/>
                  </a:lnTo>
                  <a:lnTo>
                    <a:pt x="10382250" y="191300"/>
                  </a:lnTo>
                  <a:lnTo>
                    <a:pt x="10382250" y="134150"/>
                  </a:lnTo>
                  <a:close/>
                </a:path>
                <a:path w="10382250" h="809625">
                  <a:moveTo>
                    <a:pt x="10382250" y="95250"/>
                  </a:moveTo>
                  <a:lnTo>
                    <a:pt x="10370998" y="50304"/>
                  </a:lnTo>
                  <a:lnTo>
                    <a:pt x="10362298" y="37045"/>
                  </a:lnTo>
                  <a:lnTo>
                    <a:pt x="10347236" y="48691"/>
                  </a:lnTo>
                  <a:lnTo>
                    <a:pt x="10350373" y="52908"/>
                  </a:lnTo>
                  <a:lnTo>
                    <a:pt x="10354196" y="59296"/>
                  </a:lnTo>
                  <a:lnTo>
                    <a:pt x="10363200" y="95250"/>
                  </a:lnTo>
                  <a:lnTo>
                    <a:pt x="10363200" y="96202"/>
                  </a:lnTo>
                  <a:lnTo>
                    <a:pt x="10382250" y="96202"/>
                  </a:lnTo>
                  <a:lnTo>
                    <a:pt x="10382250" y="9525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01725" y="3436873"/>
            <a:ext cx="9607549" cy="10996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35"/>
              </a:spcBef>
            </a:pPr>
            <a:r>
              <a:rPr sz="1450" b="1" spc="105" dirty="0">
                <a:solidFill>
                  <a:srgbClr val="1C1C1C"/>
                </a:solidFill>
                <a:latin typeface="Arial"/>
                <a:cs typeface="Arial"/>
              </a:rPr>
              <a:t>Удивление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i="1" spc="-10" dirty="0">
                <a:solidFill>
                  <a:srgbClr val="878787"/>
                </a:solidFill>
                <a:latin typeface="Arial"/>
                <a:cs typeface="Arial"/>
              </a:rPr>
              <a:t>"</a:t>
            </a:r>
            <a:r>
              <a:rPr sz="1400" i="1" spc="-10" dirty="0">
                <a:solidFill>
                  <a:srgbClr val="878787"/>
                </a:solidFill>
                <a:latin typeface="Arial"/>
                <a:cs typeface="Arial"/>
              </a:rPr>
              <a:t>Никогда</a:t>
            </a:r>
            <a:r>
              <a:rPr sz="1400" i="1" spc="1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78787"/>
                </a:solidFill>
                <a:latin typeface="Arial"/>
                <a:cs typeface="Arial"/>
              </a:rPr>
              <a:t>бы</a:t>
            </a:r>
            <a:r>
              <a:rPr sz="1400" i="1" spc="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78787"/>
                </a:solidFill>
                <a:latin typeface="Arial"/>
                <a:cs typeface="Arial"/>
              </a:rPr>
              <a:t>не</a:t>
            </a:r>
            <a:r>
              <a:rPr sz="1400" i="1" spc="-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78787"/>
                </a:solidFill>
                <a:latin typeface="Arial"/>
                <a:cs typeface="Arial"/>
              </a:rPr>
              <a:t>подумал</a:t>
            </a:r>
            <a:r>
              <a:rPr sz="1500" i="1" spc="-35" dirty="0">
                <a:solidFill>
                  <a:srgbClr val="878787"/>
                </a:solidFill>
                <a:latin typeface="Arial"/>
                <a:cs typeface="Arial"/>
              </a:rPr>
              <a:t>(</a:t>
            </a:r>
            <a:r>
              <a:rPr sz="1400" i="1" spc="-35" dirty="0">
                <a:solidFill>
                  <a:srgbClr val="878787"/>
                </a:solidFill>
                <a:latin typeface="Arial"/>
                <a:cs typeface="Arial"/>
              </a:rPr>
              <a:t>а</a:t>
            </a:r>
            <a:r>
              <a:rPr sz="1500" i="1" spc="-35" dirty="0">
                <a:solidFill>
                  <a:srgbClr val="878787"/>
                </a:solidFill>
                <a:latin typeface="Arial"/>
                <a:cs typeface="Arial"/>
              </a:rPr>
              <a:t>),</a:t>
            </a:r>
            <a:r>
              <a:rPr sz="1500" i="1" spc="5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spc="-105" dirty="0" err="1">
                <a:solidFill>
                  <a:srgbClr val="878787"/>
                </a:solidFill>
                <a:latin typeface="Arial"/>
                <a:cs typeface="Arial"/>
              </a:rPr>
              <a:t>что</a:t>
            </a:r>
            <a:r>
              <a:rPr lang="ru-RU" sz="1500" i="1" spc="-105" dirty="0">
                <a:solidFill>
                  <a:srgbClr val="878787"/>
                </a:solidFill>
                <a:latin typeface="Arial"/>
                <a:cs typeface="Arial"/>
              </a:rPr>
              <a:t>  эта ветвь программирования нужна не только для создания кода различных программ, но еще и полноценных игр и </a:t>
            </a:r>
            <a:r>
              <a:rPr lang="en-US" sz="1500" i="1" spc="-105" dirty="0">
                <a:solidFill>
                  <a:srgbClr val="878787"/>
                </a:solidFill>
                <a:latin typeface="Arial"/>
                <a:cs typeface="Arial"/>
              </a:rPr>
              <a:t>telegram</a:t>
            </a:r>
            <a:r>
              <a:rPr sz="1500" i="1" spc="5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lang="ru-RU" sz="1500" i="1" spc="50" dirty="0">
                <a:solidFill>
                  <a:srgbClr val="878787"/>
                </a:solidFill>
                <a:latin typeface="Arial"/>
                <a:cs typeface="Arial"/>
              </a:rPr>
              <a:t>ботов. </a:t>
            </a:r>
            <a:r>
              <a:rPr sz="1400" i="1" dirty="0">
                <a:solidFill>
                  <a:srgbClr val="878787"/>
                </a:solidFill>
                <a:latin typeface="Arial"/>
                <a:cs typeface="Arial"/>
              </a:rPr>
              <a:t>А</a:t>
            </a:r>
            <a:r>
              <a:rPr sz="1400" i="1" spc="-13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spc="-145" dirty="0">
                <a:solidFill>
                  <a:srgbClr val="878787"/>
                </a:solidFill>
                <a:latin typeface="Arial"/>
                <a:cs typeface="Arial"/>
              </a:rPr>
              <a:t>что</a:t>
            </a:r>
            <a:r>
              <a:rPr sz="1500" i="1" spc="-145" dirty="0">
                <a:solidFill>
                  <a:srgbClr val="878787"/>
                </a:solidFill>
                <a:latin typeface="Arial"/>
                <a:cs typeface="Arial"/>
              </a:rPr>
              <a:t>,</a:t>
            </a:r>
            <a:r>
              <a:rPr sz="1500" i="1" spc="5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spc="-175" dirty="0">
                <a:solidFill>
                  <a:srgbClr val="878787"/>
                </a:solidFill>
                <a:latin typeface="Arial"/>
                <a:cs typeface="Arial"/>
              </a:rPr>
              <a:t>так</a:t>
            </a:r>
            <a:r>
              <a:rPr sz="1400" i="1" spc="-8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78787"/>
                </a:solidFill>
                <a:latin typeface="Arial"/>
                <a:cs typeface="Arial"/>
              </a:rPr>
              <a:t>можно</a:t>
            </a:r>
            <a:r>
              <a:rPr sz="1400" i="1" spc="-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78787"/>
                </a:solidFill>
                <a:latin typeface="Arial"/>
                <a:cs typeface="Arial"/>
              </a:rPr>
              <a:t>было</a:t>
            </a:r>
            <a:r>
              <a:rPr sz="1500" i="1" spc="-10" dirty="0">
                <a:solidFill>
                  <a:srgbClr val="878787"/>
                </a:solidFill>
                <a:latin typeface="Arial"/>
                <a:cs typeface="Arial"/>
              </a:rPr>
              <a:t>?"</a:t>
            </a:r>
            <a:endParaRPr sz="1500" dirty="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95024" y="4006849"/>
            <a:ext cx="441325" cy="581025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71499" y="4972049"/>
            <a:ext cx="11049000" cy="1504950"/>
            <a:chOff x="571499" y="4972049"/>
            <a:chExt cx="11049000" cy="1504950"/>
          </a:xfrm>
        </p:grpSpPr>
        <p:sp>
          <p:nvSpPr>
            <p:cNvPr id="21" name="object 21"/>
            <p:cNvSpPr/>
            <p:nvPr/>
          </p:nvSpPr>
          <p:spPr>
            <a:xfrm>
              <a:off x="619124" y="4972049"/>
              <a:ext cx="11001375" cy="1504950"/>
            </a:xfrm>
            <a:custGeom>
              <a:avLst/>
              <a:gdLst/>
              <a:ahLst/>
              <a:cxnLst/>
              <a:rect l="l" t="t" r="r" b="b"/>
              <a:pathLst>
                <a:path w="11001375" h="1504950">
                  <a:moveTo>
                    <a:pt x="10810874" y="1504949"/>
                  </a:moveTo>
                  <a:lnTo>
                    <a:pt x="142874" y="1504949"/>
                  </a:lnTo>
                  <a:lnTo>
                    <a:pt x="135855" y="1504721"/>
                  </a:lnTo>
                  <a:lnTo>
                    <a:pt x="94749" y="1493818"/>
                  </a:lnTo>
                  <a:lnTo>
                    <a:pt x="57757" y="1467454"/>
                  </a:lnTo>
                  <a:lnTo>
                    <a:pt x="32429" y="1435302"/>
                  </a:lnTo>
                  <a:lnTo>
                    <a:pt x="13720" y="1395909"/>
                  </a:lnTo>
                  <a:lnTo>
                    <a:pt x="2745" y="1351614"/>
                  </a:lnTo>
                  <a:lnTo>
                    <a:pt x="0" y="1314449"/>
                  </a:lnTo>
                  <a:lnTo>
                    <a:pt x="0" y="190499"/>
                  </a:lnTo>
                  <a:lnTo>
                    <a:pt x="4282" y="144200"/>
                  </a:lnTo>
                  <a:lnTo>
                    <a:pt x="16868" y="100697"/>
                  </a:lnTo>
                  <a:lnTo>
                    <a:pt x="37005" y="62575"/>
                  </a:lnTo>
                  <a:lnTo>
                    <a:pt x="63497" y="32105"/>
                  </a:lnTo>
                  <a:lnTo>
                    <a:pt x="101400" y="8200"/>
                  </a:lnTo>
                  <a:lnTo>
                    <a:pt x="142874" y="0"/>
                  </a:lnTo>
                  <a:lnTo>
                    <a:pt x="10810874" y="0"/>
                  </a:lnTo>
                  <a:lnTo>
                    <a:pt x="10857172" y="5710"/>
                  </a:lnTo>
                  <a:lnTo>
                    <a:pt x="10900676" y="22492"/>
                  </a:lnTo>
                  <a:lnTo>
                    <a:pt x="10938798" y="49340"/>
                  </a:lnTo>
                  <a:lnTo>
                    <a:pt x="10969267" y="84662"/>
                  </a:lnTo>
                  <a:lnTo>
                    <a:pt x="10990242" y="126331"/>
                  </a:lnTo>
                  <a:lnTo>
                    <a:pt x="11000459" y="171827"/>
                  </a:lnTo>
                  <a:lnTo>
                    <a:pt x="11001374" y="190499"/>
                  </a:lnTo>
                  <a:lnTo>
                    <a:pt x="11001374" y="1314449"/>
                  </a:lnTo>
                  <a:lnTo>
                    <a:pt x="10995663" y="1360748"/>
                  </a:lnTo>
                  <a:lnTo>
                    <a:pt x="10978881" y="1404251"/>
                  </a:lnTo>
                  <a:lnTo>
                    <a:pt x="10952033" y="1442373"/>
                  </a:lnTo>
                  <a:lnTo>
                    <a:pt x="10916710" y="1472843"/>
                  </a:lnTo>
                  <a:lnTo>
                    <a:pt x="10875041" y="1493818"/>
                  </a:lnTo>
                  <a:lnTo>
                    <a:pt x="10829546" y="1504034"/>
                  </a:lnTo>
                  <a:lnTo>
                    <a:pt x="10810874" y="1504949"/>
                  </a:lnTo>
                  <a:close/>
                </a:path>
              </a:pathLst>
            </a:custGeom>
            <a:solidFill>
              <a:srgbClr val="F5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1499" y="4972049"/>
              <a:ext cx="190500" cy="1504950"/>
            </a:xfrm>
            <a:custGeom>
              <a:avLst/>
              <a:gdLst/>
              <a:ahLst/>
              <a:cxnLst/>
              <a:rect l="l" t="t" r="r" b="b"/>
              <a:pathLst>
                <a:path w="190500" h="1504950">
                  <a:moveTo>
                    <a:pt x="190500" y="1504949"/>
                  </a:moveTo>
                  <a:lnTo>
                    <a:pt x="135283" y="1496793"/>
                  </a:lnTo>
                  <a:lnTo>
                    <a:pt x="84643" y="1472874"/>
                  </a:lnTo>
                  <a:lnTo>
                    <a:pt x="43167" y="1435243"/>
                  </a:lnTo>
                  <a:lnTo>
                    <a:pt x="14500" y="1387350"/>
                  </a:lnTo>
                  <a:lnTo>
                    <a:pt x="906" y="1333215"/>
                  </a:lnTo>
                  <a:lnTo>
                    <a:pt x="0" y="1314450"/>
                  </a:lnTo>
                  <a:lnTo>
                    <a:pt x="0" y="190500"/>
                  </a:lnTo>
                  <a:lnTo>
                    <a:pt x="8156" y="135282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500" y="0"/>
                  </a:lnTo>
                  <a:lnTo>
                    <a:pt x="181116" y="906"/>
                  </a:lnTo>
                  <a:lnTo>
                    <a:pt x="171914" y="3625"/>
                  </a:lnTo>
                  <a:lnTo>
                    <a:pt x="137571" y="32075"/>
                  </a:lnTo>
                  <a:lnTo>
                    <a:pt x="116833" y="69706"/>
                  </a:lnTo>
                  <a:lnTo>
                    <a:pt x="102500" y="117598"/>
                  </a:lnTo>
                  <a:lnTo>
                    <a:pt x="95703" y="171733"/>
                  </a:lnTo>
                  <a:lnTo>
                    <a:pt x="95250" y="190500"/>
                  </a:lnTo>
                  <a:lnTo>
                    <a:pt x="95250" y="1314450"/>
                  </a:lnTo>
                  <a:lnTo>
                    <a:pt x="99328" y="1369666"/>
                  </a:lnTo>
                  <a:lnTo>
                    <a:pt x="111287" y="1420305"/>
                  </a:lnTo>
                  <a:lnTo>
                    <a:pt x="130103" y="1461782"/>
                  </a:lnTo>
                  <a:lnTo>
                    <a:pt x="162891" y="1496793"/>
                  </a:lnTo>
                  <a:lnTo>
                    <a:pt x="181116" y="1504043"/>
                  </a:lnTo>
                  <a:lnTo>
                    <a:pt x="190500" y="1504949"/>
                  </a:lnTo>
                  <a:close/>
                </a:path>
              </a:pathLst>
            </a:custGeom>
            <a:solidFill>
              <a:srgbClr val="0095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499" y="5162549"/>
              <a:ext cx="228600" cy="2286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52499" y="5486399"/>
              <a:ext cx="10382250" cy="800100"/>
            </a:xfrm>
            <a:custGeom>
              <a:avLst/>
              <a:gdLst/>
              <a:ahLst/>
              <a:cxnLst/>
              <a:rect l="l" t="t" r="r" b="b"/>
              <a:pathLst>
                <a:path w="10382250" h="800100">
                  <a:moveTo>
                    <a:pt x="10286999" y="800099"/>
                  </a:moveTo>
                  <a:lnTo>
                    <a:pt x="95249" y="800099"/>
                  </a:lnTo>
                  <a:lnTo>
                    <a:pt x="85866" y="799646"/>
                  </a:lnTo>
                  <a:lnTo>
                    <a:pt x="42321" y="784061"/>
                  </a:lnTo>
                  <a:lnTo>
                    <a:pt x="11259" y="749795"/>
                  </a:lnTo>
                  <a:lnTo>
                    <a:pt x="0" y="7048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10286999" y="0"/>
                  </a:lnTo>
                  <a:lnTo>
                    <a:pt x="10331943" y="11259"/>
                  </a:lnTo>
                  <a:lnTo>
                    <a:pt x="10366209" y="42321"/>
                  </a:lnTo>
                  <a:lnTo>
                    <a:pt x="10381795" y="85866"/>
                  </a:lnTo>
                  <a:lnTo>
                    <a:pt x="10382249" y="95249"/>
                  </a:lnTo>
                  <a:lnTo>
                    <a:pt x="10382249" y="704849"/>
                  </a:lnTo>
                  <a:lnTo>
                    <a:pt x="10370987" y="749795"/>
                  </a:lnTo>
                  <a:lnTo>
                    <a:pt x="10339925" y="784061"/>
                  </a:lnTo>
                  <a:lnTo>
                    <a:pt x="10296381" y="799646"/>
                  </a:lnTo>
                  <a:lnTo>
                    <a:pt x="10286999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52487" y="5486399"/>
              <a:ext cx="10382250" cy="800100"/>
            </a:xfrm>
            <a:custGeom>
              <a:avLst/>
              <a:gdLst/>
              <a:ahLst/>
              <a:cxnLst/>
              <a:rect l="l" t="t" r="r" b="b"/>
              <a:pathLst>
                <a:path w="10382250" h="800100">
                  <a:moveTo>
                    <a:pt x="19050" y="573963"/>
                  </a:moveTo>
                  <a:lnTo>
                    <a:pt x="0" y="573963"/>
                  </a:lnTo>
                  <a:lnTo>
                    <a:pt x="0" y="631113"/>
                  </a:lnTo>
                  <a:lnTo>
                    <a:pt x="19050" y="631113"/>
                  </a:lnTo>
                  <a:lnTo>
                    <a:pt x="19050" y="573963"/>
                  </a:lnTo>
                  <a:close/>
                </a:path>
                <a:path w="10382250" h="800100">
                  <a:moveTo>
                    <a:pt x="19050" y="478561"/>
                  </a:moveTo>
                  <a:lnTo>
                    <a:pt x="0" y="478561"/>
                  </a:lnTo>
                  <a:lnTo>
                    <a:pt x="0" y="535711"/>
                  </a:lnTo>
                  <a:lnTo>
                    <a:pt x="19050" y="535711"/>
                  </a:lnTo>
                  <a:lnTo>
                    <a:pt x="19050" y="478561"/>
                  </a:lnTo>
                  <a:close/>
                </a:path>
                <a:path w="10382250" h="800100">
                  <a:moveTo>
                    <a:pt x="19050" y="383146"/>
                  </a:moveTo>
                  <a:lnTo>
                    <a:pt x="0" y="383146"/>
                  </a:lnTo>
                  <a:lnTo>
                    <a:pt x="0" y="440296"/>
                  </a:lnTo>
                  <a:lnTo>
                    <a:pt x="19050" y="440296"/>
                  </a:lnTo>
                  <a:lnTo>
                    <a:pt x="19050" y="383146"/>
                  </a:lnTo>
                  <a:close/>
                </a:path>
                <a:path w="10382250" h="800100">
                  <a:moveTo>
                    <a:pt x="19050" y="287731"/>
                  </a:moveTo>
                  <a:lnTo>
                    <a:pt x="0" y="287731"/>
                  </a:lnTo>
                  <a:lnTo>
                    <a:pt x="0" y="344881"/>
                  </a:lnTo>
                  <a:lnTo>
                    <a:pt x="19050" y="344881"/>
                  </a:lnTo>
                  <a:lnTo>
                    <a:pt x="19050" y="287731"/>
                  </a:lnTo>
                  <a:close/>
                </a:path>
                <a:path w="10382250" h="800100">
                  <a:moveTo>
                    <a:pt x="19050" y="192316"/>
                  </a:moveTo>
                  <a:lnTo>
                    <a:pt x="0" y="192316"/>
                  </a:lnTo>
                  <a:lnTo>
                    <a:pt x="0" y="249466"/>
                  </a:lnTo>
                  <a:lnTo>
                    <a:pt x="19050" y="249466"/>
                  </a:lnTo>
                  <a:lnTo>
                    <a:pt x="19050" y="192316"/>
                  </a:lnTo>
                  <a:close/>
                </a:path>
                <a:path w="10382250" h="800100">
                  <a:moveTo>
                    <a:pt x="19050" y="96901"/>
                  </a:moveTo>
                  <a:lnTo>
                    <a:pt x="0" y="96901"/>
                  </a:lnTo>
                  <a:lnTo>
                    <a:pt x="0" y="154051"/>
                  </a:lnTo>
                  <a:lnTo>
                    <a:pt x="19050" y="154051"/>
                  </a:lnTo>
                  <a:lnTo>
                    <a:pt x="19050" y="96901"/>
                  </a:lnTo>
                  <a:close/>
                </a:path>
                <a:path w="10382250" h="800100">
                  <a:moveTo>
                    <a:pt x="21501" y="723671"/>
                  </a:moveTo>
                  <a:lnTo>
                    <a:pt x="21437" y="723442"/>
                  </a:lnTo>
                  <a:lnTo>
                    <a:pt x="20510" y="719721"/>
                  </a:lnTo>
                  <a:lnTo>
                    <a:pt x="19418" y="712368"/>
                  </a:lnTo>
                  <a:lnTo>
                    <a:pt x="19050" y="704850"/>
                  </a:lnTo>
                  <a:lnTo>
                    <a:pt x="19050" y="669378"/>
                  </a:lnTo>
                  <a:lnTo>
                    <a:pt x="0" y="669378"/>
                  </a:lnTo>
                  <a:lnTo>
                    <a:pt x="0" y="704850"/>
                  </a:lnTo>
                  <a:lnTo>
                    <a:pt x="457" y="714235"/>
                  </a:lnTo>
                  <a:lnTo>
                    <a:pt x="1816" y="723442"/>
                  </a:lnTo>
                  <a:lnTo>
                    <a:pt x="1879" y="723671"/>
                  </a:lnTo>
                  <a:lnTo>
                    <a:pt x="3060" y="728370"/>
                  </a:lnTo>
                  <a:lnTo>
                    <a:pt x="21501" y="723671"/>
                  </a:lnTo>
                  <a:close/>
                </a:path>
                <a:path w="10382250" h="800100">
                  <a:moveTo>
                    <a:pt x="60921" y="27305"/>
                  </a:moveTo>
                  <a:lnTo>
                    <a:pt x="52336" y="10312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712" y="55714"/>
                  </a:lnTo>
                  <a:lnTo>
                    <a:pt x="26022" y="63627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0921" y="27305"/>
                  </a:lnTo>
                  <a:close/>
                </a:path>
                <a:path w="10382250" h="800100">
                  <a:moveTo>
                    <a:pt x="80848" y="779602"/>
                  </a:moveTo>
                  <a:lnTo>
                    <a:pt x="80391" y="779602"/>
                  </a:lnTo>
                  <a:lnTo>
                    <a:pt x="73164" y="777798"/>
                  </a:lnTo>
                  <a:lnTo>
                    <a:pt x="37134" y="754075"/>
                  </a:lnTo>
                  <a:lnTo>
                    <a:pt x="22606" y="766368"/>
                  </a:lnTo>
                  <a:lnTo>
                    <a:pt x="58801" y="792848"/>
                  </a:lnTo>
                  <a:lnTo>
                    <a:pt x="76669" y="798296"/>
                  </a:lnTo>
                  <a:lnTo>
                    <a:pt x="77241" y="798296"/>
                  </a:lnTo>
                  <a:lnTo>
                    <a:pt x="80848" y="779602"/>
                  </a:lnTo>
                  <a:close/>
                </a:path>
                <a:path w="10382250" h="800100">
                  <a:moveTo>
                    <a:pt x="152400" y="0"/>
                  </a:moveTo>
                  <a:lnTo>
                    <a:pt x="93408" y="0"/>
                  </a:lnTo>
                  <a:lnTo>
                    <a:pt x="93789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10382250" h="800100">
                  <a:moveTo>
                    <a:pt x="173977" y="781050"/>
                  </a:moveTo>
                  <a:lnTo>
                    <a:pt x="116827" y="781050"/>
                  </a:lnTo>
                  <a:lnTo>
                    <a:pt x="116827" y="800100"/>
                  </a:lnTo>
                  <a:lnTo>
                    <a:pt x="173977" y="800100"/>
                  </a:lnTo>
                  <a:lnTo>
                    <a:pt x="173977" y="781050"/>
                  </a:lnTo>
                  <a:close/>
                </a:path>
                <a:path w="10382250" h="800100">
                  <a:moveTo>
                    <a:pt x="247815" y="0"/>
                  </a:moveTo>
                  <a:lnTo>
                    <a:pt x="190665" y="0"/>
                  </a:lnTo>
                  <a:lnTo>
                    <a:pt x="190665" y="19050"/>
                  </a:lnTo>
                  <a:lnTo>
                    <a:pt x="247815" y="19050"/>
                  </a:lnTo>
                  <a:lnTo>
                    <a:pt x="247815" y="0"/>
                  </a:lnTo>
                  <a:close/>
                </a:path>
                <a:path w="10382250" h="800100">
                  <a:moveTo>
                    <a:pt x="269392" y="781050"/>
                  </a:moveTo>
                  <a:lnTo>
                    <a:pt x="212242" y="781050"/>
                  </a:lnTo>
                  <a:lnTo>
                    <a:pt x="212242" y="800100"/>
                  </a:lnTo>
                  <a:lnTo>
                    <a:pt x="269392" y="800100"/>
                  </a:lnTo>
                  <a:lnTo>
                    <a:pt x="269392" y="781050"/>
                  </a:lnTo>
                  <a:close/>
                </a:path>
                <a:path w="10382250" h="800100">
                  <a:moveTo>
                    <a:pt x="343230" y="0"/>
                  </a:moveTo>
                  <a:lnTo>
                    <a:pt x="286080" y="0"/>
                  </a:lnTo>
                  <a:lnTo>
                    <a:pt x="286080" y="19050"/>
                  </a:lnTo>
                  <a:lnTo>
                    <a:pt x="343230" y="19050"/>
                  </a:lnTo>
                  <a:lnTo>
                    <a:pt x="343230" y="0"/>
                  </a:lnTo>
                  <a:close/>
                </a:path>
                <a:path w="10382250" h="800100">
                  <a:moveTo>
                    <a:pt x="364807" y="781050"/>
                  </a:moveTo>
                  <a:lnTo>
                    <a:pt x="307657" y="781050"/>
                  </a:lnTo>
                  <a:lnTo>
                    <a:pt x="307657" y="800100"/>
                  </a:lnTo>
                  <a:lnTo>
                    <a:pt x="364807" y="800100"/>
                  </a:lnTo>
                  <a:lnTo>
                    <a:pt x="364807" y="781050"/>
                  </a:lnTo>
                  <a:close/>
                </a:path>
                <a:path w="10382250" h="800100">
                  <a:moveTo>
                    <a:pt x="438645" y="0"/>
                  </a:moveTo>
                  <a:lnTo>
                    <a:pt x="381495" y="0"/>
                  </a:lnTo>
                  <a:lnTo>
                    <a:pt x="381495" y="19050"/>
                  </a:lnTo>
                  <a:lnTo>
                    <a:pt x="438645" y="19050"/>
                  </a:lnTo>
                  <a:lnTo>
                    <a:pt x="438645" y="0"/>
                  </a:lnTo>
                  <a:close/>
                </a:path>
                <a:path w="10382250" h="800100">
                  <a:moveTo>
                    <a:pt x="460222" y="781050"/>
                  </a:moveTo>
                  <a:lnTo>
                    <a:pt x="403072" y="781050"/>
                  </a:lnTo>
                  <a:lnTo>
                    <a:pt x="403072" y="800100"/>
                  </a:lnTo>
                  <a:lnTo>
                    <a:pt x="460222" y="800100"/>
                  </a:lnTo>
                  <a:lnTo>
                    <a:pt x="460222" y="781050"/>
                  </a:lnTo>
                  <a:close/>
                </a:path>
                <a:path w="10382250" h="800100">
                  <a:moveTo>
                    <a:pt x="534060" y="0"/>
                  </a:moveTo>
                  <a:lnTo>
                    <a:pt x="476910" y="0"/>
                  </a:lnTo>
                  <a:lnTo>
                    <a:pt x="476910" y="19050"/>
                  </a:lnTo>
                  <a:lnTo>
                    <a:pt x="534060" y="19050"/>
                  </a:lnTo>
                  <a:lnTo>
                    <a:pt x="534060" y="0"/>
                  </a:lnTo>
                  <a:close/>
                </a:path>
                <a:path w="10382250" h="800100">
                  <a:moveTo>
                    <a:pt x="555637" y="781050"/>
                  </a:moveTo>
                  <a:lnTo>
                    <a:pt x="498487" y="781050"/>
                  </a:lnTo>
                  <a:lnTo>
                    <a:pt x="498487" y="800100"/>
                  </a:lnTo>
                  <a:lnTo>
                    <a:pt x="555637" y="800100"/>
                  </a:lnTo>
                  <a:lnTo>
                    <a:pt x="555637" y="781050"/>
                  </a:lnTo>
                  <a:close/>
                </a:path>
                <a:path w="10382250" h="800100">
                  <a:moveTo>
                    <a:pt x="629475" y="0"/>
                  </a:moveTo>
                  <a:lnTo>
                    <a:pt x="572325" y="0"/>
                  </a:lnTo>
                  <a:lnTo>
                    <a:pt x="572325" y="19050"/>
                  </a:lnTo>
                  <a:lnTo>
                    <a:pt x="629475" y="19050"/>
                  </a:lnTo>
                  <a:lnTo>
                    <a:pt x="629475" y="0"/>
                  </a:lnTo>
                  <a:close/>
                </a:path>
                <a:path w="10382250" h="800100">
                  <a:moveTo>
                    <a:pt x="651040" y="781050"/>
                  </a:moveTo>
                  <a:lnTo>
                    <a:pt x="593890" y="781050"/>
                  </a:lnTo>
                  <a:lnTo>
                    <a:pt x="593890" y="800100"/>
                  </a:lnTo>
                  <a:lnTo>
                    <a:pt x="651040" y="800100"/>
                  </a:lnTo>
                  <a:lnTo>
                    <a:pt x="651040" y="781050"/>
                  </a:lnTo>
                  <a:close/>
                </a:path>
                <a:path w="10382250" h="800100">
                  <a:moveTo>
                    <a:pt x="724890" y="0"/>
                  </a:moveTo>
                  <a:lnTo>
                    <a:pt x="667740" y="0"/>
                  </a:lnTo>
                  <a:lnTo>
                    <a:pt x="667740" y="19050"/>
                  </a:lnTo>
                  <a:lnTo>
                    <a:pt x="724890" y="19050"/>
                  </a:lnTo>
                  <a:lnTo>
                    <a:pt x="724890" y="0"/>
                  </a:lnTo>
                  <a:close/>
                </a:path>
                <a:path w="10382250" h="800100">
                  <a:moveTo>
                    <a:pt x="746455" y="781050"/>
                  </a:moveTo>
                  <a:lnTo>
                    <a:pt x="689305" y="781050"/>
                  </a:lnTo>
                  <a:lnTo>
                    <a:pt x="689305" y="800100"/>
                  </a:lnTo>
                  <a:lnTo>
                    <a:pt x="746455" y="800100"/>
                  </a:lnTo>
                  <a:lnTo>
                    <a:pt x="746455" y="781050"/>
                  </a:lnTo>
                  <a:close/>
                </a:path>
                <a:path w="10382250" h="800100">
                  <a:moveTo>
                    <a:pt x="820305" y="0"/>
                  </a:moveTo>
                  <a:lnTo>
                    <a:pt x="763155" y="0"/>
                  </a:lnTo>
                  <a:lnTo>
                    <a:pt x="763155" y="19050"/>
                  </a:lnTo>
                  <a:lnTo>
                    <a:pt x="820305" y="19050"/>
                  </a:lnTo>
                  <a:lnTo>
                    <a:pt x="820305" y="0"/>
                  </a:lnTo>
                  <a:close/>
                </a:path>
                <a:path w="10382250" h="800100">
                  <a:moveTo>
                    <a:pt x="841870" y="781050"/>
                  </a:moveTo>
                  <a:lnTo>
                    <a:pt x="784720" y="781050"/>
                  </a:lnTo>
                  <a:lnTo>
                    <a:pt x="784720" y="800100"/>
                  </a:lnTo>
                  <a:lnTo>
                    <a:pt x="841870" y="800100"/>
                  </a:lnTo>
                  <a:lnTo>
                    <a:pt x="841870" y="781050"/>
                  </a:lnTo>
                  <a:close/>
                </a:path>
                <a:path w="10382250" h="800100">
                  <a:moveTo>
                    <a:pt x="915720" y="0"/>
                  </a:moveTo>
                  <a:lnTo>
                    <a:pt x="858570" y="0"/>
                  </a:lnTo>
                  <a:lnTo>
                    <a:pt x="858570" y="19050"/>
                  </a:lnTo>
                  <a:lnTo>
                    <a:pt x="915720" y="19050"/>
                  </a:lnTo>
                  <a:lnTo>
                    <a:pt x="915720" y="0"/>
                  </a:lnTo>
                  <a:close/>
                </a:path>
                <a:path w="10382250" h="800100">
                  <a:moveTo>
                    <a:pt x="937285" y="781050"/>
                  </a:moveTo>
                  <a:lnTo>
                    <a:pt x="880135" y="781050"/>
                  </a:lnTo>
                  <a:lnTo>
                    <a:pt x="880135" y="800100"/>
                  </a:lnTo>
                  <a:lnTo>
                    <a:pt x="937285" y="800100"/>
                  </a:lnTo>
                  <a:lnTo>
                    <a:pt x="937285" y="781050"/>
                  </a:lnTo>
                  <a:close/>
                </a:path>
                <a:path w="10382250" h="800100">
                  <a:moveTo>
                    <a:pt x="1011135" y="0"/>
                  </a:moveTo>
                  <a:lnTo>
                    <a:pt x="953985" y="0"/>
                  </a:lnTo>
                  <a:lnTo>
                    <a:pt x="953985" y="19050"/>
                  </a:lnTo>
                  <a:lnTo>
                    <a:pt x="1011135" y="19050"/>
                  </a:lnTo>
                  <a:lnTo>
                    <a:pt x="1011135" y="0"/>
                  </a:lnTo>
                  <a:close/>
                </a:path>
                <a:path w="10382250" h="800100">
                  <a:moveTo>
                    <a:pt x="1032700" y="781050"/>
                  </a:moveTo>
                  <a:lnTo>
                    <a:pt x="975550" y="781050"/>
                  </a:lnTo>
                  <a:lnTo>
                    <a:pt x="975550" y="800100"/>
                  </a:lnTo>
                  <a:lnTo>
                    <a:pt x="1032700" y="800100"/>
                  </a:lnTo>
                  <a:lnTo>
                    <a:pt x="1032700" y="781050"/>
                  </a:lnTo>
                  <a:close/>
                </a:path>
                <a:path w="10382250" h="800100">
                  <a:moveTo>
                    <a:pt x="1106551" y="0"/>
                  </a:moveTo>
                  <a:lnTo>
                    <a:pt x="1049401" y="0"/>
                  </a:lnTo>
                  <a:lnTo>
                    <a:pt x="1049401" y="19050"/>
                  </a:lnTo>
                  <a:lnTo>
                    <a:pt x="1106551" y="19050"/>
                  </a:lnTo>
                  <a:lnTo>
                    <a:pt x="1106551" y="0"/>
                  </a:lnTo>
                  <a:close/>
                </a:path>
                <a:path w="10382250" h="800100">
                  <a:moveTo>
                    <a:pt x="1128115" y="781050"/>
                  </a:moveTo>
                  <a:lnTo>
                    <a:pt x="1070965" y="781050"/>
                  </a:lnTo>
                  <a:lnTo>
                    <a:pt x="1070965" y="800100"/>
                  </a:lnTo>
                  <a:lnTo>
                    <a:pt x="1128115" y="800100"/>
                  </a:lnTo>
                  <a:lnTo>
                    <a:pt x="1128115" y="781050"/>
                  </a:lnTo>
                  <a:close/>
                </a:path>
                <a:path w="10382250" h="800100">
                  <a:moveTo>
                    <a:pt x="1201966" y="0"/>
                  </a:moveTo>
                  <a:lnTo>
                    <a:pt x="1144816" y="0"/>
                  </a:lnTo>
                  <a:lnTo>
                    <a:pt x="1144816" y="19050"/>
                  </a:lnTo>
                  <a:lnTo>
                    <a:pt x="1201966" y="19050"/>
                  </a:lnTo>
                  <a:lnTo>
                    <a:pt x="1201966" y="0"/>
                  </a:lnTo>
                  <a:close/>
                </a:path>
                <a:path w="10382250" h="800100">
                  <a:moveTo>
                    <a:pt x="1223530" y="781050"/>
                  </a:moveTo>
                  <a:lnTo>
                    <a:pt x="1166380" y="781050"/>
                  </a:lnTo>
                  <a:lnTo>
                    <a:pt x="1166380" y="800100"/>
                  </a:lnTo>
                  <a:lnTo>
                    <a:pt x="1223530" y="800100"/>
                  </a:lnTo>
                  <a:lnTo>
                    <a:pt x="1223530" y="781050"/>
                  </a:lnTo>
                  <a:close/>
                </a:path>
                <a:path w="10382250" h="800100">
                  <a:moveTo>
                    <a:pt x="1297381" y="0"/>
                  </a:moveTo>
                  <a:lnTo>
                    <a:pt x="1240231" y="0"/>
                  </a:lnTo>
                  <a:lnTo>
                    <a:pt x="1240231" y="19050"/>
                  </a:lnTo>
                  <a:lnTo>
                    <a:pt x="1297381" y="19050"/>
                  </a:lnTo>
                  <a:lnTo>
                    <a:pt x="1297381" y="0"/>
                  </a:lnTo>
                  <a:close/>
                </a:path>
                <a:path w="10382250" h="800100">
                  <a:moveTo>
                    <a:pt x="1318945" y="781050"/>
                  </a:moveTo>
                  <a:lnTo>
                    <a:pt x="1261795" y="781050"/>
                  </a:lnTo>
                  <a:lnTo>
                    <a:pt x="1261795" y="800100"/>
                  </a:lnTo>
                  <a:lnTo>
                    <a:pt x="1318945" y="800100"/>
                  </a:lnTo>
                  <a:lnTo>
                    <a:pt x="1318945" y="781050"/>
                  </a:lnTo>
                  <a:close/>
                </a:path>
                <a:path w="10382250" h="800100">
                  <a:moveTo>
                    <a:pt x="1392796" y="0"/>
                  </a:moveTo>
                  <a:lnTo>
                    <a:pt x="1335646" y="0"/>
                  </a:lnTo>
                  <a:lnTo>
                    <a:pt x="1335646" y="19050"/>
                  </a:lnTo>
                  <a:lnTo>
                    <a:pt x="1392796" y="19050"/>
                  </a:lnTo>
                  <a:lnTo>
                    <a:pt x="1392796" y="0"/>
                  </a:lnTo>
                  <a:close/>
                </a:path>
                <a:path w="10382250" h="800100">
                  <a:moveTo>
                    <a:pt x="1414360" y="781050"/>
                  </a:moveTo>
                  <a:lnTo>
                    <a:pt x="1357210" y="781050"/>
                  </a:lnTo>
                  <a:lnTo>
                    <a:pt x="1357210" y="800100"/>
                  </a:lnTo>
                  <a:lnTo>
                    <a:pt x="1414360" y="800100"/>
                  </a:lnTo>
                  <a:lnTo>
                    <a:pt x="1414360" y="781050"/>
                  </a:lnTo>
                  <a:close/>
                </a:path>
                <a:path w="10382250" h="800100">
                  <a:moveTo>
                    <a:pt x="1488211" y="0"/>
                  </a:moveTo>
                  <a:lnTo>
                    <a:pt x="1431061" y="0"/>
                  </a:lnTo>
                  <a:lnTo>
                    <a:pt x="1431061" y="19050"/>
                  </a:lnTo>
                  <a:lnTo>
                    <a:pt x="1488211" y="19050"/>
                  </a:lnTo>
                  <a:lnTo>
                    <a:pt x="1488211" y="0"/>
                  </a:lnTo>
                  <a:close/>
                </a:path>
                <a:path w="10382250" h="800100">
                  <a:moveTo>
                    <a:pt x="1509776" y="781050"/>
                  </a:moveTo>
                  <a:lnTo>
                    <a:pt x="1452626" y="781050"/>
                  </a:lnTo>
                  <a:lnTo>
                    <a:pt x="1452626" y="800100"/>
                  </a:lnTo>
                  <a:lnTo>
                    <a:pt x="1509776" y="800100"/>
                  </a:lnTo>
                  <a:lnTo>
                    <a:pt x="1509776" y="781050"/>
                  </a:lnTo>
                  <a:close/>
                </a:path>
                <a:path w="10382250" h="800100">
                  <a:moveTo>
                    <a:pt x="1583613" y="0"/>
                  </a:moveTo>
                  <a:lnTo>
                    <a:pt x="1526463" y="0"/>
                  </a:lnTo>
                  <a:lnTo>
                    <a:pt x="1526463" y="19050"/>
                  </a:lnTo>
                  <a:lnTo>
                    <a:pt x="1583613" y="19050"/>
                  </a:lnTo>
                  <a:lnTo>
                    <a:pt x="1583613" y="0"/>
                  </a:lnTo>
                  <a:close/>
                </a:path>
                <a:path w="10382250" h="800100">
                  <a:moveTo>
                    <a:pt x="1605191" y="781050"/>
                  </a:moveTo>
                  <a:lnTo>
                    <a:pt x="1548041" y="781050"/>
                  </a:lnTo>
                  <a:lnTo>
                    <a:pt x="1548041" y="800100"/>
                  </a:lnTo>
                  <a:lnTo>
                    <a:pt x="1605191" y="800100"/>
                  </a:lnTo>
                  <a:lnTo>
                    <a:pt x="1605191" y="781050"/>
                  </a:lnTo>
                  <a:close/>
                </a:path>
                <a:path w="10382250" h="800100">
                  <a:moveTo>
                    <a:pt x="1679028" y="0"/>
                  </a:moveTo>
                  <a:lnTo>
                    <a:pt x="1621878" y="0"/>
                  </a:lnTo>
                  <a:lnTo>
                    <a:pt x="1621878" y="19050"/>
                  </a:lnTo>
                  <a:lnTo>
                    <a:pt x="1679028" y="19050"/>
                  </a:lnTo>
                  <a:lnTo>
                    <a:pt x="1679028" y="0"/>
                  </a:lnTo>
                  <a:close/>
                </a:path>
                <a:path w="10382250" h="800100">
                  <a:moveTo>
                    <a:pt x="1700606" y="781050"/>
                  </a:moveTo>
                  <a:lnTo>
                    <a:pt x="1643456" y="781050"/>
                  </a:lnTo>
                  <a:lnTo>
                    <a:pt x="1643456" y="800100"/>
                  </a:lnTo>
                  <a:lnTo>
                    <a:pt x="1700606" y="800100"/>
                  </a:lnTo>
                  <a:lnTo>
                    <a:pt x="1700606" y="781050"/>
                  </a:lnTo>
                  <a:close/>
                </a:path>
                <a:path w="10382250" h="800100">
                  <a:moveTo>
                    <a:pt x="1774444" y="0"/>
                  </a:moveTo>
                  <a:lnTo>
                    <a:pt x="1717294" y="0"/>
                  </a:lnTo>
                  <a:lnTo>
                    <a:pt x="1717294" y="19050"/>
                  </a:lnTo>
                  <a:lnTo>
                    <a:pt x="1774444" y="19050"/>
                  </a:lnTo>
                  <a:lnTo>
                    <a:pt x="1774444" y="0"/>
                  </a:lnTo>
                  <a:close/>
                </a:path>
                <a:path w="10382250" h="800100">
                  <a:moveTo>
                    <a:pt x="1796021" y="781050"/>
                  </a:moveTo>
                  <a:lnTo>
                    <a:pt x="1738871" y="781050"/>
                  </a:lnTo>
                  <a:lnTo>
                    <a:pt x="1738871" y="800100"/>
                  </a:lnTo>
                  <a:lnTo>
                    <a:pt x="1796021" y="800100"/>
                  </a:lnTo>
                  <a:lnTo>
                    <a:pt x="1796021" y="781050"/>
                  </a:lnTo>
                  <a:close/>
                </a:path>
                <a:path w="10382250" h="800100">
                  <a:moveTo>
                    <a:pt x="1869859" y="0"/>
                  </a:moveTo>
                  <a:lnTo>
                    <a:pt x="1812709" y="0"/>
                  </a:lnTo>
                  <a:lnTo>
                    <a:pt x="1812709" y="19050"/>
                  </a:lnTo>
                  <a:lnTo>
                    <a:pt x="1869859" y="19050"/>
                  </a:lnTo>
                  <a:lnTo>
                    <a:pt x="1869859" y="0"/>
                  </a:lnTo>
                  <a:close/>
                </a:path>
                <a:path w="10382250" h="800100">
                  <a:moveTo>
                    <a:pt x="1891436" y="781050"/>
                  </a:moveTo>
                  <a:lnTo>
                    <a:pt x="1834286" y="781050"/>
                  </a:lnTo>
                  <a:lnTo>
                    <a:pt x="1834286" y="800100"/>
                  </a:lnTo>
                  <a:lnTo>
                    <a:pt x="1891436" y="800100"/>
                  </a:lnTo>
                  <a:lnTo>
                    <a:pt x="1891436" y="781050"/>
                  </a:lnTo>
                  <a:close/>
                </a:path>
                <a:path w="10382250" h="800100">
                  <a:moveTo>
                    <a:pt x="1965274" y="0"/>
                  </a:moveTo>
                  <a:lnTo>
                    <a:pt x="1908124" y="0"/>
                  </a:lnTo>
                  <a:lnTo>
                    <a:pt x="1908124" y="19050"/>
                  </a:lnTo>
                  <a:lnTo>
                    <a:pt x="1965274" y="19050"/>
                  </a:lnTo>
                  <a:lnTo>
                    <a:pt x="1965274" y="0"/>
                  </a:lnTo>
                  <a:close/>
                </a:path>
                <a:path w="10382250" h="800100">
                  <a:moveTo>
                    <a:pt x="1986851" y="781050"/>
                  </a:moveTo>
                  <a:lnTo>
                    <a:pt x="1929701" y="781050"/>
                  </a:lnTo>
                  <a:lnTo>
                    <a:pt x="1929701" y="800100"/>
                  </a:lnTo>
                  <a:lnTo>
                    <a:pt x="1986851" y="800100"/>
                  </a:lnTo>
                  <a:lnTo>
                    <a:pt x="1986851" y="781050"/>
                  </a:lnTo>
                  <a:close/>
                </a:path>
                <a:path w="10382250" h="800100">
                  <a:moveTo>
                    <a:pt x="2060689" y="0"/>
                  </a:moveTo>
                  <a:lnTo>
                    <a:pt x="2003539" y="0"/>
                  </a:lnTo>
                  <a:lnTo>
                    <a:pt x="2003539" y="19050"/>
                  </a:lnTo>
                  <a:lnTo>
                    <a:pt x="2060689" y="19050"/>
                  </a:lnTo>
                  <a:lnTo>
                    <a:pt x="2060689" y="0"/>
                  </a:lnTo>
                  <a:close/>
                </a:path>
                <a:path w="10382250" h="800100">
                  <a:moveTo>
                    <a:pt x="2082253" y="781050"/>
                  </a:moveTo>
                  <a:lnTo>
                    <a:pt x="2025103" y="781050"/>
                  </a:lnTo>
                  <a:lnTo>
                    <a:pt x="2025103" y="800100"/>
                  </a:lnTo>
                  <a:lnTo>
                    <a:pt x="2082253" y="800100"/>
                  </a:lnTo>
                  <a:lnTo>
                    <a:pt x="2082253" y="781050"/>
                  </a:lnTo>
                  <a:close/>
                </a:path>
                <a:path w="10382250" h="800100">
                  <a:moveTo>
                    <a:pt x="2156104" y="0"/>
                  </a:moveTo>
                  <a:lnTo>
                    <a:pt x="2098954" y="0"/>
                  </a:lnTo>
                  <a:lnTo>
                    <a:pt x="2098954" y="19050"/>
                  </a:lnTo>
                  <a:lnTo>
                    <a:pt x="2156104" y="19050"/>
                  </a:lnTo>
                  <a:lnTo>
                    <a:pt x="2156104" y="0"/>
                  </a:lnTo>
                  <a:close/>
                </a:path>
                <a:path w="10382250" h="800100">
                  <a:moveTo>
                    <a:pt x="2177669" y="781050"/>
                  </a:moveTo>
                  <a:lnTo>
                    <a:pt x="2120519" y="781050"/>
                  </a:lnTo>
                  <a:lnTo>
                    <a:pt x="2120519" y="800100"/>
                  </a:lnTo>
                  <a:lnTo>
                    <a:pt x="2177669" y="800100"/>
                  </a:lnTo>
                  <a:lnTo>
                    <a:pt x="2177669" y="781050"/>
                  </a:lnTo>
                  <a:close/>
                </a:path>
                <a:path w="10382250" h="800100">
                  <a:moveTo>
                    <a:pt x="2251519" y="0"/>
                  </a:moveTo>
                  <a:lnTo>
                    <a:pt x="2194369" y="0"/>
                  </a:lnTo>
                  <a:lnTo>
                    <a:pt x="2194369" y="19050"/>
                  </a:lnTo>
                  <a:lnTo>
                    <a:pt x="2251519" y="19050"/>
                  </a:lnTo>
                  <a:lnTo>
                    <a:pt x="2251519" y="0"/>
                  </a:lnTo>
                  <a:close/>
                </a:path>
                <a:path w="10382250" h="800100">
                  <a:moveTo>
                    <a:pt x="2273084" y="781050"/>
                  </a:moveTo>
                  <a:lnTo>
                    <a:pt x="2215934" y="781050"/>
                  </a:lnTo>
                  <a:lnTo>
                    <a:pt x="2215934" y="800100"/>
                  </a:lnTo>
                  <a:lnTo>
                    <a:pt x="2273084" y="800100"/>
                  </a:lnTo>
                  <a:lnTo>
                    <a:pt x="2273084" y="781050"/>
                  </a:lnTo>
                  <a:close/>
                </a:path>
                <a:path w="10382250" h="800100">
                  <a:moveTo>
                    <a:pt x="2346934" y="0"/>
                  </a:moveTo>
                  <a:lnTo>
                    <a:pt x="2289784" y="0"/>
                  </a:lnTo>
                  <a:lnTo>
                    <a:pt x="2289784" y="19050"/>
                  </a:lnTo>
                  <a:lnTo>
                    <a:pt x="2346934" y="19050"/>
                  </a:lnTo>
                  <a:lnTo>
                    <a:pt x="2346934" y="0"/>
                  </a:lnTo>
                  <a:close/>
                </a:path>
                <a:path w="10382250" h="800100">
                  <a:moveTo>
                    <a:pt x="2368499" y="781050"/>
                  </a:moveTo>
                  <a:lnTo>
                    <a:pt x="2311349" y="781050"/>
                  </a:lnTo>
                  <a:lnTo>
                    <a:pt x="2311349" y="800100"/>
                  </a:lnTo>
                  <a:lnTo>
                    <a:pt x="2368499" y="800100"/>
                  </a:lnTo>
                  <a:lnTo>
                    <a:pt x="2368499" y="781050"/>
                  </a:lnTo>
                  <a:close/>
                </a:path>
                <a:path w="10382250" h="800100">
                  <a:moveTo>
                    <a:pt x="2442349" y="0"/>
                  </a:moveTo>
                  <a:lnTo>
                    <a:pt x="2385199" y="0"/>
                  </a:lnTo>
                  <a:lnTo>
                    <a:pt x="2385199" y="19050"/>
                  </a:lnTo>
                  <a:lnTo>
                    <a:pt x="2442349" y="19050"/>
                  </a:lnTo>
                  <a:lnTo>
                    <a:pt x="2442349" y="0"/>
                  </a:lnTo>
                  <a:close/>
                </a:path>
                <a:path w="10382250" h="800100">
                  <a:moveTo>
                    <a:pt x="2463914" y="781050"/>
                  </a:moveTo>
                  <a:lnTo>
                    <a:pt x="2406764" y="781050"/>
                  </a:lnTo>
                  <a:lnTo>
                    <a:pt x="2406764" y="800100"/>
                  </a:lnTo>
                  <a:lnTo>
                    <a:pt x="2463914" y="800100"/>
                  </a:lnTo>
                  <a:lnTo>
                    <a:pt x="2463914" y="781050"/>
                  </a:lnTo>
                  <a:close/>
                </a:path>
                <a:path w="10382250" h="800100">
                  <a:moveTo>
                    <a:pt x="2537764" y="0"/>
                  </a:moveTo>
                  <a:lnTo>
                    <a:pt x="2480614" y="0"/>
                  </a:lnTo>
                  <a:lnTo>
                    <a:pt x="2480614" y="19050"/>
                  </a:lnTo>
                  <a:lnTo>
                    <a:pt x="2537764" y="19050"/>
                  </a:lnTo>
                  <a:lnTo>
                    <a:pt x="2537764" y="0"/>
                  </a:lnTo>
                  <a:close/>
                </a:path>
                <a:path w="10382250" h="800100">
                  <a:moveTo>
                    <a:pt x="2559329" y="781050"/>
                  </a:moveTo>
                  <a:lnTo>
                    <a:pt x="2502179" y="781050"/>
                  </a:lnTo>
                  <a:lnTo>
                    <a:pt x="2502179" y="800100"/>
                  </a:lnTo>
                  <a:lnTo>
                    <a:pt x="2559329" y="800100"/>
                  </a:lnTo>
                  <a:lnTo>
                    <a:pt x="2559329" y="781050"/>
                  </a:lnTo>
                  <a:close/>
                </a:path>
                <a:path w="10382250" h="800100">
                  <a:moveTo>
                    <a:pt x="2633180" y="0"/>
                  </a:moveTo>
                  <a:lnTo>
                    <a:pt x="2576030" y="0"/>
                  </a:lnTo>
                  <a:lnTo>
                    <a:pt x="2576030" y="19050"/>
                  </a:lnTo>
                  <a:lnTo>
                    <a:pt x="2633180" y="19050"/>
                  </a:lnTo>
                  <a:lnTo>
                    <a:pt x="2633180" y="0"/>
                  </a:lnTo>
                  <a:close/>
                </a:path>
                <a:path w="10382250" h="800100">
                  <a:moveTo>
                    <a:pt x="2654744" y="781050"/>
                  </a:moveTo>
                  <a:lnTo>
                    <a:pt x="2597594" y="781050"/>
                  </a:lnTo>
                  <a:lnTo>
                    <a:pt x="2597594" y="800100"/>
                  </a:lnTo>
                  <a:lnTo>
                    <a:pt x="2654744" y="800100"/>
                  </a:lnTo>
                  <a:lnTo>
                    <a:pt x="2654744" y="781050"/>
                  </a:lnTo>
                  <a:close/>
                </a:path>
                <a:path w="10382250" h="800100">
                  <a:moveTo>
                    <a:pt x="2728595" y="0"/>
                  </a:moveTo>
                  <a:lnTo>
                    <a:pt x="2671445" y="0"/>
                  </a:lnTo>
                  <a:lnTo>
                    <a:pt x="2671445" y="19050"/>
                  </a:lnTo>
                  <a:lnTo>
                    <a:pt x="2728595" y="19050"/>
                  </a:lnTo>
                  <a:lnTo>
                    <a:pt x="2728595" y="0"/>
                  </a:lnTo>
                  <a:close/>
                </a:path>
                <a:path w="10382250" h="800100">
                  <a:moveTo>
                    <a:pt x="2750159" y="781050"/>
                  </a:moveTo>
                  <a:lnTo>
                    <a:pt x="2693009" y="781050"/>
                  </a:lnTo>
                  <a:lnTo>
                    <a:pt x="2693009" y="800100"/>
                  </a:lnTo>
                  <a:lnTo>
                    <a:pt x="2750159" y="800100"/>
                  </a:lnTo>
                  <a:lnTo>
                    <a:pt x="2750159" y="781050"/>
                  </a:lnTo>
                  <a:close/>
                </a:path>
                <a:path w="10382250" h="800100">
                  <a:moveTo>
                    <a:pt x="2824010" y="0"/>
                  </a:moveTo>
                  <a:lnTo>
                    <a:pt x="2766860" y="0"/>
                  </a:lnTo>
                  <a:lnTo>
                    <a:pt x="2766860" y="19050"/>
                  </a:lnTo>
                  <a:lnTo>
                    <a:pt x="2824010" y="19050"/>
                  </a:lnTo>
                  <a:lnTo>
                    <a:pt x="2824010" y="0"/>
                  </a:lnTo>
                  <a:close/>
                </a:path>
                <a:path w="10382250" h="800100">
                  <a:moveTo>
                    <a:pt x="2845574" y="781050"/>
                  </a:moveTo>
                  <a:lnTo>
                    <a:pt x="2788424" y="781050"/>
                  </a:lnTo>
                  <a:lnTo>
                    <a:pt x="2788424" y="800100"/>
                  </a:lnTo>
                  <a:lnTo>
                    <a:pt x="2845574" y="800100"/>
                  </a:lnTo>
                  <a:lnTo>
                    <a:pt x="2845574" y="781050"/>
                  </a:lnTo>
                  <a:close/>
                </a:path>
                <a:path w="10382250" h="800100">
                  <a:moveTo>
                    <a:pt x="2919412" y="0"/>
                  </a:moveTo>
                  <a:lnTo>
                    <a:pt x="2862262" y="0"/>
                  </a:lnTo>
                  <a:lnTo>
                    <a:pt x="2862262" y="19050"/>
                  </a:lnTo>
                  <a:lnTo>
                    <a:pt x="2919412" y="19050"/>
                  </a:lnTo>
                  <a:lnTo>
                    <a:pt x="2919412" y="0"/>
                  </a:lnTo>
                  <a:close/>
                </a:path>
                <a:path w="10382250" h="800100">
                  <a:moveTo>
                    <a:pt x="2940989" y="781050"/>
                  </a:moveTo>
                  <a:lnTo>
                    <a:pt x="2883839" y="781050"/>
                  </a:lnTo>
                  <a:lnTo>
                    <a:pt x="2883839" y="800100"/>
                  </a:lnTo>
                  <a:lnTo>
                    <a:pt x="2940989" y="800100"/>
                  </a:lnTo>
                  <a:lnTo>
                    <a:pt x="2940989" y="781050"/>
                  </a:lnTo>
                  <a:close/>
                </a:path>
                <a:path w="10382250" h="800100">
                  <a:moveTo>
                    <a:pt x="3014827" y="0"/>
                  </a:moveTo>
                  <a:lnTo>
                    <a:pt x="2957677" y="0"/>
                  </a:lnTo>
                  <a:lnTo>
                    <a:pt x="2957677" y="19050"/>
                  </a:lnTo>
                  <a:lnTo>
                    <a:pt x="3014827" y="19050"/>
                  </a:lnTo>
                  <a:lnTo>
                    <a:pt x="3014827" y="0"/>
                  </a:lnTo>
                  <a:close/>
                </a:path>
                <a:path w="10382250" h="800100">
                  <a:moveTo>
                    <a:pt x="3036405" y="781050"/>
                  </a:moveTo>
                  <a:lnTo>
                    <a:pt x="2979255" y="781050"/>
                  </a:lnTo>
                  <a:lnTo>
                    <a:pt x="2979255" y="800100"/>
                  </a:lnTo>
                  <a:lnTo>
                    <a:pt x="3036405" y="800100"/>
                  </a:lnTo>
                  <a:lnTo>
                    <a:pt x="3036405" y="781050"/>
                  </a:lnTo>
                  <a:close/>
                </a:path>
                <a:path w="10382250" h="800100">
                  <a:moveTo>
                    <a:pt x="3110242" y="0"/>
                  </a:moveTo>
                  <a:lnTo>
                    <a:pt x="3053092" y="0"/>
                  </a:lnTo>
                  <a:lnTo>
                    <a:pt x="3053092" y="19050"/>
                  </a:lnTo>
                  <a:lnTo>
                    <a:pt x="3110242" y="19050"/>
                  </a:lnTo>
                  <a:lnTo>
                    <a:pt x="3110242" y="0"/>
                  </a:lnTo>
                  <a:close/>
                </a:path>
                <a:path w="10382250" h="800100">
                  <a:moveTo>
                    <a:pt x="3131820" y="781050"/>
                  </a:moveTo>
                  <a:lnTo>
                    <a:pt x="3074670" y="781050"/>
                  </a:lnTo>
                  <a:lnTo>
                    <a:pt x="3074670" y="800100"/>
                  </a:lnTo>
                  <a:lnTo>
                    <a:pt x="3131820" y="800100"/>
                  </a:lnTo>
                  <a:lnTo>
                    <a:pt x="3131820" y="781050"/>
                  </a:lnTo>
                  <a:close/>
                </a:path>
                <a:path w="10382250" h="800100">
                  <a:moveTo>
                    <a:pt x="3205657" y="0"/>
                  </a:moveTo>
                  <a:lnTo>
                    <a:pt x="3148507" y="0"/>
                  </a:lnTo>
                  <a:lnTo>
                    <a:pt x="3148507" y="19050"/>
                  </a:lnTo>
                  <a:lnTo>
                    <a:pt x="3205657" y="19050"/>
                  </a:lnTo>
                  <a:lnTo>
                    <a:pt x="3205657" y="0"/>
                  </a:lnTo>
                  <a:close/>
                </a:path>
                <a:path w="10382250" h="800100">
                  <a:moveTo>
                    <a:pt x="3227235" y="781050"/>
                  </a:moveTo>
                  <a:lnTo>
                    <a:pt x="3170085" y="781050"/>
                  </a:lnTo>
                  <a:lnTo>
                    <a:pt x="3170085" y="800100"/>
                  </a:lnTo>
                  <a:lnTo>
                    <a:pt x="3227235" y="800100"/>
                  </a:lnTo>
                  <a:lnTo>
                    <a:pt x="3227235" y="781050"/>
                  </a:lnTo>
                  <a:close/>
                </a:path>
                <a:path w="10382250" h="800100">
                  <a:moveTo>
                    <a:pt x="3301073" y="0"/>
                  </a:moveTo>
                  <a:lnTo>
                    <a:pt x="3243923" y="0"/>
                  </a:lnTo>
                  <a:lnTo>
                    <a:pt x="3243923" y="19050"/>
                  </a:lnTo>
                  <a:lnTo>
                    <a:pt x="3301073" y="19050"/>
                  </a:lnTo>
                  <a:lnTo>
                    <a:pt x="3301073" y="0"/>
                  </a:lnTo>
                  <a:close/>
                </a:path>
                <a:path w="10382250" h="800100">
                  <a:moveTo>
                    <a:pt x="3322637" y="781050"/>
                  </a:moveTo>
                  <a:lnTo>
                    <a:pt x="3265487" y="781050"/>
                  </a:lnTo>
                  <a:lnTo>
                    <a:pt x="3265487" y="800100"/>
                  </a:lnTo>
                  <a:lnTo>
                    <a:pt x="3322637" y="800100"/>
                  </a:lnTo>
                  <a:lnTo>
                    <a:pt x="3322637" y="781050"/>
                  </a:lnTo>
                  <a:close/>
                </a:path>
                <a:path w="10382250" h="800100">
                  <a:moveTo>
                    <a:pt x="3396488" y="0"/>
                  </a:moveTo>
                  <a:lnTo>
                    <a:pt x="3339338" y="0"/>
                  </a:lnTo>
                  <a:lnTo>
                    <a:pt x="3339338" y="19050"/>
                  </a:lnTo>
                  <a:lnTo>
                    <a:pt x="3396488" y="19050"/>
                  </a:lnTo>
                  <a:lnTo>
                    <a:pt x="3396488" y="0"/>
                  </a:lnTo>
                  <a:close/>
                </a:path>
                <a:path w="10382250" h="800100">
                  <a:moveTo>
                    <a:pt x="3418052" y="781050"/>
                  </a:moveTo>
                  <a:lnTo>
                    <a:pt x="3360902" y="781050"/>
                  </a:lnTo>
                  <a:lnTo>
                    <a:pt x="3360902" y="800100"/>
                  </a:lnTo>
                  <a:lnTo>
                    <a:pt x="3418052" y="800100"/>
                  </a:lnTo>
                  <a:lnTo>
                    <a:pt x="3418052" y="781050"/>
                  </a:lnTo>
                  <a:close/>
                </a:path>
                <a:path w="10382250" h="800100">
                  <a:moveTo>
                    <a:pt x="3491903" y="0"/>
                  </a:moveTo>
                  <a:lnTo>
                    <a:pt x="3434753" y="0"/>
                  </a:lnTo>
                  <a:lnTo>
                    <a:pt x="3434753" y="19050"/>
                  </a:lnTo>
                  <a:lnTo>
                    <a:pt x="3491903" y="19050"/>
                  </a:lnTo>
                  <a:lnTo>
                    <a:pt x="3491903" y="0"/>
                  </a:lnTo>
                  <a:close/>
                </a:path>
                <a:path w="10382250" h="800100">
                  <a:moveTo>
                    <a:pt x="3513467" y="781050"/>
                  </a:moveTo>
                  <a:lnTo>
                    <a:pt x="3456317" y="781050"/>
                  </a:lnTo>
                  <a:lnTo>
                    <a:pt x="3456317" y="800100"/>
                  </a:lnTo>
                  <a:lnTo>
                    <a:pt x="3513467" y="800100"/>
                  </a:lnTo>
                  <a:lnTo>
                    <a:pt x="3513467" y="781050"/>
                  </a:lnTo>
                  <a:close/>
                </a:path>
                <a:path w="10382250" h="800100">
                  <a:moveTo>
                    <a:pt x="3587318" y="0"/>
                  </a:moveTo>
                  <a:lnTo>
                    <a:pt x="3530168" y="0"/>
                  </a:lnTo>
                  <a:lnTo>
                    <a:pt x="3530168" y="19050"/>
                  </a:lnTo>
                  <a:lnTo>
                    <a:pt x="3587318" y="19050"/>
                  </a:lnTo>
                  <a:lnTo>
                    <a:pt x="3587318" y="0"/>
                  </a:lnTo>
                  <a:close/>
                </a:path>
                <a:path w="10382250" h="800100">
                  <a:moveTo>
                    <a:pt x="3608882" y="781050"/>
                  </a:moveTo>
                  <a:lnTo>
                    <a:pt x="3551732" y="781050"/>
                  </a:lnTo>
                  <a:lnTo>
                    <a:pt x="3551732" y="800100"/>
                  </a:lnTo>
                  <a:lnTo>
                    <a:pt x="3608882" y="800100"/>
                  </a:lnTo>
                  <a:lnTo>
                    <a:pt x="3608882" y="781050"/>
                  </a:lnTo>
                  <a:close/>
                </a:path>
                <a:path w="10382250" h="800100">
                  <a:moveTo>
                    <a:pt x="3682733" y="0"/>
                  </a:moveTo>
                  <a:lnTo>
                    <a:pt x="3625583" y="0"/>
                  </a:lnTo>
                  <a:lnTo>
                    <a:pt x="3625583" y="19050"/>
                  </a:lnTo>
                  <a:lnTo>
                    <a:pt x="3682733" y="19050"/>
                  </a:lnTo>
                  <a:lnTo>
                    <a:pt x="3682733" y="0"/>
                  </a:lnTo>
                  <a:close/>
                </a:path>
                <a:path w="10382250" h="800100">
                  <a:moveTo>
                    <a:pt x="3704298" y="781050"/>
                  </a:moveTo>
                  <a:lnTo>
                    <a:pt x="3647148" y="781050"/>
                  </a:lnTo>
                  <a:lnTo>
                    <a:pt x="3647148" y="800100"/>
                  </a:lnTo>
                  <a:lnTo>
                    <a:pt x="3704298" y="800100"/>
                  </a:lnTo>
                  <a:lnTo>
                    <a:pt x="3704298" y="781050"/>
                  </a:lnTo>
                  <a:close/>
                </a:path>
                <a:path w="10382250" h="800100">
                  <a:moveTo>
                    <a:pt x="3778148" y="0"/>
                  </a:moveTo>
                  <a:lnTo>
                    <a:pt x="3720998" y="0"/>
                  </a:lnTo>
                  <a:lnTo>
                    <a:pt x="3720998" y="19050"/>
                  </a:lnTo>
                  <a:lnTo>
                    <a:pt x="3778148" y="19050"/>
                  </a:lnTo>
                  <a:lnTo>
                    <a:pt x="3778148" y="0"/>
                  </a:lnTo>
                  <a:close/>
                </a:path>
                <a:path w="10382250" h="800100">
                  <a:moveTo>
                    <a:pt x="3799713" y="781050"/>
                  </a:moveTo>
                  <a:lnTo>
                    <a:pt x="3742563" y="781050"/>
                  </a:lnTo>
                  <a:lnTo>
                    <a:pt x="3742563" y="800100"/>
                  </a:lnTo>
                  <a:lnTo>
                    <a:pt x="3799713" y="800100"/>
                  </a:lnTo>
                  <a:lnTo>
                    <a:pt x="3799713" y="781050"/>
                  </a:lnTo>
                  <a:close/>
                </a:path>
                <a:path w="10382250" h="800100">
                  <a:moveTo>
                    <a:pt x="3873563" y="0"/>
                  </a:moveTo>
                  <a:lnTo>
                    <a:pt x="3816413" y="0"/>
                  </a:lnTo>
                  <a:lnTo>
                    <a:pt x="3816413" y="19050"/>
                  </a:lnTo>
                  <a:lnTo>
                    <a:pt x="3873563" y="19050"/>
                  </a:lnTo>
                  <a:lnTo>
                    <a:pt x="3873563" y="0"/>
                  </a:lnTo>
                  <a:close/>
                </a:path>
                <a:path w="10382250" h="800100">
                  <a:moveTo>
                    <a:pt x="3895128" y="781050"/>
                  </a:moveTo>
                  <a:lnTo>
                    <a:pt x="3837978" y="781050"/>
                  </a:lnTo>
                  <a:lnTo>
                    <a:pt x="3837978" y="800100"/>
                  </a:lnTo>
                  <a:lnTo>
                    <a:pt x="3895128" y="800100"/>
                  </a:lnTo>
                  <a:lnTo>
                    <a:pt x="3895128" y="781050"/>
                  </a:lnTo>
                  <a:close/>
                </a:path>
                <a:path w="10382250" h="800100">
                  <a:moveTo>
                    <a:pt x="3968978" y="0"/>
                  </a:moveTo>
                  <a:lnTo>
                    <a:pt x="3911828" y="0"/>
                  </a:lnTo>
                  <a:lnTo>
                    <a:pt x="3911828" y="19050"/>
                  </a:lnTo>
                  <a:lnTo>
                    <a:pt x="3968978" y="19050"/>
                  </a:lnTo>
                  <a:lnTo>
                    <a:pt x="3968978" y="0"/>
                  </a:lnTo>
                  <a:close/>
                </a:path>
                <a:path w="10382250" h="800100">
                  <a:moveTo>
                    <a:pt x="3990543" y="781050"/>
                  </a:moveTo>
                  <a:lnTo>
                    <a:pt x="3933393" y="781050"/>
                  </a:lnTo>
                  <a:lnTo>
                    <a:pt x="3933393" y="800100"/>
                  </a:lnTo>
                  <a:lnTo>
                    <a:pt x="3990543" y="800100"/>
                  </a:lnTo>
                  <a:lnTo>
                    <a:pt x="3990543" y="781050"/>
                  </a:lnTo>
                  <a:close/>
                </a:path>
                <a:path w="10382250" h="800100">
                  <a:moveTo>
                    <a:pt x="4064393" y="0"/>
                  </a:moveTo>
                  <a:lnTo>
                    <a:pt x="4007243" y="0"/>
                  </a:lnTo>
                  <a:lnTo>
                    <a:pt x="4007243" y="19050"/>
                  </a:lnTo>
                  <a:lnTo>
                    <a:pt x="4064393" y="19050"/>
                  </a:lnTo>
                  <a:lnTo>
                    <a:pt x="4064393" y="0"/>
                  </a:lnTo>
                  <a:close/>
                </a:path>
                <a:path w="10382250" h="800100">
                  <a:moveTo>
                    <a:pt x="4085958" y="781050"/>
                  </a:moveTo>
                  <a:lnTo>
                    <a:pt x="4028808" y="781050"/>
                  </a:lnTo>
                  <a:lnTo>
                    <a:pt x="4028808" y="800100"/>
                  </a:lnTo>
                  <a:lnTo>
                    <a:pt x="4085958" y="800100"/>
                  </a:lnTo>
                  <a:lnTo>
                    <a:pt x="4085958" y="781050"/>
                  </a:lnTo>
                  <a:close/>
                </a:path>
                <a:path w="10382250" h="800100">
                  <a:moveTo>
                    <a:pt x="4159808" y="0"/>
                  </a:moveTo>
                  <a:lnTo>
                    <a:pt x="4102658" y="0"/>
                  </a:lnTo>
                  <a:lnTo>
                    <a:pt x="4102658" y="19050"/>
                  </a:lnTo>
                  <a:lnTo>
                    <a:pt x="4159808" y="19050"/>
                  </a:lnTo>
                  <a:lnTo>
                    <a:pt x="4159808" y="0"/>
                  </a:lnTo>
                  <a:close/>
                </a:path>
                <a:path w="10382250" h="800100">
                  <a:moveTo>
                    <a:pt x="4181373" y="781050"/>
                  </a:moveTo>
                  <a:lnTo>
                    <a:pt x="4124223" y="781050"/>
                  </a:lnTo>
                  <a:lnTo>
                    <a:pt x="4124223" y="800100"/>
                  </a:lnTo>
                  <a:lnTo>
                    <a:pt x="4181373" y="800100"/>
                  </a:lnTo>
                  <a:lnTo>
                    <a:pt x="4181373" y="781050"/>
                  </a:lnTo>
                  <a:close/>
                </a:path>
                <a:path w="10382250" h="800100">
                  <a:moveTo>
                    <a:pt x="4255224" y="0"/>
                  </a:moveTo>
                  <a:lnTo>
                    <a:pt x="4198074" y="0"/>
                  </a:lnTo>
                  <a:lnTo>
                    <a:pt x="4198074" y="19050"/>
                  </a:lnTo>
                  <a:lnTo>
                    <a:pt x="4255224" y="19050"/>
                  </a:lnTo>
                  <a:lnTo>
                    <a:pt x="4255224" y="0"/>
                  </a:lnTo>
                  <a:close/>
                </a:path>
                <a:path w="10382250" h="800100">
                  <a:moveTo>
                    <a:pt x="4276788" y="781050"/>
                  </a:moveTo>
                  <a:lnTo>
                    <a:pt x="4219638" y="781050"/>
                  </a:lnTo>
                  <a:lnTo>
                    <a:pt x="4219638" y="800100"/>
                  </a:lnTo>
                  <a:lnTo>
                    <a:pt x="4276788" y="800100"/>
                  </a:lnTo>
                  <a:lnTo>
                    <a:pt x="4276788" y="781050"/>
                  </a:lnTo>
                  <a:close/>
                </a:path>
                <a:path w="10382250" h="800100">
                  <a:moveTo>
                    <a:pt x="4350626" y="0"/>
                  </a:moveTo>
                  <a:lnTo>
                    <a:pt x="4293476" y="0"/>
                  </a:lnTo>
                  <a:lnTo>
                    <a:pt x="4293476" y="19050"/>
                  </a:lnTo>
                  <a:lnTo>
                    <a:pt x="4350626" y="19050"/>
                  </a:lnTo>
                  <a:lnTo>
                    <a:pt x="4350626" y="0"/>
                  </a:lnTo>
                  <a:close/>
                </a:path>
                <a:path w="10382250" h="800100">
                  <a:moveTo>
                    <a:pt x="4372203" y="781050"/>
                  </a:moveTo>
                  <a:lnTo>
                    <a:pt x="4315053" y="781050"/>
                  </a:lnTo>
                  <a:lnTo>
                    <a:pt x="4315053" y="800100"/>
                  </a:lnTo>
                  <a:lnTo>
                    <a:pt x="4372203" y="800100"/>
                  </a:lnTo>
                  <a:lnTo>
                    <a:pt x="4372203" y="781050"/>
                  </a:lnTo>
                  <a:close/>
                </a:path>
                <a:path w="10382250" h="800100">
                  <a:moveTo>
                    <a:pt x="4446041" y="0"/>
                  </a:moveTo>
                  <a:lnTo>
                    <a:pt x="4388891" y="0"/>
                  </a:lnTo>
                  <a:lnTo>
                    <a:pt x="4388891" y="19050"/>
                  </a:lnTo>
                  <a:lnTo>
                    <a:pt x="4446041" y="19050"/>
                  </a:lnTo>
                  <a:lnTo>
                    <a:pt x="4446041" y="0"/>
                  </a:lnTo>
                  <a:close/>
                </a:path>
                <a:path w="10382250" h="800100">
                  <a:moveTo>
                    <a:pt x="4467618" y="781050"/>
                  </a:moveTo>
                  <a:lnTo>
                    <a:pt x="4410468" y="781050"/>
                  </a:lnTo>
                  <a:lnTo>
                    <a:pt x="4410468" y="800100"/>
                  </a:lnTo>
                  <a:lnTo>
                    <a:pt x="4467618" y="800100"/>
                  </a:lnTo>
                  <a:lnTo>
                    <a:pt x="4467618" y="781050"/>
                  </a:lnTo>
                  <a:close/>
                </a:path>
                <a:path w="10382250" h="800100">
                  <a:moveTo>
                    <a:pt x="4541456" y="0"/>
                  </a:moveTo>
                  <a:lnTo>
                    <a:pt x="4484306" y="0"/>
                  </a:lnTo>
                  <a:lnTo>
                    <a:pt x="4484306" y="19050"/>
                  </a:lnTo>
                  <a:lnTo>
                    <a:pt x="4541456" y="19050"/>
                  </a:lnTo>
                  <a:lnTo>
                    <a:pt x="4541456" y="0"/>
                  </a:lnTo>
                  <a:close/>
                </a:path>
                <a:path w="10382250" h="800100">
                  <a:moveTo>
                    <a:pt x="4563034" y="781050"/>
                  </a:moveTo>
                  <a:lnTo>
                    <a:pt x="4505884" y="781050"/>
                  </a:lnTo>
                  <a:lnTo>
                    <a:pt x="4505884" y="800100"/>
                  </a:lnTo>
                  <a:lnTo>
                    <a:pt x="4563034" y="800100"/>
                  </a:lnTo>
                  <a:lnTo>
                    <a:pt x="4563034" y="781050"/>
                  </a:lnTo>
                  <a:close/>
                </a:path>
                <a:path w="10382250" h="800100">
                  <a:moveTo>
                    <a:pt x="4636871" y="0"/>
                  </a:moveTo>
                  <a:lnTo>
                    <a:pt x="4579721" y="0"/>
                  </a:lnTo>
                  <a:lnTo>
                    <a:pt x="4579721" y="19050"/>
                  </a:lnTo>
                  <a:lnTo>
                    <a:pt x="4636871" y="19050"/>
                  </a:lnTo>
                  <a:lnTo>
                    <a:pt x="4636871" y="0"/>
                  </a:lnTo>
                  <a:close/>
                </a:path>
                <a:path w="10382250" h="800100">
                  <a:moveTo>
                    <a:pt x="4658449" y="781050"/>
                  </a:moveTo>
                  <a:lnTo>
                    <a:pt x="4601299" y="781050"/>
                  </a:lnTo>
                  <a:lnTo>
                    <a:pt x="4601299" y="800100"/>
                  </a:lnTo>
                  <a:lnTo>
                    <a:pt x="4658449" y="800100"/>
                  </a:lnTo>
                  <a:lnTo>
                    <a:pt x="4658449" y="781050"/>
                  </a:lnTo>
                  <a:close/>
                </a:path>
                <a:path w="10382250" h="800100">
                  <a:moveTo>
                    <a:pt x="4732286" y="0"/>
                  </a:moveTo>
                  <a:lnTo>
                    <a:pt x="4675136" y="0"/>
                  </a:lnTo>
                  <a:lnTo>
                    <a:pt x="4675136" y="19050"/>
                  </a:lnTo>
                  <a:lnTo>
                    <a:pt x="4732286" y="19050"/>
                  </a:lnTo>
                  <a:lnTo>
                    <a:pt x="4732286" y="0"/>
                  </a:lnTo>
                  <a:close/>
                </a:path>
                <a:path w="10382250" h="800100">
                  <a:moveTo>
                    <a:pt x="4753851" y="781050"/>
                  </a:moveTo>
                  <a:lnTo>
                    <a:pt x="4696701" y="781050"/>
                  </a:lnTo>
                  <a:lnTo>
                    <a:pt x="4696701" y="800100"/>
                  </a:lnTo>
                  <a:lnTo>
                    <a:pt x="4753851" y="800100"/>
                  </a:lnTo>
                  <a:lnTo>
                    <a:pt x="4753851" y="781050"/>
                  </a:lnTo>
                  <a:close/>
                </a:path>
                <a:path w="10382250" h="800100">
                  <a:moveTo>
                    <a:pt x="4827702" y="0"/>
                  </a:moveTo>
                  <a:lnTo>
                    <a:pt x="4770552" y="0"/>
                  </a:lnTo>
                  <a:lnTo>
                    <a:pt x="4770552" y="19050"/>
                  </a:lnTo>
                  <a:lnTo>
                    <a:pt x="4827702" y="19050"/>
                  </a:lnTo>
                  <a:lnTo>
                    <a:pt x="4827702" y="0"/>
                  </a:lnTo>
                  <a:close/>
                </a:path>
                <a:path w="10382250" h="800100">
                  <a:moveTo>
                    <a:pt x="4849266" y="781050"/>
                  </a:moveTo>
                  <a:lnTo>
                    <a:pt x="4792116" y="781050"/>
                  </a:lnTo>
                  <a:lnTo>
                    <a:pt x="4792116" y="800100"/>
                  </a:lnTo>
                  <a:lnTo>
                    <a:pt x="4849266" y="800100"/>
                  </a:lnTo>
                  <a:lnTo>
                    <a:pt x="4849266" y="781050"/>
                  </a:lnTo>
                  <a:close/>
                </a:path>
                <a:path w="10382250" h="800100">
                  <a:moveTo>
                    <a:pt x="4923117" y="0"/>
                  </a:moveTo>
                  <a:lnTo>
                    <a:pt x="4865967" y="0"/>
                  </a:lnTo>
                  <a:lnTo>
                    <a:pt x="4865967" y="19050"/>
                  </a:lnTo>
                  <a:lnTo>
                    <a:pt x="4923117" y="19050"/>
                  </a:lnTo>
                  <a:lnTo>
                    <a:pt x="4923117" y="0"/>
                  </a:lnTo>
                  <a:close/>
                </a:path>
                <a:path w="10382250" h="800100">
                  <a:moveTo>
                    <a:pt x="4944681" y="781050"/>
                  </a:moveTo>
                  <a:lnTo>
                    <a:pt x="4887531" y="781050"/>
                  </a:lnTo>
                  <a:lnTo>
                    <a:pt x="4887531" y="800100"/>
                  </a:lnTo>
                  <a:lnTo>
                    <a:pt x="4944681" y="800100"/>
                  </a:lnTo>
                  <a:lnTo>
                    <a:pt x="4944681" y="781050"/>
                  </a:lnTo>
                  <a:close/>
                </a:path>
                <a:path w="10382250" h="800100">
                  <a:moveTo>
                    <a:pt x="5018532" y="0"/>
                  </a:moveTo>
                  <a:lnTo>
                    <a:pt x="4961382" y="0"/>
                  </a:lnTo>
                  <a:lnTo>
                    <a:pt x="4961382" y="19050"/>
                  </a:lnTo>
                  <a:lnTo>
                    <a:pt x="5018532" y="19050"/>
                  </a:lnTo>
                  <a:lnTo>
                    <a:pt x="5018532" y="0"/>
                  </a:lnTo>
                  <a:close/>
                </a:path>
                <a:path w="10382250" h="800100">
                  <a:moveTo>
                    <a:pt x="5040096" y="781050"/>
                  </a:moveTo>
                  <a:lnTo>
                    <a:pt x="4982946" y="781050"/>
                  </a:lnTo>
                  <a:lnTo>
                    <a:pt x="4982946" y="800100"/>
                  </a:lnTo>
                  <a:lnTo>
                    <a:pt x="5040096" y="800100"/>
                  </a:lnTo>
                  <a:lnTo>
                    <a:pt x="5040096" y="781050"/>
                  </a:lnTo>
                  <a:close/>
                </a:path>
                <a:path w="10382250" h="800100">
                  <a:moveTo>
                    <a:pt x="5113947" y="0"/>
                  </a:moveTo>
                  <a:lnTo>
                    <a:pt x="5056797" y="0"/>
                  </a:lnTo>
                  <a:lnTo>
                    <a:pt x="5056797" y="19050"/>
                  </a:lnTo>
                  <a:lnTo>
                    <a:pt x="5113947" y="19050"/>
                  </a:lnTo>
                  <a:lnTo>
                    <a:pt x="5113947" y="0"/>
                  </a:lnTo>
                  <a:close/>
                </a:path>
                <a:path w="10382250" h="800100">
                  <a:moveTo>
                    <a:pt x="5135511" y="781050"/>
                  </a:moveTo>
                  <a:lnTo>
                    <a:pt x="5078361" y="781050"/>
                  </a:lnTo>
                  <a:lnTo>
                    <a:pt x="5078361" y="800100"/>
                  </a:lnTo>
                  <a:lnTo>
                    <a:pt x="5135511" y="800100"/>
                  </a:lnTo>
                  <a:lnTo>
                    <a:pt x="5135511" y="781050"/>
                  </a:lnTo>
                  <a:close/>
                </a:path>
                <a:path w="10382250" h="800100">
                  <a:moveTo>
                    <a:pt x="5209362" y="0"/>
                  </a:moveTo>
                  <a:lnTo>
                    <a:pt x="5152212" y="0"/>
                  </a:lnTo>
                  <a:lnTo>
                    <a:pt x="5152212" y="19050"/>
                  </a:lnTo>
                  <a:lnTo>
                    <a:pt x="5209362" y="19050"/>
                  </a:lnTo>
                  <a:lnTo>
                    <a:pt x="5209362" y="0"/>
                  </a:lnTo>
                  <a:close/>
                </a:path>
                <a:path w="10382250" h="800100">
                  <a:moveTo>
                    <a:pt x="5230927" y="781050"/>
                  </a:moveTo>
                  <a:lnTo>
                    <a:pt x="5173777" y="781050"/>
                  </a:lnTo>
                  <a:lnTo>
                    <a:pt x="5173777" y="800100"/>
                  </a:lnTo>
                  <a:lnTo>
                    <a:pt x="5230927" y="800100"/>
                  </a:lnTo>
                  <a:lnTo>
                    <a:pt x="5230927" y="781050"/>
                  </a:lnTo>
                  <a:close/>
                </a:path>
                <a:path w="10382250" h="800100">
                  <a:moveTo>
                    <a:pt x="5304777" y="0"/>
                  </a:moveTo>
                  <a:lnTo>
                    <a:pt x="5247627" y="0"/>
                  </a:lnTo>
                  <a:lnTo>
                    <a:pt x="5247627" y="19050"/>
                  </a:lnTo>
                  <a:lnTo>
                    <a:pt x="5304777" y="19050"/>
                  </a:lnTo>
                  <a:lnTo>
                    <a:pt x="5304777" y="0"/>
                  </a:lnTo>
                  <a:close/>
                </a:path>
                <a:path w="10382250" h="800100">
                  <a:moveTo>
                    <a:pt x="5326342" y="781050"/>
                  </a:moveTo>
                  <a:lnTo>
                    <a:pt x="5269192" y="781050"/>
                  </a:lnTo>
                  <a:lnTo>
                    <a:pt x="5269192" y="800100"/>
                  </a:lnTo>
                  <a:lnTo>
                    <a:pt x="5326342" y="800100"/>
                  </a:lnTo>
                  <a:lnTo>
                    <a:pt x="5326342" y="781050"/>
                  </a:lnTo>
                  <a:close/>
                </a:path>
                <a:path w="10382250" h="800100">
                  <a:moveTo>
                    <a:pt x="5400192" y="0"/>
                  </a:moveTo>
                  <a:lnTo>
                    <a:pt x="5343042" y="0"/>
                  </a:lnTo>
                  <a:lnTo>
                    <a:pt x="5343042" y="19050"/>
                  </a:lnTo>
                  <a:lnTo>
                    <a:pt x="5400192" y="19050"/>
                  </a:lnTo>
                  <a:lnTo>
                    <a:pt x="5400192" y="0"/>
                  </a:lnTo>
                  <a:close/>
                </a:path>
                <a:path w="10382250" h="800100">
                  <a:moveTo>
                    <a:pt x="5421757" y="781050"/>
                  </a:moveTo>
                  <a:lnTo>
                    <a:pt x="5364607" y="781050"/>
                  </a:lnTo>
                  <a:lnTo>
                    <a:pt x="5364607" y="800100"/>
                  </a:lnTo>
                  <a:lnTo>
                    <a:pt x="5421757" y="800100"/>
                  </a:lnTo>
                  <a:lnTo>
                    <a:pt x="5421757" y="781050"/>
                  </a:lnTo>
                  <a:close/>
                </a:path>
                <a:path w="10382250" h="800100">
                  <a:moveTo>
                    <a:pt x="5495607" y="0"/>
                  </a:moveTo>
                  <a:lnTo>
                    <a:pt x="5438457" y="0"/>
                  </a:lnTo>
                  <a:lnTo>
                    <a:pt x="5438457" y="19050"/>
                  </a:lnTo>
                  <a:lnTo>
                    <a:pt x="5495607" y="19050"/>
                  </a:lnTo>
                  <a:lnTo>
                    <a:pt x="5495607" y="0"/>
                  </a:lnTo>
                  <a:close/>
                </a:path>
                <a:path w="10382250" h="800100">
                  <a:moveTo>
                    <a:pt x="5517172" y="781050"/>
                  </a:moveTo>
                  <a:lnTo>
                    <a:pt x="5460022" y="781050"/>
                  </a:lnTo>
                  <a:lnTo>
                    <a:pt x="5460022" y="800100"/>
                  </a:lnTo>
                  <a:lnTo>
                    <a:pt x="5517172" y="800100"/>
                  </a:lnTo>
                  <a:lnTo>
                    <a:pt x="5517172" y="781050"/>
                  </a:lnTo>
                  <a:close/>
                </a:path>
                <a:path w="10382250" h="800100">
                  <a:moveTo>
                    <a:pt x="5591022" y="0"/>
                  </a:moveTo>
                  <a:lnTo>
                    <a:pt x="5533872" y="0"/>
                  </a:lnTo>
                  <a:lnTo>
                    <a:pt x="5533872" y="19050"/>
                  </a:lnTo>
                  <a:lnTo>
                    <a:pt x="5591022" y="19050"/>
                  </a:lnTo>
                  <a:lnTo>
                    <a:pt x="5591022" y="0"/>
                  </a:lnTo>
                  <a:close/>
                </a:path>
                <a:path w="10382250" h="800100">
                  <a:moveTo>
                    <a:pt x="5612587" y="781050"/>
                  </a:moveTo>
                  <a:lnTo>
                    <a:pt x="5555437" y="781050"/>
                  </a:lnTo>
                  <a:lnTo>
                    <a:pt x="5555437" y="800100"/>
                  </a:lnTo>
                  <a:lnTo>
                    <a:pt x="5612587" y="800100"/>
                  </a:lnTo>
                  <a:lnTo>
                    <a:pt x="5612587" y="781050"/>
                  </a:lnTo>
                  <a:close/>
                </a:path>
                <a:path w="10382250" h="800100">
                  <a:moveTo>
                    <a:pt x="5686425" y="0"/>
                  </a:moveTo>
                  <a:lnTo>
                    <a:pt x="5629275" y="0"/>
                  </a:lnTo>
                  <a:lnTo>
                    <a:pt x="5629275" y="19050"/>
                  </a:lnTo>
                  <a:lnTo>
                    <a:pt x="5686425" y="19050"/>
                  </a:lnTo>
                  <a:lnTo>
                    <a:pt x="5686425" y="0"/>
                  </a:lnTo>
                  <a:close/>
                </a:path>
                <a:path w="10382250" h="800100">
                  <a:moveTo>
                    <a:pt x="5708002" y="781050"/>
                  </a:moveTo>
                  <a:lnTo>
                    <a:pt x="5650852" y="781050"/>
                  </a:lnTo>
                  <a:lnTo>
                    <a:pt x="5650852" y="800100"/>
                  </a:lnTo>
                  <a:lnTo>
                    <a:pt x="5708002" y="800100"/>
                  </a:lnTo>
                  <a:lnTo>
                    <a:pt x="5708002" y="781050"/>
                  </a:lnTo>
                  <a:close/>
                </a:path>
                <a:path w="10382250" h="800100">
                  <a:moveTo>
                    <a:pt x="5781840" y="0"/>
                  </a:moveTo>
                  <a:lnTo>
                    <a:pt x="5724690" y="0"/>
                  </a:lnTo>
                  <a:lnTo>
                    <a:pt x="5724690" y="19050"/>
                  </a:lnTo>
                  <a:lnTo>
                    <a:pt x="5781840" y="19050"/>
                  </a:lnTo>
                  <a:lnTo>
                    <a:pt x="5781840" y="0"/>
                  </a:lnTo>
                  <a:close/>
                </a:path>
                <a:path w="10382250" h="800100">
                  <a:moveTo>
                    <a:pt x="5803417" y="781050"/>
                  </a:moveTo>
                  <a:lnTo>
                    <a:pt x="5746267" y="781050"/>
                  </a:lnTo>
                  <a:lnTo>
                    <a:pt x="5746267" y="800100"/>
                  </a:lnTo>
                  <a:lnTo>
                    <a:pt x="5803417" y="800100"/>
                  </a:lnTo>
                  <a:lnTo>
                    <a:pt x="5803417" y="781050"/>
                  </a:lnTo>
                  <a:close/>
                </a:path>
                <a:path w="10382250" h="800100">
                  <a:moveTo>
                    <a:pt x="5877255" y="0"/>
                  </a:moveTo>
                  <a:lnTo>
                    <a:pt x="5820105" y="0"/>
                  </a:lnTo>
                  <a:lnTo>
                    <a:pt x="5820105" y="19050"/>
                  </a:lnTo>
                  <a:lnTo>
                    <a:pt x="5877255" y="19050"/>
                  </a:lnTo>
                  <a:lnTo>
                    <a:pt x="5877255" y="0"/>
                  </a:lnTo>
                  <a:close/>
                </a:path>
                <a:path w="10382250" h="800100">
                  <a:moveTo>
                    <a:pt x="5898832" y="781050"/>
                  </a:moveTo>
                  <a:lnTo>
                    <a:pt x="5841682" y="781050"/>
                  </a:lnTo>
                  <a:lnTo>
                    <a:pt x="5841682" y="800100"/>
                  </a:lnTo>
                  <a:lnTo>
                    <a:pt x="5898832" y="800100"/>
                  </a:lnTo>
                  <a:lnTo>
                    <a:pt x="5898832" y="781050"/>
                  </a:lnTo>
                  <a:close/>
                </a:path>
                <a:path w="10382250" h="800100">
                  <a:moveTo>
                    <a:pt x="5972670" y="0"/>
                  </a:moveTo>
                  <a:lnTo>
                    <a:pt x="5915520" y="0"/>
                  </a:lnTo>
                  <a:lnTo>
                    <a:pt x="5915520" y="19050"/>
                  </a:lnTo>
                  <a:lnTo>
                    <a:pt x="5972670" y="19050"/>
                  </a:lnTo>
                  <a:lnTo>
                    <a:pt x="5972670" y="0"/>
                  </a:lnTo>
                  <a:close/>
                </a:path>
                <a:path w="10382250" h="800100">
                  <a:moveTo>
                    <a:pt x="5994247" y="781050"/>
                  </a:moveTo>
                  <a:lnTo>
                    <a:pt x="5937097" y="781050"/>
                  </a:lnTo>
                  <a:lnTo>
                    <a:pt x="5937097" y="800100"/>
                  </a:lnTo>
                  <a:lnTo>
                    <a:pt x="5994247" y="800100"/>
                  </a:lnTo>
                  <a:lnTo>
                    <a:pt x="5994247" y="781050"/>
                  </a:lnTo>
                  <a:close/>
                </a:path>
                <a:path w="10382250" h="800100">
                  <a:moveTo>
                    <a:pt x="6068085" y="0"/>
                  </a:moveTo>
                  <a:lnTo>
                    <a:pt x="6010935" y="0"/>
                  </a:lnTo>
                  <a:lnTo>
                    <a:pt x="6010935" y="19050"/>
                  </a:lnTo>
                  <a:lnTo>
                    <a:pt x="6068085" y="19050"/>
                  </a:lnTo>
                  <a:lnTo>
                    <a:pt x="6068085" y="0"/>
                  </a:lnTo>
                  <a:close/>
                </a:path>
                <a:path w="10382250" h="800100">
                  <a:moveTo>
                    <a:pt x="6089650" y="781050"/>
                  </a:moveTo>
                  <a:lnTo>
                    <a:pt x="6032500" y="781050"/>
                  </a:lnTo>
                  <a:lnTo>
                    <a:pt x="6032500" y="800100"/>
                  </a:lnTo>
                  <a:lnTo>
                    <a:pt x="6089650" y="800100"/>
                  </a:lnTo>
                  <a:lnTo>
                    <a:pt x="6089650" y="781050"/>
                  </a:lnTo>
                  <a:close/>
                </a:path>
                <a:path w="10382250" h="800100">
                  <a:moveTo>
                    <a:pt x="6163500" y="0"/>
                  </a:moveTo>
                  <a:lnTo>
                    <a:pt x="6106350" y="0"/>
                  </a:lnTo>
                  <a:lnTo>
                    <a:pt x="6106350" y="19050"/>
                  </a:lnTo>
                  <a:lnTo>
                    <a:pt x="6163500" y="19050"/>
                  </a:lnTo>
                  <a:lnTo>
                    <a:pt x="6163500" y="0"/>
                  </a:lnTo>
                  <a:close/>
                </a:path>
                <a:path w="10382250" h="800100">
                  <a:moveTo>
                    <a:pt x="6185065" y="781050"/>
                  </a:moveTo>
                  <a:lnTo>
                    <a:pt x="6127915" y="781050"/>
                  </a:lnTo>
                  <a:lnTo>
                    <a:pt x="6127915" y="800100"/>
                  </a:lnTo>
                  <a:lnTo>
                    <a:pt x="6185065" y="800100"/>
                  </a:lnTo>
                  <a:lnTo>
                    <a:pt x="6185065" y="781050"/>
                  </a:lnTo>
                  <a:close/>
                </a:path>
                <a:path w="10382250" h="800100">
                  <a:moveTo>
                    <a:pt x="6258915" y="0"/>
                  </a:moveTo>
                  <a:lnTo>
                    <a:pt x="6201765" y="0"/>
                  </a:lnTo>
                  <a:lnTo>
                    <a:pt x="6201765" y="19050"/>
                  </a:lnTo>
                  <a:lnTo>
                    <a:pt x="6258915" y="19050"/>
                  </a:lnTo>
                  <a:lnTo>
                    <a:pt x="6258915" y="0"/>
                  </a:lnTo>
                  <a:close/>
                </a:path>
                <a:path w="10382250" h="800100">
                  <a:moveTo>
                    <a:pt x="6280480" y="781050"/>
                  </a:moveTo>
                  <a:lnTo>
                    <a:pt x="6223330" y="781050"/>
                  </a:lnTo>
                  <a:lnTo>
                    <a:pt x="6223330" y="800100"/>
                  </a:lnTo>
                  <a:lnTo>
                    <a:pt x="6280480" y="800100"/>
                  </a:lnTo>
                  <a:lnTo>
                    <a:pt x="6280480" y="781050"/>
                  </a:lnTo>
                  <a:close/>
                </a:path>
                <a:path w="10382250" h="800100">
                  <a:moveTo>
                    <a:pt x="6354331" y="0"/>
                  </a:moveTo>
                  <a:lnTo>
                    <a:pt x="6297180" y="0"/>
                  </a:lnTo>
                  <a:lnTo>
                    <a:pt x="6297180" y="19050"/>
                  </a:lnTo>
                  <a:lnTo>
                    <a:pt x="6354331" y="19050"/>
                  </a:lnTo>
                  <a:lnTo>
                    <a:pt x="6354331" y="0"/>
                  </a:lnTo>
                  <a:close/>
                </a:path>
                <a:path w="10382250" h="800100">
                  <a:moveTo>
                    <a:pt x="6375895" y="781050"/>
                  </a:moveTo>
                  <a:lnTo>
                    <a:pt x="6318745" y="781050"/>
                  </a:lnTo>
                  <a:lnTo>
                    <a:pt x="6318745" y="800100"/>
                  </a:lnTo>
                  <a:lnTo>
                    <a:pt x="6375895" y="800100"/>
                  </a:lnTo>
                  <a:lnTo>
                    <a:pt x="6375895" y="781050"/>
                  </a:lnTo>
                  <a:close/>
                </a:path>
                <a:path w="10382250" h="800100">
                  <a:moveTo>
                    <a:pt x="6449746" y="0"/>
                  </a:moveTo>
                  <a:lnTo>
                    <a:pt x="6392596" y="0"/>
                  </a:lnTo>
                  <a:lnTo>
                    <a:pt x="6392596" y="19050"/>
                  </a:lnTo>
                  <a:lnTo>
                    <a:pt x="6449746" y="19050"/>
                  </a:lnTo>
                  <a:lnTo>
                    <a:pt x="6449746" y="0"/>
                  </a:lnTo>
                  <a:close/>
                </a:path>
                <a:path w="10382250" h="800100">
                  <a:moveTo>
                    <a:pt x="6471310" y="781050"/>
                  </a:moveTo>
                  <a:lnTo>
                    <a:pt x="6414160" y="781050"/>
                  </a:lnTo>
                  <a:lnTo>
                    <a:pt x="6414160" y="800100"/>
                  </a:lnTo>
                  <a:lnTo>
                    <a:pt x="6471310" y="800100"/>
                  </a:lnTo>
                  <a:lnTo>
                    <a:pt x="6471310" y="781050"/>
                  </a:lnTo>
                  <a:close/>
                </a:path>
                <a:path w="10382250" h="800100">
                  <a:moveTo>
                    <a:pt x="6545161" y="0"/>
                  </a:moveTo>
                  <a:lnTo>
                    <a:pt x="6488011" y="0"/>
                  </a:lnTo>
                  <a:lnTo>
                    <a:pt x="6488011" y="19050"/>
                  </a:lnTo>
                  <a:lnTo>
                    <a:pt x="6545161" y="19050"/>
                  </a:lnTo>
                  <a:lnTo>
                    <a:pt x="6545161" y="0"/>
                  </a:lnTo>
                  <a:close/>
                </a:path>
                <a:path w="10382250" h="800100">
                  <a:moveTo>
                    <a:pt x="6566725" y="781050"/>
                  </a:moveTo>
                  <a:lnTo>
                    <a:pt x="6509575" y="781050"/>
                  </a:lnTo>
                  <a:lnTo>
                    <a:pt x="6509575" y="800100"/>
                  </a:lnTo>
                  <a:lnTo>
                    <a:pt x="6566725" y="800100"/>
                  </a:lnTo>
                  <a:lnTo>
                    <a:pt x="6566725" y="781050"/>
                  </a:lnTo>
                  <a:close/>
                </a:path>
                <a:path w="10382250" h="800100">
                  <a:moveTo>
                    <a:pt x="6640576" y="0"/>
                  </a:moveTo>
                  <a:lnTo>
                    <a:pt x="6583426" y="0"/>
                  </a:lnTo>
                  <a:lnTo>
                    <a:pt x="6583426" y="19050"/>
                  </a:lnTo>
                  <a:lnTo>
                    <a:pt x="6640576" y="19050"/>
                  </a:lnTo>
                  <a:lnTo>
                    <a:pt x="6640576" y="0"/>
                  </a:lnTo>
                  <a:close/>
                </a:path>
                <a:path w="10382250" h="800100">
                  <a:moveTo>
                    <a:pt x="6662140" y="781050"/>
                  </a:moveTo>
                  <a:lnTo>
                    <a:pt x="6604990" y="781050"/>
                  </a:lnTo>
                  <a:lnTo>
                    <a:pt x="6604990" y="800100"/>
                  </a:lnTo>
                  <a:lnTo>
                    <a:pt x="6662140" y="800100"/>
                  </a:lnTo>
                  <a:lnTo>
                    <a:pt x="6662140" y="781050"/>
                  </a:lnTo>
                  <a:close/>
                </a:path>
                <a:path w="10382250" h="800100">
                  <a:moveTo>
                    <a:pt x="6735991" y="0"/>
                  </a:moveTo>
                  <a:lnTo>
                    <a:pt x="6678841" y="0"/>
                  </a:lnTo>
                  <a:lnTo>
                    <a:pt x="6678841" y="19050"/>
                  </a:lnTo>
                  <a:lnTo>
                    <a:pt x="6735991" y="19050"/>
                  </a:lnTo>
                  <a:lnTo>
                    <a:pt x="6735991" y="0"/>
                  </a:lnTo>
                  <a:close/>
                </a:path>
                <a:path w="10382250" h="800100">
                  <a:moveTo>
                    <a:pt x="6757556" y="781050"/>
                  </a:moveTo>
                  <a:lnTo>
                    <a:pt x="6700406" y="781050"/>
                  </a:lnTo>
                  <a:lnTo>
                    <a:pt x="6700406" y="800100"/>
                  </a:lnTo>
                  <a:lnTo>
                    <a:pt x="6757556" y="800100"/>
                  </a:lnTo>
                  <a:lnTo>
                    <a:pt x="6757556" y="781050"/>
                  </a:lnTo>
                  <a:close/>
                </a:path>
                <a:path w="10382250" h="800100">
                  <a:moveTo>
                    <a:pt x="6831406" y="0"/>
                  </a:moveTo>
                  <a:lnTo>
                    <a:pt x="6774256" y="0"/>
                  </a:lnTo>
                  <a:lnTo>
                    <a:pt x="6774256" y="19050"/>
                  </a:lnTo>
                  <a:lnTo>
                    <a:pt x="6831406" y="19050"/>
                  </a:lnTo>
                  <a:lnTo>
                    <a:pt x="6831406" y="0"/>
                  </a:lnTo>
                  <a:close/>
                </a:path>
                <a:path w="10382250" h="800100">
                  <a:moveTo>
                    <a:pt x="6852971" y="781050"/>
                  </a:moveTo>
                  <a:lnTo>
                    <a:pt x="6795821" y="781050"/>
                  </a:lnTo>
                  <a:lnTo>
                    <a:pt x="6795821" y="800100"/>
                  </a:lnTo>
                  <a:lnTo>
                    <a:pt x="6852971" y="800100"/>
                  </a:lnTo>
                  <a:lnTo>
                    <a:pt x="6852971" y="781050"/>
                  </a:lnTo>
                  <a:close/>
                </a:path>
                <a:path w="10382250" h="800100">
                  <a:moveTo>
                    <a:pt x="6926821" y="0"/>
                  </a:moveTo>
                  <a:lnTo>
                    <a:pt x="6869671" y="0"/>
                  </a:lnTo>
                  <a:lnTo>
                    <a:pt x="6869671" y="19050"/>
                  </a:lnTo>
                  <a:lnTo>
                    <a:pt x="6926821" y="19050"/>
                  </a:lnTo>
                  <a:lnTo>
                    <a:pt x="6926821" y="0"/>
                  </a:lnTo>
                  <a:close/>
                </a:path>
                <a:path w="10382250" h="800100">
                  <a:moveTo>
                    <a:pt x="6948386" y="781050"/>
                  </a:moveTo>
                  <a:lnTo>
                    <a:pt x="6891236" y="781050"/>
                  </a:lnTo>
                  <a:lnTo>
                    <a:pt x="6891236" y="800100"/>
                  </a:lnTo>
                  <a:lnTo>
                    <a:pt x="6948386" y="800100"/>
                  </a:lnTo>
                  <a:lnTo>
                    <a:pt x="6948386" y="781050"/>
                  </a:lnTo>
                  <a:close/>
                </a:path>
                <a:path w="10382250" h="800100">
                  <a:moveTo>
                    <a:pt x="7022224" y="0"/>
                  </a:moveTo>
                  <a:lnTo>
                    <a:pt x="6965074" y="0"/>
                  </a:lnTo>
                  <a:lnTo>
                    <a:pt x="6965074" y="19050"/>
                  </a:lnTo>
                  <a:lnTo>
                    <a:pt x="7022224" y="19050"/>
                  </a:lnTo>
                  <a:lnTo>
                    <a:pt x="7022224" y="0"/>
                  </a:lnTo>
                  <a:close/>
                </a:path>
                <a:path w="10382250" h="800100">
                  <a:moveTo>
                    <a:pt x="7043801" y="781050"/>
                  </a:moveTo>
                  <a:lnTo>
                    <a:pt x="6986651" y="781050"/>
                  </a:lnTo>
                  <a:lnTo>
                    <a:pt x="6986651" y="800100"/>
                  </a:lnTo>
                  <a:lnTo>
                    <a:pt x="7043801" y="800100"/>
                  </a:lnTo>
                  <a:lnTo>
                    <a:pt x="7043801" y="781050"/>
                  </a:lnTo>
                  <a:close/>
                </a:path>
                <a:path w="10382250" h="800100">
                  <a:moveTo>
                    <a:pt x="7117639" y="0"/>
                  </a:moveTo>
                  <a:lnTo>
                    <a:pt x="7060489" y="0"/>
                  </a:lnTo>
                  <a:lnTo>
                    <a:pt x="7060489" y="19050"/>
                  </a:lnTo>
                  <a:lnTo>
                    <a:pt x="7117639" y="19050"/>
                  </a:lnTo>
                  <a:lnTo>
                    <a:pt x="7117639" y="0"/>
                  </a:lnTo>
                  <a:close/>
                </a:path>
                <a:path w="10382250" h="800100">
                  <a:moveTo>
                    <a:pt x="7139216" y="781050"/>
                  </a:moveTo>
                  <a:lnTo>
                    <a:pt x="7082066" y="781050"/>
                  </a:lnTo>
                  <a:lnTo>
                    <a:pt x="7082066" y="800100"/>
                  </a:lnTo>
                  <a:lnTo>
                    <a:pt x="7139216" y="800100"/>
                  </a:lnTo>
                  <a:lnTo>
                    <a:pt x="7139216" y="781050"/>
                  </a:lnTo>
                  <a:close/>
                </a:path>
                <a:path w="10382250" h="800100">
                  <a:moveTo>
                    <a:pt x="7213054" y="0"/>
                  </a:moveTo>
                  <a:lnTo>
                    <a:pt x="7155904" y="0"/>
                  </a:lnTo>
                  <a:lnTo>
                    <a:pt x="7155904" y="19050"/>
                  </a:lnTo>
                  <a:lnTo>
                    <a:pt x="7213054" y="19050"/>
                  </a:lnTo>
                  <a:lnTo>
                    <a:pt x="7213054" y="0"/>
                  </a:lnTo>
                  <a:close/>
                </a:path>
                <a:path w="10382250" h="800100">
                  <a:moveTo>
                    <a:pt x="7234631" y="781050"/>
                  </a:moveTo>
                  <a:lnTo>
                    <a:pt x="7177481" y="781050"/>
                  </a:lnTo>
                  <a:lnTo>
                    <a:pt x="7177481" y="800100"/>
                  </a:lnTo>
                  <a:lnTo>
                    <a:pt x="7234631" y="800100"/>
                  </a:lnTo>
                  <a:lnTo>
                    <a:pt x="7234631" y="781050"/>
                  </a:lnTo>
                  <a:close/>
                </a:path>
                <a:path w="10382250" h="800100">
                  <a:moveTo>
                    <a:pt x="7308469" y="0"/>
                  </a:moveTo>
                  <a:lnTo>
                    <a:pt x="7251319" y="0"/>
                  </a:lnTo>
                  <a:lnTo>
                    <a:pt x="7251319" y="19050"/>
                  </a:lnTo>
                  <a:lnTo>
                    <a:pt x="7308469" y="19050"/>
                  </a:lnTo>
                  <a:lnTo>
                    <a:pt x="7308469" y="0"/>
                  </a:lnTo>
                  <a:close/>
                </a:path>
                <a:path w="10382250" h="800100">
                  <a:moveTo>
                    <a:pt x="7330046" y="781050"/>
                  </a:moveTo>
                  <a:lnTo>
                    <a:pt x="7272896" y="781050"/>
                  </a:lnTo>
                  <a:lnTo>
                    <a:pt x="7272896" y="800100"/>
                  </a:lnTo>
                  <a:lnTo>
                    <a:pt x="7330046" y="800100"/>
                  </a:lnTo>
                  <a:lnTo>
                    <a:pt x="7330046" y="781050"/>
                  </a:lnTo>
                  <a:close/>
                </a:path>
                <a:path w="10382250" h="800100">
                  <a:moveTo>
                    <a:pt x="7403884" y="0"/>
                  </a:moveTo>
                  <a:lnTo>
                    <a:pt x="7346734" y="0"/>
                  </a:lnTo>
                  <a:lnTo>
                    <a:pt x="7346734" y="19050"/>
                  </a:lnTo>
                  <a:lnTo>
                    <a:pt x="7403884" y="19050"/>
                  </a:lnTo>
                  <a:lnTo>
                    <a:pt x="7403884" y="0"/>
                  </a:lnTo>
                  <a:close/>
                </a:path>
                <a:path w="10382250" h="800100">
                  <a:moveTo>
                    <a:pt x="7425461" y="781050"/>
                  </a:moveTo>
                  <a:lnTo>
                    <a:pt x="7368311" y="781050"/>
                  </a:lnTo>
                  <a:lnTo>
                    <a:pt x="7368311" y="800100"/>
                  </a:lnTo>
                  <a:lnTo>
                    <a:pt x="7425461" y="800100"/>
                  </a:lnTo>
                  <a:lnTo>
                    <a:pt x="7425461" y="781050"/>
                  </a:lnTo>
                  <a:close/>
                </a:path>
                <a:path w="10382250" h="800100">
                  <a:moveTo>
                    <a:pt x="7499299" y="0"/>
                  </a:moveTo>
                  <a:lnTo>
                    <a:pt x="7442149" y="0"/>
                  </a:lnTo>
                  <a:lnTo>
                    <a:pt x="7442149" y="19050"/>
                  </a:lnTo>
                  <a:lnTo>
                    <a:pt x="7499299" y="19050"/>
                  </a:lnTo>
                  <a:lnTo>
                    <a:pt x="7499299" y="0"/>
                  </a:lnTo>
                  <a:close/>
                </a:path>
                <a:path w="10382250" h="800100">
                  <a:moveTo>
                    <a:pt x="7520864" y="781050"/>
                  </a:moveTo>
                  <a:lnTo>
                    <a:pt x="7463714" y="781050"/>
                  </a:lnTo>
                  <a:lnTo>
                    <a:pt x="7463714" y="800100"/>
                  </a:lnTo>
                  <a:lnTo>
                    <a:pt x="7520864" y="800100"/>
                  </a:lnTo>
                  <a:lnTo>
                    <a:pt x="7520864" y="781050"/>
                  </a:lnTo>
                  <a:close/>
                </a:path>
                <a:path w="10382250" h="800100">
                  <a:moveTo>
                    <a:pt x="7594714" y="0"/>
                  </a:moveTo>
                  <a:lnTo>
                    <a:pt x="7537564" y="0"/>
                  </a:lnTo>
                  <a:lnTo>
                    <a:pt x="7537564" y="19050"/>
                  </a:lnTo>
                  <a:lnTo>
                    <a:pt x="7594714" y="19050"/>
                  </a:lnTo>
                  <a:lnTo>
                    <a:pt x="7594714" y="0"/>
                  </a:lnTo>
                  <a:close/>
                </a:path>
                <a:path w="10382250" h="800100">
                  <a:moveTo>
                    <a:pt x="7616279" y="781050"/>
                  </a:moveTo>
                  <a:lnTo>
                    <a:pt x="7559129" y="781050"/>
                  </a:lnTo>
                  <a:lnTo>
                    <a:pt x="7559129" y="800100"/>
                  </a:lnTo>
                  <a:lnTo>
                    <a:pt x="7616279" y="800100"/>
                  </a:lnTo>
                  <a:lnTo>
                    <a:pt x="7616279" y="781050"/>
                  </a:lnTo>
                  <a:close/>
                </a:path>
                <a:path w="10382250" h="800100">
                  <a:moveTo>
                    <a:pt x="7690129" y="0"/>
                  </a:moveTo>
                  <a:lnTo>
                    <a:pt x="7632979" y="0"/>
                  </a:lnTo>
                  <a:lnTo>
                    <a:pt x="7632979" y="19050"/>
                  </a:lnTo>
                  <a:lnTo>
                    <a:pt x="7690129" y="19050"/>
                  </a:lnTo>
                  <a:lnTo>
                    <a:pt x="7690129" y="0"/>
                  </a:lnTo>
                  <a:close/>
                </a:path>
                <a:path w="10382250" h="800100">
                  <a:moveTo>
                    <a:pt x="7711694" y="781050"/>
                  </a:moveTo>
                  <a:lnTo>
                    <a:pt x="7654544" y="781050"/>
                  </a:lnTo>
                  <a:lnTo>
                    <a:pt x="7654544" y="800100"/>
                  </a:lnTo>
                  <a:lnTo>
                    <a:pt x="7711694" y="800100"/>
                  </a:lnTo>
                  <a:lnTo>
                    <a:pt x="7711694" y="781050"/>
                  </a:lnTo>
                  <a:close/>
                </a:path>
                <a:path w="10382250" h="800100">
                  <a:moveTo>
                    <a:pt x="7785544" y="0"/>
                  </a:moveTo>
                  <a:lnTo>
                    <a:pt x="7728394" y="0"/>
                  </a:lnTo>
                  <a:lnTo>
                    <a:pt x="7728394" y="19050"/>
                  </a:lnTo>
                  <a:lnTo>
                    <a:pt x="7785544" y="19050"/>
                  </a:lnTo>
                  <a:lnTo>
                    <a:pt x="7785544" y="0"/>
                  </a:lnTo>
                  <a:close/>
                </a:path>
                <a:path w="10382250" h="800100">
                  <a:moveTo>
                    <a:pt x="7807109" y="781050"/>
                  </a:moveTo>
                  <a:lnTo>
                    <a:pt x="7749959" y="781050"/>
                  </a:lnTo>
                  <a:lnTo>
                    <a:pt x="7749959" y="800100"/>
                  </a:lnTo>
                  <a:lnTo>
                    <a:pt x="7807109" y="800100"/>
                  </a:lnTo>
                  <a:lnTo>
                    <a:pt x="7807109" y="781050"/>
                  </a:lnTo>
                  <a:close/>
                </a:path>
                <a:path w="10382250" h="800100">
                  <a:moveTo>
                    <a:pt x="7880959" y="0"/>
                  </a:moveTo>
                  <a:lnTo>
                    <a:pt x="7823809" y="0"/>
                  </a:lnTo>
                  <a:lnTo>
                    <a:pt x="7823809" y="19050"/>
                  </a:lnTo>
                  <a:lnTo>
                    <a:pt x="7880959" y="19050"/>
                  </a:lnTo>
                  <a:lnTo>
                    <a:pt x="7880959" y="0"/>
                  </a:lnTo>
                  <a:close/>
                </a:path>
                <a:path w="10382250" h="800100">
                  <a:moveTo>
                    <a:pt x="7902524" y="781050"/>
                  </a:moveTo>
                  <a:lnTo>
                    <a:pt x="7845374" y="781050"/>
                  </a:lnTo>
                  <a:lnTo>
                    <a:pt x="7845374" y="800100"/>
                  </a:lnTo>
                  <a:lnTo>
                    <a:pt x="7902524" y="800100"/>
                  </a:lnTo>
                  <a:lnTo>
                    <a:pt x="7902524" y="781050"/>
                  </a:lnTo>
                  <a:close/>
                </a:path>
                <a:path w="10382250" h="800100">
                  <a:moveTo>
                    <a:pt x="7976375" y="0"/>
                  </a:moveTo>
                  <a:lnTo>
                    <a:pt x="7919225" y="0"/>
                  </a:lnTo>
                  <a:lnTo>
                    <a:pt x="7919225" y="19050"/>
                  </a:lnTo>
                  <a:lnTo>
                    <a:pt x="7976375" y="19050"/>
                  </a:lnTo>
                  <a:lnTo>
                    <a:pt x="7976375" y="0"/>
                  </a:lnTo>
                  <a:close/>
                </a:path>
                <a:path w="10382250" h="800100">
                  <a:moveTo>
                    <a:pt x="7997939" y="781050"/>
                  </a:moveTo>
                  <a:lnTo>
                    <a:pt x="7940789" y="781050"/>
                  </a:lnTo>
                  <a:lnTo>
                    <a:pt x="7940789" y="800100"/>
                  </a:lnTo>
                  <a:lnTo>
                    <a:pt x="7997939" y="800100"/>
                  </a:lnTo>
                  <a:lnTo>
                    <a:pt x="7997939" y="781050"/>
                  </a:lnTo>
                  <a:close/>
                </a:path>
                <a:path w="10382250" h="800100">
                  <a:moveTo>
                    <a:pt x="8071790" y="0"/>
                  </a:moveTo>
                  <a:lnTo>
                    <a:pt x="8014640" y="0"/>
                  </a:lnTo>
                  <a:lnTo>
                    <a:pt x="8014640" y="19050"/>
                  </a:lnTo>
                  <a:lnTo>
                    <a:pt x="8071790" y="19050"/>
                  </a:lnTo>
                  <a:lnTo>
                    <a:pt x="8071790" y="0"/>
                  </a:lnTo>
                  <a:close/>
                </a:path>
                <a:path w="10382250" h="800100">
                  <a:moveTo>
                    <a:pt x="8093354" y="781050"/>
                  </a:moveTo>
                  <a:lnTo>
                    <a:pt x="8036204" y="781050"/>
                  </a:lnTo>
                  <a:lnTo>
                    <a:pt x="8036204" y="800100"/>
                  </a:lnTo>
                  <a:lnTo>
                    <a:pt x="8093354" y="800100"/>
                  </a:lnTo>
                  <a:lnTo>
                    <a:pt x="8093354" y="781050"/>
                  </a:lnTo>
                  <a:close/>
                </a:path>
                <a:path w="10382250" h="800100">
                  <a:moveTo>
                    <a:pt x="8167205" y="0"/>
                  </a:moveTo>
                  <a:lnTo>
                    <a:pt x="8110055" y="0"/>
                  </a:lnTo>
                  <a:lnTo>
                    <a:pt x="8110055" y="19050"/>
                  </a:lnTo>
                  <a:lnTo>
                    <a:pt x="8167205" y="19050"/>
                  </a:lnTo>
                  <a:lnTo>
                    <a:pt x="8167205" y="0"/>
                  </a:lnTo>
                  <a:close/>
                </a:path>
                <a:path w="10382250" h="800100">
                  <a:moveTo>
                    <a:pt x="8188769" y="781050"/>
                  </a:moveTo>
                  <a:lnTo>
                    <a:pt x="8131619" y="781050"/>
                  </a:lnTo>
                  <a:lnTo>
                    <a:pt x="8131619" y="800100"/>
                  </a:lnTo>
                  <a:lnTo>
                    <a:pt x="8188769" y="800100"/>
                  </a:lnTo>
                  <a:lnTo>
                    <a:pt x="8188769" y="781050"/>
                  </a:lnTo>
                  <a:close/>
                </a:path>
                <a:path w="10382250" h="800100">
                  <a:moveTo>
                    <a:pt x="8262620" y="0"/>
                  </a:moveTo>
                  <a:lnTo>
                    <a:pt x="8205470" y="0"/>
                  </a:lnTo>
                  <a:lnTo>
                    <a:pt x="8205470" y="19050"/>
                  </a:lnTo>
                  <a:lnTo>
                    <a:pt x="8262620" y="19050"/>
                  </a:lnTo>
                  <a:lnTo>
                    <a:pt x="8262620" y="0"/>
                  </a:lnTo>
                  <a:close/>
                </a:path>
                <a:path w="10382250" h="800100">
                  <a:moveTo>
                    <a:pt x="8284184" y="781050"/>
                  </a:moveTo>
                  <a:lnTo>
                    <a:pt x="8227034" y="781050"/>
                  </a:lnTo>
                  <a:lnTo>
                    <a:pt x="8227034" y="800100"/>
                  </a:lnTo>
                  <a:lnTo>
                    <a:pt x="8284184" y="800100"/>
                  </a:lnTo>
                  <a:lnTo>
                    <a:pt x="8284184" y="781050"/>
                  </a:lnTo>
                  <a:close/>
                </a:path>
                <a:path w="10382250" h="800100">
                  <a:moveTo>
                    <a:pt x="8358035" y="0"/>
                  </a:moveTo>
                  <a:lnTo>
                    <a:pt x="8300885" y="0"/>
                  </a:lnTo>
                  <a:lnTo>
                    <a:pt x="8300885" y="19050"/>
                  </a:lnTo>
                  <a:lnTo>
                    <a:pt x="8358035" y="19050"/>
                  </a:lnTo>
                  <a:lnTo>
                    <a:pt x="8358035" y="0"/>
                  </a:lnTo>
                  <a:close/>
                </a:path>
                <a:path w="10382250" h="800100">
                  <a:moveTo>
                    <a:pt x="8379600" y="781050"/>
                  </a:moveTo>
                  <a:lnTo>
                    <a:pt x="8322450" y="781050"/>
                  </a:lnTo>
                  <a:lnTo>
                    <a:pt x="8322450" y="800100"/>
                  </a:lnTo>
                  <a:lnTo>
                    <a:pt x="8379600" y="800100"/>
                  </a:lnTo>
                  <a:lnTo>
                    <a:pt x="8379600" y="781050"/>
                  </a:lnTo>
                  <a:close/>
                </a:path>
                <a:path w="10382250" h="800100">
                  <a:moveTo>
                    <a:pt x="8453437" y="0"/>
                  </a:moveTo>
                  <a:lnTo>
                    <a:pt x="8396287" y="0"/>
                  </a:lnTo>
                  <a:lnTo>
                    <a:pt x="8396287" y="19050"/>
                  </a:lnTo>
                  <a:lnTo>
                    <a:pt x="8453437" y="19050"/>
                  </a:lnTo>
                  <a:lnTo>
                    <a:pt x="8453437" y="0"/>
                  </a:lnTo>
                  <a:close/>
                </a:path>
                <a:path w="10382250" h="800100">
                  <a:moveTo>
                    <a:pt x="8475015" y="781050"/>
                  </a:moveTo>
                  <a:lnTo>
                    <a:pt x="8417865" y="781050"/>
                  </a:lnTo>
                  <a:lnTo>
                    <a:pt x="8417865" y="800100"/>
                  </a:lnTo>
                  <a:lnTo>
                    <a:pt x="8475015" y="800100"/>
                  </a:lnTo>
                  <a:lnTo>
                    <a:pt x="8475015" y="781050"/>
                  </a:lnTo>
                  <a:close/>
                </a:path>
                <a:path w="10382250" h="800100">
                  <a:moveTo>
                    <a:pt x="8548853" y="0"/>
                  </a:moveTo>
                  <a:lnTo>
                    <a:pt x="8491703" y="0"/>
                  </a:lnTo>
                  <a:lnTo>
                    <a:pt x="8491703" y="19050"/>
                  </a:lnTo>
                  <a:lnTo>
                    <a:pt x="8548853" y="19050"/>
                  </a:lnTo>
                  <a:lnTo>
                    <a:pt x="8548853" y="0"/>
                  </a:lnTo>
                  <a:close/>
                </a:path>
                <a:path w="10382250" h="800100">
                  <a:moveTo>
                    <a:pt x="8570430" y="781050"/>
                  </a:moveTo>
                  <a:lnTo>
                    <a:pt x="8513280" y="781050"/>
                  </a:lnTo>
                  <a:lnTo>
                    <a:pt x="8513280" y="800100"/>
                  </a:lnTo>
                  <a:lnTo>
                    <a:pt x="8570430" y="800100"/>
                  </a:lnTo>
                  <a:lnTo>
                    <a:pt x="8570430" y="781050"/>
                  </a:lnTo>
                  <a:close/>
                </a:path>
                <a:path w="10382250" h="800100">
                  <a:moveTo>
                    <a:pt x="8644268" y="0"/>
                  </a:moveTo>
                  <a:lnTo>
                    <a:pt x="8587118" y="0"/>
                  </a:lnTo>
                  <a:lnTo>
                    <a:pt x="8587118" y="19050"/>
                  </a:lnTo>
                  <a:lnTo>
                    <a:pt x="8644268" y="19050"/>
                  </a:lnTo>
                  <a:lnTo>
                    <a:pt x="8644268" y="0"/>
                  </a:lnTo>
                  <a:close/>
                </a:path>
                <a:path w="10382250" h="800100">
                  <a:moveTo>
                    <a:pt x="8665845" y="781050"/>
                  </a:moveTo>
                  <a:lnTo>
                    <a:pt x="8608695" y="781050"/>
                  </a:lnTo>
                  <a:lnTo>
                    <a:pt x="8608695" y="800100"/>
                  </a:lnTo>
                  <a:lnTo>
                    <a:pt x="8665845" y="800100"/>
                  </a:lnTo>
                  <a:lnTo>
                    <a:pt x="8665845" y="781050"/>
                  </a:lnTo>
                  <a:close/>
                </a:path>
                <a:path w="10382250" h="800100">
                  <a:moveTo>
                    <a:pt x="8739683" y="0"/>
                  </a:moveTo>
                  <a:lnTo>
                    <a:pt x="8682533" y="0"/>
                  </a:lnTo>
                  <a:lnTo>
                    <a:pt x="8682533" y="19050"/>
                  </a:lnTo>
                  <a:lnTo>
                    <a:pt x="8739683" y="19050"/>
                  </a:lnTo>
                  <a:lnTo>
                    <a:pt x="8739683" y="0"/>
                  </a:lnTo>
                  <a:close/>
                </a:path>
                <a:path w="10382250" h="800100">
                  <a:moveTo>
                    <a:pt x="8761260" y="781050"/>
                  </a:moveTo>
                  <a:lnTo>
                    <a:pt x="8704110" y="781050"/>
                  </a:lnTo>
                  <a:lnTo>
                    <a:pt x="8704110" y="800100"/>
                  </a:lnTo>
                  <a:lnTo>
                    <a:pt x="8761260" y="800100"/>
                  </a:lnTo>
                  <a:lnTo>
                    <a:pt x="8761260" y="781050"/>
                  </a:lnTo>
                  <a:close/>
                </a:path>
                <a:path w="10382250" h="800100">
                  <a:moveTo>
                    <a:pt x="8835098" y="0"/>
                  </a:moveTo>
                  <a:lnTo>
                    <a:pt x="8777948" y="0"/>
                  </a:lnTo>
                  <a:lnTo>
                    <a:pt x="8777948" y="19050"/>
                  </a:lnTo>
                  <a:lnTo>
                    <a:pt x="8835098" y="19050"/>
                  </a:lnTo>
                  <a:lnTo>
                    <a:pt x="8835098" y="0"/>
                  </a:lnTo>
                  <a:close/>
                </a:path>
                <a:path w="10382250" h="800100">
                  <a:moveTo>
                    <a:pt x="8856662" y="781050"/>
                  </a:moveTo>
                  <a:lnTo>
                    <a:pt x="8799512" y="781050"/>
                  </a:lnTo>
                  <a:lnTo>
                    <a:pt x="8799512" y="800100"/>
                  </a:lnTo>
                  <a:lnTo>
                    <a:pt x="8856662" y="800100"/>
                  </a:lnTo>
                  <a:lnTo>
                    <a:pt x="8856662" y="781050"/>
                  </a:lnTo>
                  <a:close/>
                </a:path>
                <a:path w="10382250" h="800100">
                  <a:moveTo>
                    <a:pt x="8930513" y="0"/>
                  </a:moveTo>
                  <a:lnTo>
                    <a:pt x="8873363" y="0"/>
                  </a:lnTo>
                  <a:lnTo>
                    <a:pt x="8873363" y="19050"/>
                  </a:lnTo>
                  <a:lnTo>
                    <a:pt x="8930513" y="19050"/>
                  </a:lnTo>
                  <a:lnTo>
                    <a:pt x="8930513" y="0"/>
                  </a:lnTo>
                  <a:close/>
                </a:path>
                <a:path w="10382250" h="800100">
                  <a:moveTo>
                    <a:pt x="8952078" y="781050"/>
                  </a:moveTo>
                  <a:lnTo>
                    <a:pt x="8894928" y="781050"/>
                  </a:lnTo>
                  <a:lnTo>
                    <a:pt x="8894928" y="800100"/>
                  </a:lnTo>
                  <a:lnTo>
                    <a:pt x="8952078" y="800100"/>
                  </a:lnTo>
                  <a:lnTo>
                    <a:pt x="8952078" y="781050"/>
                  </a:lnTo>
                  <a:close/>
                </a:path>
                <a:path w="10382250" h="800100">
                  <a:moveTo>
                    <a:pt x="9025928" y="0"/>
                  </a:moveTo>
                  <a:lnTo>
                    <a:pt x="8968778" y="0"/>
                  </a:lnTo>
                  <a:lnTo>
                    <a:pt x="8968778" y="19050"/>
                  </a:lnTo>
                  <a:lnTo>
                    <a:pt x="9025928" y="19050"/>
                  </a:lnTo>
                  <a:lnTo>
                    <a:pt x="9025928" y="0"/>
                  </a:lnTo>
                  <a:close/>
                </a:path>
                <a:path w="10382250" h="800100">
                  <a:moveTo>
                    <a:pt x="9047493" y="781050"/>
                  </a:moveTo>
                  <a:lnTo>
                    <a:pt x="8990343" y="781050"/>
                  </a:lnTo>
                  <a:lnTo>
                    <a:pt x="8990343" y="800100"/>
                  </a:lnTo>
                  <a:lnTo>
                    <a:pt x="9047493" y="800100"/>
                  </a:lnTo>
                  <a:lnTo>
                    <a:pt x="9047493" y="781050"/>
                  </a:lnTo>
                  <a:close/>
                </a:path>
                <a:path w="10382250" h="800100">
                  <a:moveTo>
                    <a:pt x="9121343" y="0"/>
                  </a:moveTo>
                  <a:lnTo>
                    <a:pt x="9064193" y="0"/>
                  </a:lnTo>
                  <a:lnTo>
                    <a:pt x="9064193" y="19050"/>
                  </a:lnTo>
                  <a:lnTo>
                    <a:pt x="9121343" y="19050"/>
                  </a:lnTo>
                  <a:lnTo>
                    <a:pt x="9121343" y="0"/>
                  </a:lnTo>
                  <a:close/>
                </a:path>
                <a:path w="10382250" h="800100">
                  <a:moveTo>
                    <a:pt x="9142908" y="781050"/>
                  </a:moveTo>
                  <a:lnTo>
                    <a:pt x="9085758" y="781050"/>
                  </a:lnTo>
                  <a:lnTo>
                    <a:pt x="9085758" y="800100"/>
                  </a:lnTo>
                  <a:lnTo>
                    <a:pt x="9142908" y="800100"/>
                  </a:lnTo>
                  <a:lnTo>
                    <a:pt x="9142908" y="781050"/>
                  </a:lnTo>
                  <a:close/>
                </a:path>
                <a:path w="10382250" h="800100">
                  <a:moveTo>
                    <a:pt x="9216758" y="0"/>
                  </a:moveTo>
                  <a:lnTo>
                    <a:pt x="9159608" y="0"/>
                  </a:lnTo>
                  <a:lnTo>
                    <a:pt x="9159608" y="19050"/>
                  </a:lnTo>
                  <a:lnTo>
                    <a:pt x="9216758" y="19050"/>
                  </a:lnTo>
                  <a:lnTo>
                    <a:pt x="9216758" y="0"/>
                  </a:lnTo>
                  <a:close/>
                </a:path>
                <a:path w="10382250" h="800100">
                  <a:moveTo>
                    <a:pt x="9238323" y="781050"/>
                  </a:moveTo>
                  <a:lnTo>
                    <a:pt x="9181173" y="781050"/>
                  </a:lnTo>
                  <a:lnTo>
                    <a:pt x="9181173" y="800100"/>
                  </a:lnTo>
                  <a:lnTo>
                    <a:pt x="9238323" y="800100"/>
                  </a:lnTo>
                  <a:lnTo>
                    <a:pt x="9238323" y="781050"/>
                  </a:lnTo>
                  <a:close/>
                </a:path>
                <a:path w="10382250" h="800100">
                  <a:moveTo>
                    <a:pt x="9312173" y="0"/>
                  </a:moveTo>
                  <a:lnTo>
                    <a:pt x="9255023" y="0"/>
                  </a:lnTo>
                  <a:lnTo>
                    <a:pt x="9255023" y="19050"/>
                  </a:lnTo>
                  <a:lnTo>
                    <a:pt x="9312173" y="19050"/>
                  </a:lnTo>
                  <a:lnTo>
                    <a:pt x="9312173" y="0"/>
                  </a:lnTo>
                  <a:close/>
                </a:path>
                <a:path w="10382250" h="800100">
                  <a:moveTo>
                    <a:pt x="9333738" y="781050"/>
                  </a:moveTo>
                  <a:lnTo>
                    <a:pt x="9276588" y="781050"/>
                  </a:lnTo>
                  <a:lnTo>
                    <a:pt x="9276588" y="800100"/>
                  </a:lnTo>
                  <a:lnTo>
                    <a:pt x="9333738" y="800100"/>
                  </a:lnTo>
                  <a:lnTo>
                    <a:pt x="9333738" y="781050"/>
                  </a:lnTo>
                  <a:close/>
                </a:path>
                <a:path w="10382250" h="800100">
                  <a:moveTo>
                    <a:pt x="9407588" y="0"/>
                  </a:moveTo>
                  <a:lnTo>
                    <a:pt x="9350438" y="0"/>
                  </a:lnTo>
                  <a:lnTo>
                    <a:pt x="9350438" y="19050"/>
                  </a:lnTo>
                  <a:lnTo>
                    <a:pt x="9407588" y="19050"/>
                  </a:lnTo>
                  <a:lnTo>
                    <a:pt x="9407588" y="0"/>
                  </a:lnTo>
                  <a:close/>
                </a:path>
                <a:path w="10382250" h="800100">
                  <a:moveTo>
                    <a:pt x="9429153" y="781050"/>
                  </a:moveTo>
                  <a:lnTo>
                    <a:pt x="9372003" y="781050"/>
                  </a:lnTo>
                  <a:lnTo>
                    <a:pt x="9372003" y="800100"/>
                  </a:lnTo>
                  <a:lnTo>
                    <a:pt x="9429153" y="800100"/>
                  </a:lnTo>
                  <a:lnTo>
                    <a:pt x="9429153" y="781050"/>
                  </a:lnTo>
                  <a:close/>
                </a:path>
                <a:path w="10382250" h="800100">
                  <a:moveTo>
                    <a:pt x="9503004" y="0"/>
                  </a:moveTo>
                  <a:lnTo>
                    <a:pt x="9445854" y="0"/>
                  </a:lnTo>
                  <a:lnTo>
                    <a:pt x="9445854" y="19050"/>
                  </a:lnTo>
                  <a:lnTo>
                    <a:pt x="9503004" y="19050"/>
                  </a:lnTo>
                  <a:lnTo>
                    <a:pt x="9503004" y="0"/>
                  </a:lnTo>
                  <a:close/>
                </a:path>
                <a:path w="10382250" h="800100">
                  <a:moveTo>
                    <a:pt x="9524568" y="781050"/>
                  </a:moveTo>
                  <a:lnTo>
                    <a:pt x="9467418" y="781050"/>
                  </a:lnTo>
                  <a:lnTo>
                    <a:pt x="9467418" y="800100"/>
                  </a:lnTo>
                  <a:lnTo>
                    <a:pt x="9524568" y="800100"/>
                  </a:lnTo>
                  <a:lnTo>
                    <a:pt x="9524568" y="781050"/>
                  </a:lnTo>
                  <a:close/>
                </a:path>
                <a:path w="10382250" h="800100">
                  <a:moveTo>
                    <a:pt x="9598419" y="0"/>
                  </a:moveTo>
                  <a:lnTo>
                    <a:pt x="9541269" y="0"/>
                  </a:lnTo>
                  <a:lnTo>
                    <a:pt x="9541269" y="19050"/>
                  </a:lnTo>
                  <a:lnTo>
                    <a:pt x="9598419" y="19050"/>
                  </a:lnTo>
                  <a:lnTo>
                    <a:pt x="9598419" y="0"/>
                  </a:lnTo>
                  <a:close/>
                </a:path>
                <a:path w="10382250" h="800100">
                  <a:moveTo>
                    <a:pt x="9619983" y="781050"/>
                  </a:moveTo>
                  <a:lnTo>
                    <a:pt x="9562833" y="781050"/>
                  </a:lnTo>
                  <a:lnTo>
                    <a:pt x="9562833" y="800100"/>
                  </a:lnTo>
                  <a:lnTo>
                    <a:pt x="9619983" y="800100"/>
                  </a:lnTo>
                  <a:lnTo>
                    <a:pt x="9619983" y="781050"/>
                  </a:lnTo>
                  <a:close/>
                </a:path>
                <a:path w="10382250" h="800100">
                  <a:moveTo>
                    <a:pt x="9693834" y="0"/>
                  </a:moveTo>
                  <a:lnTo>
                    <a:pt x="9636684" y="0"/>
                  </a:lnTo>
                  <a:lnTo>
                    <a:pt x="9636684" y="19050"/>
                  </a:lnTo>
                  <a:lnTo>
                    <a:pt x="9693834" y="19050"/>
                  </a:lnTo>
                  <a:lnTo>
                    <a:pt x="9693834" y="0"/>
                  </a:lnTo>
                  <a:close/>
                </a:path>
                <a:path w="10382250" h="800100">
                  <a:moveTo>
                    <a:pt x="9715398" y="781050"/>
                  </a:moveTo>
                  <a:lnTo>
                    <a:pt x="9658248" y="781050"/>
                  </a:lnTo>
                  <a:lnTo>
                    <a:pt x="9658248" y="800100"/>
                  </a:lnTo>
                  <a:lnTo>
                    <a:pt x="9715398" y="800100"/>
                  </a:lnTo>
                  <a:lnTo>
                    <a:pt x="9715398" y="781050"/>
                  </a:lnTo>
                  <a:close/>
                </a:path>
                <a:path w="10382250" h="800100">
                  <a:moveTo>
                    <a:pt x="9789249" y="0"/>
                  </a:moveTo>
                  <a:lnTo>
                    <a:pt x="9732099" y="0"/>
                  </a:lnTo>
                  <a:lnTo>
                    <a:pt x="9732099" y="19050"/>
                  </a:lnTo>
                  <a:lnTo>
                    <a:pt x="9789249" y="19050"/>
                  </a:lnTo>
                  <a:lnTo>
                    <a:pt x="9789249" y="0"/>
                  </a:lnTo>
                  <a:close/>
                </a:path>
                <a:path w="10382250" h="800100">
                  <a:moveTo>
                    <a:pt x="9810813" y="781050"/>
                  </a:moveTo>
                  <a:lnTo>
                    <a:pt x="9753663" y="781050"/>
                  </a:lnTo>
                  <a:lnTo>
                    <a:pt x="9753663" y="800100"/>
                  </a:lnTo>
                  <a:lnTo>
                    <a:pt x="9810813" y="800100"/>
                  </a:lnTo>
                  <a:lnTo>
                    <a:pt x="9810813" y="781050"/>
                  </a:lnTo>
                  <a:close/>
                </a:path>
                <a:path w="10382250" h="800100">
                  <a:moveTo>
                    <a:pt x="9884651" y="0"/>
                  </a:moveTo>
                  <a:lnTo>
                    <a:pt x="9827501" y="0"/>
                  </a:lnTo>
                  <a:lnTo>
                    <a:pt x="9827501" y="19050"/>
                  </a:lnTo>
                  <a:lnTo>
                    <a:pt x="9884651" y="19050"/>
                  </a:lnTo>
                  <a:lnTo>
                    <a:pt x="9884651" y="0"/>
                  </a:lnTo>
                  <a:close/>
                </a:path>
                <a:path w="10382250" h="800100">
                  <a:moveTo>
                    <a:pt x="9906229" y="781050"/>
                  </a:moveTo>
                  <a:lnTo>
                    <a:pt x="9849079" y="781050"/>
                  </a:lnTo>
                  <a:lnTo>
                    <a:pt x="9849079" y="800100"/>
                  </a:lnTo>
                  <a:lnTo>
                    <a:pt x="9906229" y="800100"/>
                  </a:lnTo>
                  <a:lnTo>
                    <a:pt x="9906229" y="781050"/>
                  </a:lnTo>
                  <a:close/>
                </a:path>
                <a:path w="10382250" h="800100">
                  <a:moveTo>
                    <a:pt x="9980066" y="0"/>
                  </a:moveTo>
                  <a:lnTo>
                    <a:pt x="9922916" y="0"/>
                  </a:lnTo>
                  <a:lnTo>
                    <a:pt x="9922916" y="19050"/>
                  </a:lnTo>
                  <a:lnTo>
                    <a:pt x="9980066" y="19050"/>
                  </a:lnTo>
                  <a:lnTo>
                    <a:pt x="9980066" y="0"/>
                  </a:lnTo>
                  <a:close/>
                </a:path>
                <a:path w="10382250" h="800100">
                  <a:moveTo>
                    <a:pt x="10001644" y="781050"/>
                  </a:moveTo>
                  <a:lnTo>
                    <a:pt x="9944494" y="781050"/>
                  </a:lnTo>
                  <a:lnTo>
                    <a:pt x="9944494" y="800100"/>
                  </a:lnTo>
                  <a:lnTo>
                    <a:pt x="10001644" y="800100"/>
                  </a:lnTo>
                  <a:lnTo>
                    <a:pt x="10001644" y="781050"/>
                  </a:lnTo>
                  <a:close/>
                </a:path>
                <a:path w="10382250" h="800100">
                  <a:moveTo>
                    <a:pt x="10075481" y="0"/>
                  </a:moveTo>
                  <a:lnTo>
                    <a:pt x="10018331" y="0"/>
                  </a:lnTo>
                  <a:lnTo>
                    <a:pt x="10018331" y="19050"/>
                  </a:lnTo>
                  <a:lnTo>
                    <a:pt x="10075481" y="19050"/>
                  </a:lnTo>
                  <a:lnTo>
                    <a:pt x="10075481" y="0"/>
                  </a:lnTo>
                  <a:close/>
                </a:path>
                <a:path w="10382250" h="800100">
                  <a:moveTo>
                    <a:pt x="10097059" y="781050"/>
                  </a:moveTo>
                  <a:lnTo>
                    <a:pt x="10039909" y="781050"/>
                  </a:lnTo>
                  <a:lnTo>
                    <a:pt x="10039909" y="800100"/>
                  </a:lnTo>
                  <a:lnTo>
                    <a:pt x="10097059" y="800100"/>
                  </a:lnTo>
                  <a:lnTo>
                    <a:pt x="10097059" y="781050"/>
                  </a:lnTo>
                  <a:close/>
                </a:path>
                <a:path w="10382250" h="800100">
                  <a:moveTo>
                    <a:pt x="10170897" y="0"/>
                  </a:moveTo>
                  <a:lnTo>
                    <a:pt x="10113747" y="0"/>
                  </a:lnTo>
                  <a:lnTo>
                    <a:pt x="10113747" y="19050"/>
                  </a:lnTo>
                  <a:lnTo>
                    <a:pt x="10170897" y="19050"/>
                  </a:lnTo>
                  <a:lnTo>
                    <a:pt x="10170897" y="0"/>
                  </a:lnTo>
                  <a:close/>
                </a:path>
                <a:path w="10382250" h="800100">
                  <a:moveTo>
                    <a:pt x="10192474" y="781050"/>
                  </a:moveTo>
                  <a:lnTo>
                    <a:pt x="10135324" y="781050"/>
                  </a:lnTo>
                  <a:lnTo>
                    <a:pt x="10135324" y="800100"/>
                  </a:lnTo>
                  <a:lnTo>
                    <a:pt x="10192474" y="800100"/>
                  </a:lnTo>
                  <a:lnTo>
                    <a:pt x="10192474" y="781050"/>
                  </a:lnTo>
                  <a:close/>
                </a:path>
                <a:path w="10382250" h="800100">
                  <a:moveTo>
                    <a:pt x="10266312" y="0"/>
                  </a:moveTo>
                  <a:lnTo>
                    <a:pt x="10209162" y="0"/>
                  </a:lnTo>
                  <a:lnTo>
                    <a:pt x="10209162" y="19050"/>
                  </a:lnTo>
                  <a:lnTo>
                    <a:pt x="10266312" y="19050"/>
                  </a:lnTo>
                  <a:lnTo>
                    <a:pt x="10266312" y="0"/>
                  </a:lnTo>
                  <a:close/>
                </a:path>
                <a:path w="10382250" h="800100">
                  <a:moveTo>
                    <a:pt x="10287927" y="800061"/>
                  </a:moveTo>
                  <a:lnTo>
                    <a:pt x="10287737" y="781050"/>
                  </a:lnTo>
                  <a:lnTo>
                    <a:pt x="10230726" y="781050"/>
                  </a:lnTo>
                  <a:lnTo>
                    <a:pt x="10230726" y="800061"/>
                  </a:lnTo>
                  <a:lnTo>
                    <a:pt x="10287927" y="800061"/>
                  </a:lnTo>
                  <a:close/>
                </a:path>
                <a:path w="10382250" h="800100">
                  <a:moveTo>
                    <a:pt x="10360317" y="34467"/>
                  </a:moveTo>
                  <a:lnTo>
                    <a:pt x="10323462" y="7251"/>
                  </a:lnTo>
                  <a:lnTo>
                    <a:pt x="10305999" y="1917"/>
                  </a:lnTo>
                  <a:lnTo>
                    <a:pt x="10302202" y="20586"/>
                  </a:lnTo>
                  <a:lnTo>
                    <a:pt x="10309098" y="22313"/>
                  </a:lnTo>
                  <a:lnTo>
                    <a:pt x="10316172" y="24853"/>
                  </a:lnTo>
                  <a:lnTo>
                    <a:pt x="10345661" y="46634"/>
                  </a:lnTo>
                  <a:lnTo>
                    <a:pt x="10360317" y="34467"/>
                  </a:lnTo>
                  <a:close/>
                </a:path>
                <a:path w="10382250" h="800100">
                  <a:moveTo>
                    <a:pt x="10373131" y="745274"/>
                  </a:moveTo>
                  <a:lnTo>
                    <a:pt x="10355910" y="737184"/>
                  </a:lnTo>
                  <a:lnTo>
                    <a:pt x="10354196" y="740816"/>
                  </a:lnTo>
                  <a:lnTo>
                    <a:pt x="10350373" y="747204"/>
                  </a:lnTo>
                  <a:lnTo>
                    <a:pt x="10320642" y="773137"/>
                  </a:lnTo>
                  <a:lnTo>
                    <a:pt x="10329050" y="790206"/>
                  </a:lnTo>
                  <a:lnTo>
                    <a:pt x="10360673" y="765251"/>
                  </a:lnTo>
                  <a:lnTo>
                    <a:pt x="10370998" y="749795"/>
                  </a:lnTo>
                  <a:lnTo>
                    <a:pt x="10373131" y="745274"/>
                  </a:lnTo>
                  <a:close/>
                </a:path>
                <a:path w="10382250" h="800100">
                  <a:moveTo>
                    <a:pt x="10382250" y="646938"/>
                  </a:moveTo>
                  <a:lnTo>
                    <a:pt x="10363200" y="646938"/>
                  </a:lnTo>
                  <a:lnTo>
                    <a:pt x="10363200" y="704088"/>
                  </a:lnTo>
                  <a:lnTo>
                    <a:pt x="10382250" y="704088"/>
                  </a:lnTo>
                  <a:lnTo>
                    <a:pt x="10382250" y="646938"/>
                  </a:lnTo>
                  <a:close/>
                </a:path>
                <a:path w="10382250" h="800100">
                  <a:moveTo>
                    <a:pt x="10382250" y="551522"/>
                  </a:moveTo>
                  <a:lnTo>
                    <a:pt x="10363200" y="551522"/>
                  </a:lnTo>
                  <a:lnTo>
                    <a:pt x="10363200" y="608672"/>
                  </a:lnTo>
                  <a:lnTo>
                    <a:pt x="10382250" y="608672"/>
                  </a:lnTo>
                  <a:lnTo>
                    <a:pt x="10382250" y="551522"/>
                  </a:lnTo>
                  <a:close/>
                </a:path>
                <a:path w="10382250" h="800100">
                  <a:moveTo>
                    <a:pt x="10382250" y="456107"/>
                  </a:moveTo>
                  <a:lnTo>
                    <a:pt x="10363200" y="456107"/>
                  </a:lnTo>
                  <a:lnTo>
                    <a:pt x="10363200" y="513257"/>
                  </a:lnTo>
                  <a:lnTo>
                    <a:pt x="10382250" y="513257"/>
                  </a:lnTo>
                  <a:lnTo>
                    <a:pt x="10382250" y="456107"/>
                  </a:lnTo>
                  <a:close/>
                </a:path>
                <a:path w="10382250" h="800100">
                  <a:moveTo>
                    <a:pt x="10382250" y="360692"/>
                  </a:moveTo>
                  <a:lnTo>
                    <a:pt x="10363200" y="360692"/>
                  </a:lnTo>
                  <a:lnTo>
                    <a:pt x="10363200" y="417842"/>
                  </a:lnTo>
                  <a:lnTo>
                    <a:pt x="10382250" y="417842"/>
                  </a:lnTo>
                  <a:lnTo>
                    <a:pt x="10382250" y="360692"/>
                  </a:lnTo>
                  <a:close/>
                </a:path>
                <a:path w="10382250" h="800100">
                  <a:moveTo>
                    <a:pt x="10382250" y="265277"/>
                  </a:moveTo>
                  <a:lnTo>
                    <a:pt x="10363200" y="265277"/>
                  </a:lnTo>
                  <a:lnTo>
                    <a:pt x="10363200" y="322427"/>
                  </a:lnTo>
                  <a:lnTo>
                    <a:pt x="10382250" y="322427"/>
                  </a:lnTo>
                  <a:lnTo>
                    <a:pt x="10382250" y="265277"/>
                  </a:lnTo>
                  <a:close/>
                </a:path>
                <a:path w="10382250" h="800100">
                  <a:moveTo>
                    <a:pt x="10382250" y="169862"/>
                  </a:moveTo>
                  <a:lnTo>
                    <a:pt x="10363200" y="169862"/>
                  </a:lnTo>
                  <a:lnTo>
                    <a:pt x="10363200" y="227012"/>
                  </a:lnTo>
                  <a:lnTo>
                    <a:pt x="10382250" y="227012"/>
                  </a:lnTo>
                  <a:lnTo>
                    <a:pt x="10382250" y="169862"/>
                  </a:lnTo>
                  <a:close/>
                </a:path>
                <a:path w="10382250" h="800100">
                  <a:moveTo>
                    <a:pt x="10382250" y="95250"/>
                  </a:moveTo>
                  <a:lnTo>
                    <a:pt x="10381805" y="85877"/>
                  </a:lnTo>
                  <a:lnTo>
                    <a:pt x="10380447" y="76669"/>
                  </a:lnTo>
                  <a:lnTo>
                    <a:pt x="10379443" y="72707"/>
                  </a:lnTo>
                  <a:lnTo>
                    <a:pt x="10360965" y="77216"/>
                  </a:lnTo>
                  <a:lnTo>
                    <a:pt x="10361752" y="80391"/>
                  </a:lnTo>
                  <a:lnTo>
                    <a:pt x="10362844" y="87744"/>
                  </a:lnTo>
                  <a:lnTo>
                    <a:pt x="10363200" y="95250"/>
                  </a:lnTo>
                  <a:lnTo>
                    <a:pt x="10363200" y="131597"/>
                  </a:lnTo>
                  <a:lnTo>
                    <a:pt x="10382250" y="131597"/>
                  </a:lnTo>
                  <a:lnTo>
                    <a:pt x="10382250" y="9525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01725" y="5141848"/>
            <a:ext cx="5375275" cy="8688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35"/>
              </a:spcBef>
            </a:pPr>
            <a:r>
              <a:rPr sz="1450" b="1" spc="125" dirty="0">
                <a:solidFill>
                  <a:srgbClr val="1C1C1C"/>
                </a:solidFill>
                <a:latin typeface="Arial"/>
                <a:cs typeface="Arial"/>
              </a:rPr>
              <a:t>Открытие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i="1" spc="-60" dirty="0">
                <a:solidFill>
                  <a:srgbClr val="878787"/>
                </a:solidFill>
                <a:latin typeface="Arial"/>
                <a:cs typeface="Arial"/>
              </a:rPr>
              <a:t>"</a:t>
            </a:r>
            <a:r>
              <a:rPr sz="1400" i="1" spc="-60" dirty="0">
                <a:solidFill>
                  <a:srgbClr val="878787"/>
                </a:solidFill>
                <a:latin typeface="Arial"/>
                <a:cs typeface="Arial"/>
              </a:rPr>
              <a:t>Оказывается</a:t>
            </a:r>
            <a:r>
              <a:rPr sz="1500" i="1" spc="-60" dirty="0">
                <a:solidFill>
                  <a:srgbClr val="878787"/>
                </a:solidFill>
                <a:latin typeface="Arial"/>
                <a:cs typeface="Arial"/>
              </a:rPr>
              <a:t>,</a:t>
            </a:r>
            <a:r>
              <a:rPr sz="1500" i="1" spc="8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lang="ru-RU" sz="1400" i="1" dirty="0">
                <a:solidFill>
                  <a:srgbClr val="878787"/>
                </a:solidFill>
                <a:latin typeface="Arial"/>
                <a:cs typeface="Arial"/>
              </a:rPr>
              <a:t>мой проект</a:t>
            </a:r>
            <a:r>
              <a:rPr sz="1400" i="1" dirty="0">
                <a:solidFill>
                  <a:srgbClr val="878787"/>
                </a:solidFill>
                <a:latin typeface="Arial"/>
                <a:cs typeface="Arial"/>
              </a:rPr>
              <a:t> реально</a:t>
            </a:r>
            <a:r>
              <a:rPr sz="1400" i="1" spc="2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400" i="1" spc="-95" dirty="0">
                <a:solidFill>
                  <a:srgbClr val="878787"/>
                </a:solidFill>
                <a:latin typeface="Arial"/>
                <a:cs typeface="Arial"/>
              </a:rPr>
              <a:t>работает</a:t>
            </a:r>
            <a:r>
              <a:rPr sz="1500" i="1" spc="-95" dirty="0">
                <a:solidFill>
                  <a:srgbClr val="878787"/>
                </a:solidFill>
                <a:latin typeface="Arial"/>
                <a:cs typeface="Arial"/>
              </a:rPr>
              <a:t>..."</a:t>
            </a:r>
            <a:endParaRPr sz="1500" dirty="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52149" y="5705474"/>
            <a:ext cx="581025" cy="58102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C0FA43-856C-58A9-9CBB-E318864019D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072" y="5533532"/>
            <a:ext cx="838301" cy="776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95B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721" y="4673404"/>
            <a:ext cx="476250" cy="479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849" y="3476625"/>
            <a:ext cx="257175" cy="244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64949" y="1447799"/>
            <a:ext cx="339725" cy="2984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7874" y="6095999"/>
            <a:ext cx="476249" cy="4762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859212" y="1250314"/>
            <a:ext cx="4478655" cy="990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spc="-10" dirty="0"/>
              <a:t>СПАСИБО</a:t>
            </a:r>
            <a:r>
              <a:rPr sz="6300" b="1" spc="-10" dirty="0">
                <a:latin typeface="Calibri"/>
                <a:cs typeface="Calibri"/>
              </a:rPr>
              <a:t>!</a:t>
            </a:r>
            <a:endParaRPr sz="6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2537" y="2602864"/>
            <a:ext cx="460946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b="1" spc="225" dirty="0">
                <a:solidFill>
                  <a:srgbClr val="FEFEFE"/>
                </a:solidFill>
                <a:latin typeface="Arial"/>
                <a:cs typeface="Arial"/>
              </a:rPr>
              <a:t>Время</a:t>
            </a:r>
            <a:r>
              <a:rPr sz="2250" b="1" spc="10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2250" b="1" spc="160" dirty="0">
                <a:solidFill>
                  <a:srgbClr val="FEFEFE"/>
                </a:solidFill>
                <a:latin typeface="Arial"/>
                <a:cs typeface="Arial"/>
              </a:rPr>
              <a:t>для</a:t>
            </a:r>
            <a:r>
              <a:rPr sz="2250" b="1" spc="11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2250" b="1" spc="265" dirty="0">
                <a:solidFill>
                  <a:srgbClr val="FEFEFE"/>
                </a:solidFill>
                <a:latin typeface="Arial"/>
                <a:cs typeface="Arial"/>
              </a:rPr>
              <a:t>ваших</a:t>
            </a:r>
            <a:r>
              <a:rPr sz="2250" b="1" spc="-7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2250" b="1" spc="180" dirty="0">
                <a:solidFill>
                  <a:srgbClr val="FEFEFE"/>
                </a:solidFill>
                <a:latin typeface="Arial"/>
                <a:cs typeface="Arial"/>
              </a:rPr>
              <a:t>вопросов</a:t>
            </a:r>
            <a:endParaRPr sz="22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33499" y="3457574"/>
            <a:ext cx="2981325" cy="2581275"/>
            <a:chOff x="1333499" y="3457574"/>
            <a:chExt cx="2981325" cy="2581275"/>
          </a:xfrm>
        </p:grpSpPr>
        <p:sp>
          <p:nvSpPr>
            <p:cNvPr id="10" name="object 10"/>
            <p:cNvSpPr/>
            <p:nvPr/>
          </p:nvSpPr>
          <p:spPr>
            <a:xfrm>
              <a:off x="1333499" y="3457574"/>
              <a:ext cx="2981325" cy="2581275"/>
            </a:xfrm>
            <a:custGeom>
              <a:avLst/>
              <a:gdLst/>
              <a:ahLst/>
              <a:cxnLst/>
              <a:rect l="l" t="t" r="r" b="b"/>
              <a:pathLst>
                <a:path w="2981325" h="2581275">
                  <a:moveTo>
                    <a:pt x="2790824" y="2581274"/>
                  </a:moveTo>
                  <a:lnTo>
                    <a:pt x="190499" y="2581274"/>
                  </a:lnTo>
                  <a:lnTo>
                    <a:pt x="171733" y="2580368"/>
                  </a:lnTo>
                  <a:lnTo>
                    <a:pt x="117598" y="2566773"/>
                  </a:lnTo>
                  <a:lnTo>
                    <a:pt x="69706" y="2538107"/>
                  </a:lnTo>
                  <a:lnTo>
                    <a:pt x="32075" y="2496630"/>
                  </a:lnTo>
                  <a:lnTo>
                    <a:pt x="8156" y="2445991"/>
                  </a:lnTo>
                  <a:lnTo>
                    <a:pt x="0" y="2390774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790824" y="0"/>
                  </a:lnTo>
                  <a:lnTo>
                    <a:pt x="2846041" y="8156"/>
                  </a:lnTo>
                  <a:lnTo>
                    <a:pt x="2896680" y="32075"/>
                  </a:lnTo>
                  <a:lnTo>
                    <a:pt x="2938157" y="69706"/>
                  </a:lnTo>
                  <a:lnTo>
                    <a:pt x="2966823" y="117598"/>
                  </a:lnTo>
                  <a:lnTo>
                    <a:pt x="2980418" y="171733"/>
                  </a:lnTo>
                  <a:lnTo>
                    <a:pt x="2981324" y="190499"/>
                  </a:lnTo>
                  <a:lnTo>
                    <a:pt x="2981324" y="2390774"/>
                  </a:lnTo>
                  <a:lnTo>
                    <a:pt x="2973167" y="2445991"/>
                  </a:lnTo>
                  <a:lnTo>
                    <a:pt x="2949249" y="2496630"/>
                  </a:lnTo>
                  <a:lnTo>
                    <a:pt x="2911617" y="2538107"/>
                  </a:lnTo>
                  <a:lnTo>
                    <a:pt x="2863725" y="2566773"/>
                  </a:lnTo>
                  <a:lnTo>
                    <a:pt x="2809590" y="2580368"/>
                  </a:lnTo>
                  <a:lnTo>
                    <a:pt x="2790824" y="2581274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33499" y="3457574"/>
              <a:ext cx="2981325" cy="2581275"/>
            </a:xfrm>
            <a:custGeom>
              <a:avLst/>
              <a:gdLst/>
              <a:ahLst/>
              <a:cxnLst/>
              <a:rect l="l" t="t" r="r" b="b"/>
              <a:pathLst>
                <a:path w="2981325" h="2581275">
                  <a:moveTo>
                    <a:pt x="2790824" y="2581274"/>
                  </a:moveTo>
                  <a:lnTo>
                    <a:pt x="190499" y="2581274"/>
                  </a:lnTo>
                  <a:lnTo>
                    <a:pt x="171733" y="2580368"/>
                  </a:lnTo>
                  <a:lnTo>
                    <a:pt x="117598" y="2566773"/>
                  </a:lnTo>
                  <a:lnTo>
                    <a:pt x="69706" y="2538107"/>
                  </a:lnTo>
                  <a:lnTo>
                    <a:pt x="32075" y="2496630"/>
                  </a:lnTo>
                  <a:lnTo>
                    <a:pt x="8156" y="2445991"/>
                  </a:lnTo>
                  <a:lnTo>
                    <a:pt x="0" y="2390774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790824" y="0"/>
                  </a:lnTo>
                  <a:lnTo>
                    <a:pt x="2846041" y="8156"/>
                  </a:lnTo>
                  <a:lnTo>
                    <a:pt x="2873364" y="19049"/>
                  </a:lnTo>
                  <a:lnTo>
                    <a:pt x="190499" y="19049"/>
                  </a:lnTo>
                  <a:lnTo>
                    <a:pt x="182077" y="19255"/>
                  </a:lnTo>
                  <a:lnTo>
                    <a:pt x="140730" y="26430"/>
                  </a:lnTo>
                  <a:lnTo>
                    <a:pt x="102365" y="43435"/>
                  </a:lnTo>
                  <a:lnTo>
                    <a:pt x="69266" y="69266"/>
                  </a:lnTo>
                  <a:lnTo>
                    <a:pt x="43435" y="102364"/>
                  </a:lnTo>
                  <a:lnTo>
                    <a:pt x="26430" y="140729"/>
                  </a:lnTo>
                  <a:lnTo>
                    <a:pt x="19255" y="182076"/>
                  </a:lnTo>
                  <a:lnTo>
                    <a:pt x="19049" y="190499"/>
                  </a:lnTo>
                  <a:lnTo>
                    <a:pt x="19049" y="2390774"/>
                  </a:lnTo>
                  <a:lnTo>
                    <a:pt x="24189" y="2432443"/>
                  </a:lnTo>
                  <a:lnTo>
                    <a:pt x="39292" y="2471596"/>
                  </a:lnTo>
                  <a:lnTo>
                    <a:pt x="63456" y="2505906"/>
                  </a:lnTo>
                  <a:lnTo>
                    <a:pt x="95247" y="2533329"/>
                  </a:lnTo>
                  <a:lnTo>
                    <a:pt x="132749" y="2552206"/>
                  </a:lnTo>
                  <a:lnTo>
                    <a:pt x="173694" y="2561400"/>
                  </a:lnTo>
                  <a:lnTo>
                    <a:pt x="190499" y="2562224"/>
                  </a:lnTo>
                  <a:lnTo>
                    <a:pt x="2873364" y="2562224"/>
                  </a:lnTo>
                  <a:lnTo>
                    <a:pt x="2863725" y="2566773"/>
                  </a:lnTo>
                  <a:lnTo>
                    <a:pt x="2846041" y="2573117"/>
                  </a:lnTo>
                  <a:lnTo>
                    <a:pt x="2827996" y="2577649"/>
                  </a:lnTo>
                  <a:lnTo>
                    <a:pt x="2809590" y="2580368"/>
                  </a:lnTo>
                  <a:lnTo>
                    <a:pt x="2790824" y="2581274"/>
                  </a:lnTo>
                  <a:close/>
                </a:path>
                <a:path w="2981325" h="2581275">
                  <a:moveTo>
                    <a:pt x="2873364" y="2562224"/>
                  </a:moveTo>
                  <a:lnTo>
                    <a:pt x="2790824" y="2562224"/>
                  </a:lnTo>
                  <a:lnTo>
                    <a:pt x="2799247" y="2562018"/>
                  </a:lnTo>
                  <a:lnTo>
                    <a:pt x="2807629" y="2561400"/>
                  </a:lnTo>
                  <a:lnTo>
                    <a:pt x="2848574" y="2552206"/>
                  </a:lnTo>
                  <a:lnTo>
                    <a:pt x="2886076" y="2533329"/>
                  </a:lnTo>
                  <a:lnTo>
                    <a:pt x="2917868" y="2505906"/>
                  </a:lnTo>
                  <a:lnTo>
                    <a:pt x="2942031" y="2471596"/>
                  </a:lnTo>
                  <a:lnTo>
                    <a:pt x="2957134" y="2432443"/>
                  </a:lnTo>
                  <a:lnTo>
                    <a:pt x="2962274" y="2390774"/>
                  </a:lnTo>
                  <a:lnTo>
                    <a:pt x="2962274" y="190499"/>
                  </a:lnTo>
                  <a:lnTo>
                    <a:pt x="2957134" y="148830"/>
                  </a:lnTo>
                  <a:lnTo>
                    <a:pt x="2942031" y="109677"/>
                  </a:lnTo>
                  <a:lnTo>
                    <a:pt x="2917868" y="75367"/>
                  </a:lnTo>
                  <a:lnTo>
                    <a:pt x="2886076" y="47944"/>
                  </a:lnTo>
                  <a:lnTo>
                    <a:pt x="2848574" y="29067"/>
                  </a:lnTo>
                  <a:lnTo>
                    <a:pt x="2807629" y="19873"/>
                  </a:lnTo>
                  <a:lnTo>
                    <a:pt x="2790824" y="19049"/>
                  </a:lnTo>
                  <a:lnTo>
                    <a:pt x="2873364" y="19049"/>
                  </a:lnTo>
                  <a:lnTo>
                    <a:pt x="2911618" y="43167"/>
                  </a:lnTo>
                  <a:lnTo>
                    <a:pt x="2949249" y="84643"/>
                  </a:lnTo>
                  <a:lnTo>
                    <a:pt x="2973167" y="135283"/>
                  </a:lnTo>
                  <a:lnTo>
                    <a:pt x="2981324" y="190499"/>
                  </a:lnTo>
                  <a:lnTo>
                    <a:pt x="2981324" y="2390774"/>
                  </a:lnTo>
                  <a:lnTo>
                    <a:pt x="2980513" y="2407579"/>
                  </a:lnTo>
                  <a:lnTo>
                    <a:pt x="2973167" y="2445991"/>
                  </a:lnTo>
                  <a:lnTo>
                    <a:pt x="2949249" y="2496630"/>
                  </a:lnTo>
                  <a:lnTo>
                    <a:pt x="2911618" y="2538107"/>
                  </a:lnTo>
                  <a:lnTo>
                    <a:pt x="2880716" y="2558754"/>
                  </a:lnTo>
                  <a:lnTo>
                    <a:pt x="2873364" y="2562224"/>
                  </a:lnTo>
                  <a:close/>
                </a:path>
              </a:pathLst>
            </a:custGeom>
            <a:solidFill>
              <a:srgbClr val="FFFF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5549" y="3762374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6" y="644412"/>
                  </a:lnTo>
                  <a:lnTo>
                    <a:pt x="176222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8"/>
                  </a:lnTo>
                  <a:lnTo>
                    <a:pt x="56183" y="518588"/>
                  </a:lnTo>
                  <a:lnTo>
                    <a:pt x="35594" y="483262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0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7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3"/>
                  </a:lnTo>
                  <a:lnTo>
                    <a:pt x="615029" y="155021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3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2" y="660343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4675" y="3949699"/>
              <a:ext cx="358775" cy="28892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46163" y="4604680"/>
            <a:ext cx="1972945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110" dirty="0">
                <a:solidFill>
                  <a:srgbClr val="FFFFFF"/>
                </a:solidFill>
                <a:latin typeface="Arial"/>
                <a:cs typeface="Arial"/>
              </a:rPr>
              <a:t>ПРЕПОДАВАТЕЛЮ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43049" y="4991099"/>
            <a:ext cx="2562225" cy="742950"/>
            <a:chOff x="1543049" y="4991099"/>
            <a:chExt cx="2562225" cy="742950"/>
          </a:xfrm>
        </p:grpSpPr>
        <p:sp>
          <p:nvSpPr>
            <p:cNvPr id="16" name="object 16"/>
            <p:cNvSpPr/>
            <p:nvPr/>
          </p:nvSpPr>
          <p:spPr>
            <a:xfrm>
              <a:off x="1543049" y="4991099"/>
              <a:ext cx="2562225" cy="742950"/>
            </a:xfrm>
            <a:custGeom>
              <a:avLst/>
              <a:gdLst/>
              <a:ahLst/>
              <a:cxnLst/>
              <a:rect l="l" t="t" r="r" b="b"/>
              <a:pathLst>
                <a:path w="2562225" h="742950">
                  <a:moveTo>
                    <a:pt x="2466974" y="742949"/>
                  </a:moveTo>
                  <a:lnTo>
                    <a:pt x="95249" y="742949"/>
                  </a:lnTo>
                  <a:lnTo>
                    <a:pt x="85866" y="742496"/>
                  </a:lnTo>
                  <a:lnTo>
                    <a:pt x="42321" y="726912"/>
                  </a:lnTo>
                  <a:lnTo>
                    <a:pt x="11259" y="692645"/>
                  </a:lnTo>
                  <a:lnTo>
                    <a:pt x="0" y="6476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2466974" y="0"/>
                  </a:lnTo>
                  <a:lnTo>
                    <a:pt x="2511920" y="11259"/>
                  </a:lnTo>
                  <a:lnTo>
                    <a:pt x="2546186" y="42321"/>
                  </a:lnTo>
                  <a:lnTo>
                    <a:pt x="2561771" y="85866"/>
                  </a:lnTo>
                  <a:lnTo>
                    <a:pt x="2562224" y="95249"/>
                  </a:lnTo>
                  <a:lnTo>
                    <a:pt x="2562224" y="647699"/>
                  </a:lnTo>
                  <a:lnTo>
                    <a:pt x="2550964" y="692645"/>
                  </a:lnTo>
                  <a:lnTo>
                    <a:pt x="2519902" y="726912"/>
                  </a:lnTo>
                  <a:lnTo>
                    <a:pt x="2476357" y="742496"/>
                  </a:lnTo>
                  <a:lnTo>
                    <a:pt x="2466974" y="74294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43037" y="4991099"/>
              <a:ext cx="2562225" cy="742950"/>
            </a:xfrm>
            <a:custGeom>
              <a:avLst/>
              <a:gdLst/>
              <a:ahLst/>
              <a:cxnLst/>
              <a:rect l="l" t="t" r="r" b="b"/>
              <a:pathLst>
                <a:path w="2562225" h="742950">
                  <a:moveTo>
                    <a:pt x="19050" y="572820"/>
                  </a:moveTo>
                  <a:lnTo>
                    <a:pt x="0" y="572820"/>
                  </a:lnTo>
                  <a:lnTo>
                    <a:pt x="0" y="629970"/>
                  </a:lnTo>
                  <a:lnTo>
                    <a:pt x="19050" y="629970"/>
                  </a:lnTo>
                  <a:lnTo>
                    <a:pt x="19050" y="572820"/>
                  </a:lnTo>
                  <a:close/>
                </a:path>
                <a:path w="2562225" h="742950">
                  <a:moveTo>
                    <a:pt x="19050" y="477570"/>
                  </a:moveTo>
                  <a:lnTo>
                    <a:pt x="0" y="477570"/>
                  </a:lnTo>
                  <a:lnTo>
                    <a:pt x="0" y="534720"/>
                  </a:lnTo>
                  <a:lnTo>
                    <a:pt x="19050" y="534720"/>
                  </a:lnTo>
                  <a:lnTo>
                    <a:pt x="19050" y="477570"/>
                  </a:lnTo>
                  <a:close/>
                </a:path>
                <a:path w="2562225" h="742950">
                  <a:moveTo>
                    <a:pt x="19050" y="382320"/>
                  </a:moveTo>
                  <a:lnTo>
                    <a:pt x="0" y="382320"/>
                  </a:lnTo>
                  <a:lnTo>
                    <a:pt x="0" y="439470"/>
                  </a:lnTo>
                  <a:lnTo>
                    <a:pt x="19050" y="439470"/>
                  </a:lnTo>
                  <a:lnTo>
                    <a:pt x="19050" y="382320"/>
                  </a:lnTo>
                  <a:close/>
                </a:path>
                <a:path w="2562225" h="742950">
                  <a:moveTo>
                    <a:pt x="19050" y="287070"/>
                  </a:moveTo>
                  <a:lnTo>
                    <a:pt x="0" y="287070"/>
                  </a:lnTo>
                  <a:lnTo>
                    <a:pt x="0" y="344220"/>
                  </a:lnTo>
                  <a:lnTo>
                    <a:pt x="19050" y="344220"/>
                  </a:lnTo>
                  <a:lnTo>
                    <a:pt x="19050" y="287070"/>
                  </a:lnTo>
                  <a:close/>
                </a:path>
                <a:path w="2562225" h="742950">
                  <a:moveTo>
                    <a:pt x="19050" y="191820"/>
                  </a:moveTo>
                  <a:lnTo>
                    <a:pt x="0" y="191820"/>
                  </a:lnTo>
                  <a:lnTo>
                    <a:pt x="0" y="248970"/>
                  </a:lnTo>
                  <a:lnTo>
                    <a:pt x="19050" y="248970"/>
                  </a:lnTo>
                  <a:lnTo>
                    <a:pt x="19050" y="191820"/>
                  </a:lnTo>
                  <a:close/>
                </a:path>
                <a:path w="2562225" h="742950">
                  <a:moveTo>
                    <a:pt x="19050" y="96570"/>
                  </a:moveTo>
                  <a:lnTo>
                    <a:pt x="0" y="96570"/>
                  </a:lnTo>
                  <a:lnTo>
                    <a:pt x="0" y="153720"/>
                  </a:lnTo>
                  <a:lnTo>
                    <a:pt x="19050" y="153720"/>
                  </a:lnTo>
                  <a:lnTo>
                    <a:pt x="19050" y="96570"/>
                  </a:lnTo>
                  <a:close/>
                </a:path>
                <a:path w="2562225" h="742950">
                  <a:moveTo>
                    <a:pt x="48628" y="707898"/>
                  </a:moveTo>
                  <a:lnTo>
                    <a:pt x="24853" y="676871"/>
                  </a:lnTo>
                  <a:lnTo>
                    <a:pt x="21209" y="665353"/>
                  </a:lnTo>
                  <a:lnTo>
                    <a:pt x="2692" y="669772"/>
                  </a:lnTo>
                  <a:lnTo>
                    <a:pt x="21590" y="708101"/>
                  </a:lnTo>
                  <a:lnTo>
                    <a:pt x="36982" y="722947"/>
                  </a:lnTo>
                  <a:lnTo>
                    <a:pt x="48628" y="707898"/>
                  </a:lnTo>
                  <a:close/>
                </a:path>
                <a:path w="2562225" h="742950">
                  <a:moveTo>
                    <a:pt x="61048" y="27241"/>
                  </a:moveTo>
                  <a:lnTo>
                    <a:pt x="52489" y="10236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788" y="55549"/>
                  </a:lnTo>
                  <a:lnTo>
                    <a:pt x="26085" y="63500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1048" y="27241"/>
                  </a:lnTo>
                  <a:close/>
                </a:path>
                <a:path w="2562225" h="742950">
                  <a:moveTo>
                    <a:pt x="134239" y="723900"/>
                  </a:moveTo>
                  <a:lnTo>
                    <a:pt x="95250" y="723900"/>
                  </a:lnTo>
                  <a:lnTo>
                    <a:pt x="87744" y="723544"/>
                  </a:lnTo>
                  <a:lnTo>
                    <a:pt x="80391" y="722452"/>
                  </a:lnTo>
                  <a:lnTo>
                    <a:pt x="79527" y="722236"/>
                  </a:lnTo>
                  <a:lnTo>
                    <a:pt x="79489" y="722452"/>
                  </a:lnTo>
                  <a:lnTo>
                    <a:pt x="75603" y="740879"/>
                  </a:lnTo>
                  <a:lnTo>
                    <a:pt x="76669" y="741146"/>
                  </a:lnTo>
                  <a:lnTo>
                    <a:pt x="85877" y="742505"/>
                  </a:lnTo>
                  <a:lnTo>
                    <a:pt x="95250" y="742950"/>
                  </a:lnTo>
                  <a:lnTo>
                    <a:pt x="134239" y="742950"/>
                  </a:lnTo>
                  <a:lnTo>
                    <a:pt x="134239" y="723900"/>
                  </a:lnTo>
                  <a:close/>
                </a:path>
                <a:path w="2562225" h="742950">
                  <a:moveTo>
                    <a:pt x="152400" y="0"/>
                  </a:moveTo>
                  <a:lnTo>
                    <a:pt x="93408" y="0"/>
                  </a:lnTo>
                  <a:lnTo>
                    <a:pt x="93776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2562225" h="742950">
                  <a:moveTo>
                    <a:pt x="229489" y="723900"/>
                  </a:moveTo>
                  <a:lnTo>
                    <a:pt x="172339" y="723900"/>
                  </a:lnTo>
                  <a:lnTo>
                    <a:pt x="172339" y="742950"/>
                  </a:lnTo>
                  <a:lnTo>
                    <a:pt x="229489" y="742950"/>
                  </a:lnTo>
                  <a:lnTo>
                    <a:pt x="229489" y="723900"/>
                  </a:lnTo>
                  <a:close/>
                </a:path>
                <a:path w="2562225" h="742950">
                  <a:moveTo>
                    <a:pt x="24765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247650" y="19050"/>
                  </a:lnTo>
                  <a:lnTo>
                    <a:pt x="247650" y="0"/>
                  </a:lnTo>
                  <a:close/>
                </a:path>
                <a:path w="2562225" h="742950">
                  <a:moveTo>
                    <a:pt x="324739" y="723900"/>
                  </a:moveTo>
                  <a:lnTo>
                    <a:pt x="267589" y="723900"/>
                  </a:lnTo>
                  <a:lnTo>
                    <a:pt x="267589" y="742950"/>
                  </a:lnTo>
                  <a:lnTo>
                    <a:pt x="324739" y="742950"/>
                  </a:lnTo>
                  <a:lnTo>
                    <a:pt x="324739" y="723900"/>
                  </a:lnTo>
                  <a:close/>
                </a:path>
                <a:path w="2562225" h="742950">
                  <a:moveTo>
                    <a:pt x="342900" y="0"/>
                  </a:moveTo>
                  <a:lnTo>
                    <a:pt x="285750" y="0"/>
                  </a:lnTo>
                  <a:lnTo>
                    <a:pt x="285750" y="19050"/>
                  </a:lnTo>
                  <a:lnTo>
                    <a:pt x="342900" y="19050"/>
                  </a:lnTo>
                  <a:lnTo>
                    <a:pt x="342900" y="0"/>
                  </a:lnTo>
                  <a:close/>
                </a:path>
                <a:path w="2562225" h="742950">
                  <a:moveTo>
                    <a:pt x="419989" y="723900"/>
                  </a:moveTo>
                  <a:lnTo>
                    <a:pt x="362839" y="723900"/>
                  </a:lnTo>
                  <a:lnTo>
                    <a:pt x="362839" y="742950"/>
                  </a:lnTo>
                  <a:lnTo>
                    <a:pt x="419989" y="742950"/>
                  </a:lnTo>
                  <a:lnTo>
                    <a:pt x="419989" y="723900"/>
                  </a:lnTo>
                  <a:close/>
                </a:path>
                <a:path w="2562225" h="742950">
                  <a:moveTo>
                    <a:pt x="438150" y="0"/>
                  </a:moveTo>
                  <a:lnTo>
                    <a:pt x="381000" y="0"/>
                  </a:lnTo>
                  <a:lnTo>
                    <a:pt x="381000" y="19050"/>
                  </a:lnTo>
                  <a:lnTo>
                    <a:pt x="438150" y="19050"/>
                  </a:lnTo>
                  <a:lnTo>
                    <a:pt x="438150" y="0"/>
                  </a:lnTo>
                  <a:close/>
                </a:path>
                <a:path w="2562225" h="742950">
                  <a:moveTo>
                    <a:pt x="515239" y="723900"/>
                  </a:moveTo>
                  <a:lnTo>
                    <a:pt x="458089" y="723900"/>
                  </a:lnTo>
                  <a:lnTo>
                    <a:pt x="458089" y="742950"/>
                  </a:lnTo>
                  <a:lnTo>
                    <a:pt x="515239" y="742950"/>
                  </a:lnTo>
                  <a:lnTo>
                    <a:pt x="515239" y="723900"/>
                  </a:lnTo>
                  <a:close/>
                </a:path>
                <a:path w="2562225" h="742950">
                  <a:moveTo>
                    <a:pt x="533400" y="0"/>
                  </a:moveTo>
                  <a:lnTo>
                    <a:pt x="476250" y="0"/>
                  </a:lnTo>
                  <a:lnTo>
                    <a:pt x="476250" y="19050"/>
                  </a:lnTo>
                  <a:lnTo>
                    <a:pt x="533400" y="19050"/>
                  </a:lnTo>
                  <a:lnTo>
                    <a:pt x="533400" y="0"/>
                  </a:lnTo>
                  <a:close/>
                </a:path>
                <a:path w="2562225" h="742950">
                  <a:moveTo>
                    <a:pt x="610489" y="723900"/>
                  </a:moveTo>
                  <a:lnTo>
                    <a:pt x="553339" y="723900"/>
                  </a:lnTo>
                  <a:lnTo>
                    <a:pt x="553339" y="742950"/>
                  </a:lnTo>
                  <a:lnTo>
                    <a:pt x="610489" y="742950"/>
                  </a:lnTo>
                  <a:lnTo>
                    <a:pt x="610489" y="723900"/>
                  </a:lnTo>
                  <a:close/>
                </a:path>
                <a:path w="2562225" h="742950">
                  <a:moveTo>
                    <a:pt x="62865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628650" y="19050"/>
                  </a:lnTo>
                  <a:lnTo>
                    <a:pt x="628650" y="0"/>
                  </a:lnTo>
                  <a:close/>
                </a:path>
                <a:path w="2562225" h="742950">
                  <a:moveTo>
                    <a:pt x="705739" y="723900"/>
                  </a:moveTo>
                  <a:lnTo>
                    <a:pt x="648589" y="723900"/>
                  </a:lnTo>
                  <a:lnTo>
                    <a:pt x="648589" y="742950"/>
                  </a:lnTo>
                  <a:lnTo>
                    <a:pt x="705739" y="742950"/>
                  </a:lnTo>
                  <a:lnTo>
                    <a:pt x="705739" y="723900"/>
                  </a:lnTo>
                  <a:close/>
                </a:path>
                <a:path w="2562225" h="742950">
                  <a:moveTo>
                    <a:pt x="723900" y="0"/>
                  </a:moveTo>
                  <a:lnTo>
                    <a:pt x="666750" y="0"/>
                  </a:lnTo>
                  <a:lnTo>
                    <a:pt x="666750" y="19050"/>
                  </a:lnTo>
                  <a:lnTo>
                    <a:pt x="723900" y="19050"/>
                  </a:lnTo>
                  <a:lnTo>
                    <a:pt x="723900" y="0"/>
                  </a:lnTo>
                  <a:close/>
                </a:path>
                <a:path w="2562225" h="742950">
                  <a:moveTo>
                    <a:pt x="800989" y="723900"/>
                  </a:moveTo>
                  <a:lnTo>
                    <a:pt x="743839" y="723900"/>
                  </a:lnTo>
                  <a:lnTo>
                    <a:pt x="743839" y="742950"/>
                  </a:lnTo>
                  <a:lnTo>
                    <a:pt x="800989" y="742950"/>
                  </a:lnTo>
                  <a:lnTo>
                    <a:pt x="800989" y="723900"/>
                  </a:lnTo>
                  <a:close/>
                </a:path>
                <a:path w="2562225" h="742950">
                  <a:moveTo>
                    <a:pt x="819150" y="0"/>
                  </a:moveTo>
                  <a:lnTo>
                    <a:pt x="762000" y="0"/>
                  </a:lnTo>
                  <a:lnTo>
                    <a:pt x="762000" y="19050"/>
                  </a:lnTo>
                  <a:lnTo>
                    <a:pt x="819150" y="19050"/>
                  </a:lnTo>
                  <a:lnTo>
                    <a:pt x="819150" y="0"/>
                  </a:lnTo>
                  <a:close/>
                </a:path>
                <a:path w="2562225" h="742950">
                  <a:moveTo>
                    <a:pt x="896239" y="723900"/>
                  </a:moveTo>
                  <a:lnTo>
                    <a:pt x="839089" y="723900"/>
                  </a:lnTo>
                  <a:lnTo>
                    <a:pt x="839089" y="742950"/>
                  </a:lnTo>
                  <a:lnTo>
                    <a:pt x="896239" y="742950"/>
                  </a:lnTo>
                  <a:lnTo>
                    <a:pt x="896239" y="723900"/>
                  </a:lnTo>
                  <a:close/>
                </a:path>
                <a:path w="2562225" h="742950">
                  <a:moveTo>
                    <a:pt x="914400" y="0"/>
                  </a:moveTo>
                  <a:lnTo>
                    <a:pt x="857250" y="0"/>
                  </a:lnTo>
                  <a:lnTo>
                    <a:pt x="857250" y="19050"/>
                  </a:lnTo>
                  <a:lnTo>
                    <a:pt x="914400" y="19050"/>
                  </a:lnTo>
                  <a:lnTo>
                    <a:pt x="914400" y="0"/>
                  </a:lnTo>
                  <a:close/>
                </a:path>
                <a:path w="2562225" h="742950">
                  <a:moveTo>
                    <a:pt x="991489" y="723900"/>
                  </a:moveTo>
                  <a:lnTo>
                    <a:pt x="934339" y="723900"/>
                  </a:lnTo>
                  <a:lnTo>
                    <a:pt x="934339" y="742950"/>
                  </a:lnTo>
                  <a:lnTo>
                    <a:pt x="991489" y="742950"/>
                  </a:lnTo>
                  <a:lnTo>
                    <a:pt x="991489" y="723900"/>
                  </a:lnTo>
                  <a:close/>
                </a:path>
                <a:path w="2562225" h="742950">
                  <a:moveTo>
                    <a:pt x="1009650" y="0"/>
                  </a:moveTo>
                  <a:lnTo>
                    <a:pt x="952500" y="0"/>
                  </a:lnTo>
                  <a:lnTo>
                    <a:pt x="952500" y="19050"/>
                  </a:lnTo>
                  <a:lnTo>
                    <a:pt x="1009650" y="19050"/>
                  </a:lnTo>
                  <a:lnTo>
                    <a:pt x="1009650" y="0"/>
                  </a:lnTo>
                  <a:close/>
                </a:path>
                <a:path w="2562225" h="742950">
                  <a:moveTo>
                    <a:pt x="1086739" y="723900"/>
                  </a:moveTo>
                  <a:lnTo>
                    <a:pt x="1029589" y="723900"/>
                  </a:lnTo>
                  <a:lnTo>
                    <a:pt x="1029589" y="742950"/>
                  </a:lnTo>
                  <a:lnTo>
                    <a:pt x="1086739" y="742950"/>
                  </a:lnTo>
                  <a:lnTo>
                    <a:pt x="1086739" y="723900"/>
                  </a:lnTo>
                  <a:close/>
                </a:path>
                <a:path w="2562225" h="742950">
                  <a:moveTo>
                    <a:pt x="1104900" y="0"/>
                  </a:moveTo>
                  <a:lnTo>
                    <a:pt x="1047750" y="0"/>
                  </a:lnTo>
                  <a:lnTo>
                    <a:pt x="1047750" y="19050"/>
                  </a:lnTo>
                  <a:lnTo>
                    <a:pt x="1104900" y="19050"/>
                  </a:lnTo>
                  <a:lnTo>
                    <a:pt x="1104900" y="0"/>
                  </a:lnTo>
                  <a:close/>
                </a:path>
                <a:path w="2562225" h="742950">
                  <a:moveTo>
                    <a:pt x="1181989" y="723900"/>
                  </a:moveTo>
                  <a:lnTo>
                    <a:pt x="1124839" y="723900"/>
                  </a:lnTo>
                  <a:lnTo>
                    <a:pt x="1124839" y="742950"/>
                  </a:lnTo>
                  <a:lnTo>
                    <a:pt x="1181989" y="742950"/>
                  </a:lnTo>
                  <a:lnTo>
                    <a:pt x="1181989" y="723900"/>
                  </a:lnTo>
                  <a:close/>
                </a:path>
                <a:path w="2562225" h="742950">
                  <a:moveTo>
                    <a:pt x="1200150" y="0"/>
                  </a:moveTo>
                  <a:lnTo>
                    <a:pt x="1143000" y="0"/>
                  </a:lnTo>
                  <a:lnTo>
                    <a:pt x="1143000" y="19050"/>
                  </a:lnTo>
                  <a:lnTo>
                    <a:pt x="1200150" y="19050"/>
                  </a:lnTo>
                  <a:lnTo>
                    <a:pt x="1200150" y="0"/>
                  </a:lnTo>
                  <a:close/>
                </a:path>
                <a:path w="2562225" h="742950">
                  <a:moveTo>
                    <a:pt x="1277239" y="723900"/>
                  </a:moveTo>
                  <a:lnTo>
                    <a:pt x="1220089" y="723900"/>
                  </a:lnTo>
                  <a:lnTo>
                    <a:pt x="1220089" y="742950"/>
                  </a:lnTo>
                  <a:lnTo>
                    <a:pt x="1277239" y="742950"/>
                  </a:lnTo>
                  <a:lnTo>
                    <a:pt x="1277239" y="723900"/>
                  </a:lnTo>
                  <a:close/>
                </a:path>
                <a:path w="2562225" h="742950">
                  <a:moveTo>
                    <a:pt x="1295400" y="0"/>
                  </a:moveTo>
                  <a:lnTo>
                    <a:pt x="1238250" y="0"/>
                  </a:lnTo>
                  <a:lnTo>
                    <a:pt x="1238250" y="19050"/>
                  </a:lnTo>
                  <a:lnTo>
                    <a:pt x="1295400" y="19050"/>
                  </a:lnTo>
                  <a:lnTo>
                    <a:pt x="1295400" y="0"/>
                  </a:lnTo>
                  <a:close/>
                </a:path>
                <a:path w="2562225" h="742950">
                  <a:moveTo>
                    <a:pt x="1372489" y="723900"/>
                  </a:moveTo>
                  <a:lnTo>
                    <a:pt x="1315339" y="723900"/>
                  </a:lnTo>
                  <a:lnTo>
                    <a:pt x="1315339" y="742950"/>
                  </a:lnTo>
                  <a:lnTo>
                    <a:pt x="1372489" y="742950"/>
                  </a:lnTo>
                  <a:lnTo>
                    <a:pt x="1372489" y="723900"/>
                  </a:lnTo>
                  <a:close/>
                </a:path>
                <a:path w="2562225" h="742950">
                  <a:moveTo>
                    <a:pt x="1390650" y="0"/>
                  </a:moveTo>
                  <a:lnTo>
                    <a:pt x="1333500" y="0"/>
                  </a:lnTo>
                  <a:lnTo>
                    <a:pt x="1333500" y="19050"/>
                  </a:lnTo>
                  <a:lnTo>
                    <a:pt x="1390650" y="19050"/>
                  </a:lnTo>
                  <a:lnTo>
                    <a:pt x="1390650" y="0"/>
                  </a:lnTo>
                  <a:close/>
                </a:path>
                <a:path w="2562225" h="742950">
                  <a:moveTo>
                    <a:pt x="1467739" y="723900"/>
                  </a:moveTo>
                  <a:lnTo>
                    <a:pt x="1410589" y="723900"/>
                  </a:lnTo>
                  <a:lnTo>
                    <a:pt x="1410589" y="742950"/>
                  </a:lnTo>
                  <a:lnTo>
                    <a:pt x="1467739" y="742950"/>
                  </a:lnTo>
                  <a:lnTo>
                    <a:pt x="1467739" y="723900"/>
                  </a:lnTo>
                  <a:close/>
                </a:path>
                <a:path w="2562225" h="742950">
                  <a:moveTo>
                    <a:pt x="1485900" y="0"/>
                  </a:moveTo>
                  <a:lnTo>
                    <a:pt x="1428750" y="0"/>
                  </a:lnTo>
                  <a:lnTo>
                    <a:pt x="1428750" y="19050"/>
                  </a:lnTo>
                  <a:lnTo>
                    <a:pt x="1485900" y="19050"/>
                  </a:lnTo>
                  <a:lnTo>
                    <a:pt x="1485900" y="0"/>
                  </a:lnTo>
                  <a:close/>
                </a:path>
                <a:path w="2562225" h="742950">
                  <a:moveTo>
                    <a:pt x="1562989" y="723900"/>
                  </a:moveTo>
                  <a:lnTo>
                    <a:pt x="1505839" y="723900"/>
                  </a:lnTo>
                  <a:lnTo>
                    <a:pt x="1505839" y="742950"/>
                  </a:lnTo>
                  <a:lnTo>
                    <a:pt x="1562989" y="742950"/>
                  </a:lnTo>
                  <a:lnTo>
                    <a:pt x="1562989" y="723900"/>
                  </a:lnTo>
                  <a:close/>
                </a:path>
                <a:path w="2562225" h="742950">
                  <a:moveTo>
                    <a:pt x="1581150" y="0"/>
                  </a:moveTo>
                  <a:lnTo>
                    <a:pt x="1524000" y="0"/>
                  </a:lnTo>
                  <a:lnTo>
                    <a:pt x="1524000" y="19050"/>
                  </a:lnTo>
                  <a:lnTo>
                    <a:pt x="1581150" y="19050"/>
                  </a:lnTo>
                  <a:lnTo>
                    <a:pt x="1581150" y="0"/>
                  </a:lnTo>
                  <a:close/>
                </a:path>
                <a:path w="2562225" h="742950">
                  <a:moveTo>
                    <a:pt x="1658239" y="723900"/>
                  </a:moveTo>
                  <a:lnTo>
                    <a:pt x="1601089" y="723900"/>
                  </a:lnTo>
                  <a:lnTo>
                    <a:pt x="1601089" y="742950"/>
                  </a:lnTo>
                  <a:lnTo>
                    <a:pt x="1658239" y="742950"/>
                  </a:lnTo>
                  <a:lnTo>
                    <a:pt x="1658239" y="723900"/>
                  </a:lnTo>
                  <a:close/>
                </a:path>
                <a:path w="2562225" h="742950">
                  <a:moveTo>
                    <a:pt x="1676400" y="0"/>
                  </a:moveTo>
                  <a:lnTo>
                    <a:pt x="1619250" y="0"/>
                  </a:lnTo>
                  <a:lnTo>
                    <a:pt x="1619250" y="19050"/>
                  </a:lnTo>
                  <a:lnTo>
                    <a:pt x="1676400" y="19050"/>
                  </a:lnTo>
                  <a:lnTo>
                    <a:pt x="1676400" y="0"/>
                  </a:lnTo>
                  <a:close/>
                </a:path>
                <a:path w="2562225" h="742950">
                  <a:moveTo>
                    <a:pt x="1753489" y="723900"/>
                  </a:moveTo>
                  <a:lnTo>
                    <a:pt x="1696339" y="723900"/>
                  </a:lnTo>
                  <a:lnTo>
                    <a:pt x="1696339" y="742950"/>
                  </a:lnTo>
                  <a:lnTo>
                    <a:pt x="1753489" y="742950"/>
                  </a:lnTo>
                  <a:lnTo>
                    <a:pt x="1753489" y="723900"/>
                  </a:lnTo>
                  <a:close/>
                </a:path>
                <a:path w="2562225" h="742950">
                  <a:moveTo>
                    <a:pt x="1771650" y="0"/>
                  </a:moveTo>
                  <a:lnTo>
                    <a:pt x="1714500" y="0"/>
                  </a:lnTo>
                  <a:lnTo>
                    <a:pt x="1714500" y="19050"/>
                  </a:lnTo>
                  <a:lnTo>
                    <a:pt x="1771650" y="19050"/>
                  </a:lnTo>
                  <a:lnTo>
                    <a:pt x="1771650" y="0"/>
                  </a:lnTo>
                  <a:close/>
                </a:path>
                <a:path w="2562225" h="742950">
                  <a:moveTo>
                    <a:pt x="1848739" y="723900"/>
                  </a:moveTo>
                  <a:lnTo>
                    <a:pt x="1791589" y="723900"/>
                  </a:lnTo>
                  <a:lnTo>
                    <a:pt x="1791589" y="742950"/>
                  </a:lnTo>
                  <a:lnTo>
                    <a:pt x="1848739" y="742950"/>
                  </a:lnTo>
                  <a:lnTo>
                    <a:pt x="1848739" y="723900"/>
                  </a:lnTo>
                  <a:close/>
                </a:path>
                <a:path w="2562225" h="742950">
                  <a:moveTo>
                    <a:pt x="1866900" y="0"/>
                  </a:moveTo>
                  <a:lnTo>
                    <a:pt x="1809750" y="0"/>
                  </a:lnTo>
                  <a:lnTo>
                    <a:pt x="1809750" y="19050"/>
                  </a:lnTo>
                  <a:lnTo>
                    <a:pt x="1866900" y="19050"/>
                  </a:lnTo>
                  <a:lnTo>
                    <a:pt x="1866900" y="0"/>
                  </a:lnTo>
                  <a:close/>
                </a:path>
                <a:path w="2562225" h="742950">
                  <a:moveTo>
                    <a:pt x="1943989" y="723900"/>
                  </a:moveTo>
                  <a:lnTo>
                    <a:pt x="1886839" y="723900"/>
                  </a:lnTo>
                  <a:lnTo>
                    <a:pt x="1886839" y="742950"/>
                  </a:lnTo>
                  <a:lnTo>
                    <a:pt x="1943989" y="742950"/>
                  </a:lnTo>
                  <a:lnTo>
                    <a:pt x="1943989" y="723900"/>
                  </a:lnTo>
                  <a:close/>
                </a:path>
                <a:path w="2562225" h="742950">
                  <a:moveTo>
                    <a:pt x="1962150" y="0"/>
                  </a:moveTo>
                  <a:lnTo>
                    <a:pt x="1905000" y="0"/>
                  </a:lnTo>
                  <a:lnTo>
                    <a:pt x="1905000" y="19050"/>
                  </a:lnTo>
                  <a:lnTo>
                    <a:pt x="1962150" y="19050"/>
                  </a:lnTo>
                  <a:lnTo>
                    <a:pt x="1962150" y="0"/>
                  </a:lnTo>
                  <a:close/>
                </a:path>
                <a:path w="2562225" h="742950">
                  <a:moveTo>
                    <a:pt x="2039239" y="723900"/>
                  </a:moveTo>
                  <a:lnTo>
                    <a:pt x="1982089" y="723900"/>
                  </a:lnTo>
                  <a:lnTo>
                    <a:pt x="1982089" y="742950"/>
                  </a:lnTo>
                  <a:lnTo>
                    <a:pt x="2039239" y="742950"/>
                  </a:lnTo>
                  <a:lnTo>
                    <a:pt x="2039239" y="723900"/>
                  </a:lnTo>
                  <a:close/>
                </a:path>
                <a:path w="2562225" h="742950">
                  <a:moveTo>
                    <a:pt x="2057400" y="0"/>
                  </a:moveTo>
                  <a:lnTo>
                    <a:pt x="2000250" y="0"/>
                  </a:lnTo>
                  <a:lnTo>
                    <a:pt x="2000250" y="19050"/>
                  </a:lnTo>
                  <a:lnTo>
                    <a:pt x="2057400" y="19050"/>
                  </a:lnTo>
                  <a:lnTo>
                    <a:pt x="2057400" y="0"/>
                  </a:lnTo>
                  <a:close/>
                </a:path>
                <a:path w="2562225" h="742950">
                  <a:moveTo>
                    <a:pt x="2134489" y="723900"/>
                  </a:moveTo>
                  <a:lnTo>
                    <a:pt x="2077339" y="723900"/>
                  </a:lnTo>
                  <a:lnTo>
                    <a:pt x="2077339" y="742950"/>
                  </a:lnTo>
                  <a:lnTo>
                    <a:pt x="2134489" y="742950"/>
                  </a:lnTo>
                  <a:lnTo>
                    <a:pt x="2134489" y="723900"/>
                  </a:lnTo>
                  <a:close/>
                </a:path>
                <a:path w="2562225" h="742950">
                  <a:moveTo>
                    <a:pt x="2152650" y="0"/>
                  </a:moveTo>
                  <a:lnTo>
                    <a:pt x="2095500" y="0"/>
                  </a:lnTo>
                  <a:lnTo>
                    <a:pt x="2095500" y="19050"/>
                  </a:lnTo>
                  <a:lnTo>
                    <a:pt x="2152650" y="19050"/>
                  </a:lnTo>
                  <a:lnTo>
                    <a:pt x="2152650" y="0"/>
                  </a:lnTo>
                  <a:close/>
                </a:path>
                <a:path w="2562225" h="742950">
                  <a:moveTo>
                    <a:pt x="2229739" y="723900"/>
                  </a:moveTo>
                  <a:lnTo>
                    <a:pt x="2172589" y="723900"/>
                  </a:lnTo>
                  <a:lnTo>
                    <a:pt x="2172589" y="742950"/>
                  </a:lnTo>
                  <a:lnTo>
                    <a:pt x="2229739" y="742950"/>
                  </a:lnTo>
                  <a:lnTo>
                    <a:pt x="2229739" y="723900"/>
                  </a:lnTo>
                  <a:close/>
                </a:path>
                <a:path w="2562225" h="742950">
                  <a:moveTo>
                    <a:pt x="2247900" y="0"/>
                  </a:moveTo>
                  <a:lnTo>
                    <a:pt x="2190750" y="0"/>
                  </a:lnTo>
                  <a:lnTo>
                    <a:pt x="2190750" y="19050"/>
                  </a:lnTo>
                  <a:lnTo>
                    <a:pt x="2247900" y="19050"/>
                  </a:lnTo>
                  <a:lnTo>
                    <a:pt x="2247900" y="0"/>
                  </a:lnTo>
                  <a:close/>
                </a:path>
                <a:path w="2562225" h="742950">
                  <a:moveTo>
                    <a:pt x="2324989" y="723900"/>
                  </a:moveTo>
                  <a:lnTo>
                    <a:pt x="2267839" y="723900"/>
                  </a:lnTo>
                  <a:lnTo>
                    <a:pt x="2267839" y="742950"/>
                  </a:lnTo>
                  <a:lnTo>
                    <a:pt x="2324989" y="742950"/>
                  </a:lnTo>
                  <a:lnTo>
                    <a:pt x="2324989" y="723900"/>
                  </a:lnTo>
                  <a:close/>
                </a:path>
                <a:path w="2562225" h="742950">
                  <a:moveTo>
                    <a:pt x="2343150" y="0"/>
                  </a:moveTo>
                  <a:lnTo>
                    <a:pt x="2286000" y="0"/>
                  </a:lnTo>
                  <a:lnTo>
                    <a:pt x="2286000" y="19050"/>
                  </a:lnTo>
                  <a:lnTo>
                    <a:pt x="2343150" y="19050"/>
                  </a:lnTo>
                  <a:lnTo>
                    <a:pt x="2343150" y="0"/>
                  </a:lnTo>
                  <a:close/>
                </a:path>
                <a:path w="2562225" h="742950">
                  <a:moveTo>
                    <a:pt x="2420239" y="723900"/>
                  </a:moveTo>
                  <a:lnTo>
                    <a:pt x="2363089" y="723900"/>
                  </a:lnTo>
                  <a:lnTo>
                    <a:pt x="2363089" y="742950"/>
                  </a:lnTo>
                  <a:lnTo>
                    <a:pt x="2420239" y="742950"/>
                  </a:lnTo>
                  <a:lnTo>
                    <a:pt x="2420239" y="723900"/>
                  </a:lnTo>
                  <a:close/>
                </a:path>
                <a:path w="2562225" h="742950">
                  <a:moveTo>
                    <a:pt x="2438400" y="0"/>
                  </a:moveTo>
                  <a:lnTo>
                    <a:pt x="2381250" y="0"/>
                  </a:lnTo>
                  <a:lnTo>
                    <a:pt x="2381250" y="19050"/>
                  </a:lnTo>
                  <a:lnTo>
                    <a:pt x="2438400" y="19050"/>
                  </a:lnTo>
                  <a:lnTo>
                    <a:pt x="2438400" y="0"/>
                  </a:lnTo>
                  <a:close/>
                </a:path>
                <a:path w="2562225" h="742950">
                  <a:moveTo>
                    <a:pt x="2518118" y="727989"/>
                  </a:moveTo>
                  <a:lnTo>
                    <a:pt x="2507894" y="711936"/>
                  </a:lnTo>
                  <a:lnTo>
                    <a:pt x="2502941" y="714895"/>
                  </a:lnTo>
                  <a:lnTo>
                    <a:pt x="2496147" y="718108"/>
                  </a:lnTo>
                  <a:lnTo>
                    <a:pt x="2489073" y="720648"/>
                  </a:lnTo>
                  <a:lnTo>
                    <a:pt x="2481846" y="722452"/>
                  </a:lnTo>
                  <a:lnTo>
                    <a:pt x="2474493" y="723544"/>
                  </a:lnTo>
                  <a:lnTo>
                    <a:pt x="2466975" y="723900"/>
                  </a:lnTo>
                  <a:lnTo>
                    <a:pt x="2458339" y="723900"/>
                  </a:lnTo>
                  <a:lnTo>
                    <a:pt x="2458339" y="742950"/>
                  </a:lnTo>
                  <a:lnTo>
                    <a:pt x="2466975" y="742950"/>
                  </a:lnTo>
                  <a:lnTo>
                    <a:pt x="2476360" y="742505"/>
                  </a:lnTo>
                  <a:lnTo>
                    <a:pt x="2485567" y="741146"/>
                  </a:lnTo>
                  <a:lnTo>
                    <a:pt x="2494584" y="738873"/>
                  </a:lnTo>
                  <a:lnTo>
                    <a:pt x="2503436" y="735711"/>
                  </a:lnTo>
                  <a:lnTo>
                    <a:pt x="2511920" y="731697"/>
                  </a:lnTo>
                  <a:lnTo>
                    <a:pt x="2518118" y="727989"/>
                  </a:lnTo>
                  <a:close/>
                </a:path>
                <a:path w="2562225" h="742950">
                  <a:moveTo>
                    <a:pt x="2534145" y="27736"/>
                  </a:moveTo>
                  <a:lnTo>
                    <a:pt x="2494584" y="4089"/>
                  </a:lnTo>
                  <a:lnTo>
                    <a:pt x="2477160" y="571"/>
                  </a:lnTo>
                  <a:lnTo>
                    <a:pt x="2475115" y="19507"/>
                  </a:lnTo>
                  <a:lnTo>
                    <a:pt x="2481846" y="20510"/>
                  </a:lnTo>
                  <a:lnTo>
                    <a:pt x="2489073" y="22313"/>
                  </a:lnTo>
                  <a:lnTo>
                    <a:pt x="2520708" y="41236"/>
                  </a:lnTo>
                  <a:lnTo>
                    <a:pt x="2534145" y="27736"/>
                  </a:lnTo>
                  <a:close/>
                </a:path>
                <a:path w="2562225" h="742950">
                  <a:moveTo>
                    <a:pt x="2562225" y="637743"/>
                  </a:moveTo>
                  <a:lnTo>
                    <a:pt x="2543175" y="637743"/>
                  </a:lnTo>
                  <a:lnTo>
                    <a:pt x="2543175" y="647700"/>
                  </a:lnTo>
                  <a:lnTo>
                    <a:pt x="2542819" y="655218"/>
                  </a:lnTo>
                  <a:lnTo>
                    <a:pt x="2531808" y="687603"/>
                  </a:lnTo>
                  <a:lnTo>
                    <a:pt x="2548026" y="697585"/>
                  </a:lnTo>
                  <a:lnTo>
                    <a:pt x="2561780" y="657085"/>
                  </a:lnTo>
                  <a:lnTo>
                    <a:pt x="2562225" y="647700"/>
                  </a:lnTo>
                  <a:lnTo>
                    <a:pt x="2562225" y="637743"/>
                  </a:lnTo>
                  <a:close/>
                </a:path>
                <a:path w="2562225" h="742950">
                  <a:moveTo>
                    <a:pt x="2562225" y="542493"/>
                  </a:moveTo>
                  <a:lnTo>
                    <a:pt x="2543175" y="542493"/>
                  </a:lnTo>
                  <a:lnTo>
                    <a:pt x="2543175" y="599643"/>
                  </a:lnTo>
                  <a:lnTo>
                    <a:pt x="2562225" y="599643"/>
                  </a:lnTo>
                  <a:lnTo>
                    <a:pt x="2562225" y="542493"/>
                  </a:lnTo>
                  <a:close/>
                </a:path>
                <a:path w="2562225" h="742950">
                  <a:moveTo>
                    <a:pt x="2562225" y="447243"/>
                  </a:moveTo>
                  <a:lnTo>
                    <a:pt x="2543175" y="447243"/>
                  </a:lnTo>
                  <a:lnTo>
                    <a:pt x="2543175" y="504393"/>
                  </a:lnTo>
                  <a:lnTo>
                    <a:pt x="2562225" y="504393"/>
                  </a:lnTo>
                  <a:lnTo>
                    <a:pt x="2562225" y="447243"/>
                  </a:lnTo>
                  <a:close/>
                </a:path>
                <a:path w="2562225" h="742950">
                  <a:moveTo>
                    <a:pt x="2562225" y="351993"/>
                  </a:moveTo>
                  <a:lnTo>
                    <a:pt x="2543175" y="351993"/>
                  </a:lnTo>
                  <a:lnTo>
                    <a:pt x="2543175" y="409143"/>
                  </a:lnTo>
                  <a:lnTo>
                    <a:pt x="2562225" y="409143"/>
                  </a:lnTo>
                  <a:lnTo>
                    <a:pt x="2562225" y="351993"/>
                  </a:lnTo>
                  <a:close/>
                </a:path>
                <a:path w="2562225" h="742950">
                  <a:moveTo>
                    <a:pt x="2562225" y="256743"/>
                  </a:moveTo>
                  <a:lnTo>
                    <a:pt x="2543175" y="256743"/>
                  </a:lnTo>
                  <a:lnTo>
                    <a:pt x="2543175" y="313893"/>
                  </a:lnTo>
                  <a:lnTo>
                    <a:pt x="2562225" y="313893"/>
                  </a:lnTo>
                  <a:lnTo>
                    <a:pt x="2562225" y="256743"/>
                  </a:lnTo>
                  <a:close/>
                </a:path>
                <a:path w="2562225" h="742950">
                  <a:moveTo>
                    <a:pt x="2562225" y="161493"/>
                  </a:moveTo>
                  <a:lnTo>
                    <a:pt x="2543175" y="161493"/>
                  </a:lnTo>
                  <a:lnTo>
                    <a:pt x="2543175" y="218643"/>
                  </a:lnTo>
                  <a:lnTo>
                    <a:pt x="2562225" y="218643"/>
                  </a:lnTo>
                  <a:lnTo>
                    <a:pt x="2562225" y="161493"/>
                  </a:lnTo>
                  <a:close/>
                </a:path>
                <a:path w="2562225" h="742950">
                  <a:moveTo>
                    <a:pt x="2562225" y="95250"/>
                  </a:moveTo>
                  <a:lnTo>
                    <a:pt x="2561780" y="85877"/>
                  </a:lnTo>
                  <a:lnTo>
                    <a:pt x="2560421" y="76669"/>
                  </a:lnTo>
                  <a:lnTo>
                    <a:pt x="2558148" y="67652"/>
                  </a:lnTo>
                  <a:lnTo>
                    <a:pt x="2556713" y="63652"/>
                  </a:lnTo>
                  <a:lnTo>
                    <a:pt x="2538768" y="69964"/>
                  </a:lnTo>
                  <a:lnTo>
                    <a:pt x="2539923" y="73164"/>
                  </a:lnTo>
                  <a:lnTo>
                    <a:pt x="2541727" y="80391"/>
                  </a:lnTo>
                  <a:lnTo>
                    <a:pt x="2542819" y="87744"/>
                  </a:lnTo>
                  <a:lnTo>
                    <a:pt x="2543175" y="95250"/>
                  </a:lnTo>
                  <a:lnTo>
                    <a:pt x="2543175" y="123393"/>
                  </a:lnTo>
                  <a:lnTo>
                    <a:pt x="2562225" y="123393"/>
                  </a:lnTo>
                  <a:lnTo>
                    <a:pt x="2562225" y="9525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27100" y="5124578"/>
            <a:ext cx="219075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1020" marR="5080" indent="-528955">
              <a:lnSpc>
                <a:spcPct val="110000"/>
              </a:lnSpc>
              <a:spcBef>
                <a:spcPts val="95"/>
              </a:spcBef>
            </a:pP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"</a:t>
            </a:r>
            <a:r>
              <a:rPr sz="1250" i="1" dirty="0">
                <a:solidFill>
                  <a:srgbClr val="545454"/>
                </a:solidFill>
                <a:latin typeface="Arial"/>
                <a:cs typeface="Arial"/>
              </a:rPr>
              <a:t>Спасибо за</a:t>
            </a:r>
            <a:r>
              <a:rPr sz="1250" i="1" spc="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dirty="0">
                <a:solidFill>
                  <a:srgbClr val="545454"/>
                </a:solidFill>
                <a:latin typeface="Arial"/>
                <a:cs typeface="Arial"/>
              </a:rPr>
              <a:t>помощь</a:t>
            </a:r>
            <a:r>
              <a:rPr sz="1250" i="1" spc="-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dirty="0">
                <a:solidFill>
                  <a:srgbClr val="545454"/>
                </a:solidFill>
                <a:latin typeface="Arial"/>
                <a:cs typeface="Arial"/>
              </a:rPr>
              <a:t>с</a:t>
            </a:r>
            <a:r>
              <a:rPr sz="1250" i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spc="-20" dirty="0">
                <a:solidFill>
                  <a:srgbClr val="545454"/>
                </a:solidFill>
                <a:latin typeface="Arial"/>
                <a:cs typeface="Arial"/>
              </a:rPr>
              <a:t>кодом </a:t>
            </a:r>
            <a:r>
              <a:rPr sz="1250" i="1" dirty="0">
                <a:solidFill>
                  <a:srgbClr val="545454"/>
                </a:solidFill>
                <a:latin typeface="Arial"/>
                <a:cs typeface="Arial"/>
              </a:rPr>
              <a:t>и</a:t>
            </a:r>
            <a:r>
              <a:rPr sz="1250" i="1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spc="-10" dirty="0">
                <a:solidFill>
                  <a:srgbClr val="545454"/>
                </a:solidFill>
                <a:latin typeface="Arial"/>
                <a:cs typeface="Arial"/>
              </a:rPr>
              <a:t>поддержку</a:t>
            </a:r>
            <a:r>
              <a:rPr sz="1200" i="1" spc="-10" dirty="0">
                <a:solidFill>
                  <a:srgbClr val="545454"/>
                </a:solidFill>
                <a:latin typeface="Arial"/>
                <a:cs typeface="Arial"/>
              </a:rPr>
              <a:t>..."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00574" y="3457574"/>
            <a:ext cx="2990850" cy="2581275"/>
            <a:chOff x="4600574" y="3457574"/>
            <a:chExt cx="2990850" cy="2581275"/>
          </a:xfrm>
        </p:grpSpPr>
        <p:sp>
          <p:nvSpPr>
            <p:cNvPr id="20" name="object 20"/>
            <p:cNvSpPr/>
            <p:nvPr/>
          </p:nvSpPr>
          <p:spPr>
            <a:xfrm>
              <a:off x="4600574" y="3457574"/>
              <a:ext cx="2990850" cy="2581275"/>
            </a:xfrm>
            <a:custGeom>
              <a:avLst/>
              <a:gdLst/>
              <a:ahLst/>
              <a:cxnLst/>
              <a:rect l="l" t="t" r="r" b="b"/>
              <a:pathLst>
                <a:path w="2990850" h="2581275">
                  <a:moveTo>
                    <a:pt x="2800349" y="2581274"/>
                  </a:moveTo>
                  <a:lnTo>
                    <a:pt x="190499" y="2581274"/>
                  </a:lnTo>
                  <a:lnTo>
                    <a:pt x="171733" y="2580368"/>
                  </a:lnTo>
                  <a:lnTo>
                    <a:pt x="117598" y="2566773"/>
                  </a:lnTo>
                  <a:lnTo>
                    <a:pt x="69706" y="2538107"/>
                  </a:lnTo>
                  <a:lnTo>
                    <a:pt x="32075" y="2496630"/>
                  </a:lnTo>
                  <a:lnTo>
                    <a:pt x="8156" y="2445991"/>
                  </a:lnTo>
                  <a:lnTo>
                    <a:pt x="0" y="2390774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800349" y="0"/>
                  </a:lnTo>
                  <a:lnTo>
                    <a:pt x="2855566" y="8156"/>
                  </a:lnTo>
                  <a:lnTo>
                    <a:pt x="2906205" y="32075"/>
                  </a:lnTo>
                  <a:lnTo>
                    <a:pt x="2947682" y="69706"/>
                  </a:lnTo>
                  <a:lnTo>
                    <a:pt x="2976348" y="117598"/>
                  </a:lnTo>
                  <a:lnTo>
                    <a:pt x="2989943" y="171733"/>
                  </a:lnTo>
                  <a:lnTo>
                    <a:pt x="2990849" y="190499"/>
                  </a:lnTo>
                  <a:lnTo>
                    <a:pt x="2990849" y="2390774"/>
                  </a:lnTo>
                  <a:lnTo>
                    <a:pt x="2982692" y="2445991"/>
                  </a:lnTo>
                  <a:lnTo>
                    <a:pt x="2958774" y="2496630"/>
                  </a:lnTo>
                  <a:lnTo>
                    <a:pt x="2921142" y="2538107"/>
                  </a:lnTo>
                  <a:lnTo>
                    <a:pt x="2873250" y="2566773"/>
                  </a:lnTo>
                  <a:lnTo>
                    <a:pt x="2819115" y="2580368"/>
                  </a:lnTo>
                  <a:lnTo>
                    <a:pt x="2800349" y="2581274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00574" y="3457574"/>
              <a:ext cx="2990850" cy="2581275"/>
            </a:xfrm>
            <a:custGeom>
              <a:avLst/>
              <a:gdLst/>
              <a:ahLst/>
              <a:cxnLst/>
              <a:rect l="l" t="t" r="r" b="b"/>
              <a:pathLst>
                <a:path w="2990850" h="2581275">
                  <a:moveTo>
                    <a:pt x="2800349" y="2581274"/>
                  </a:moveTo>
                  <a:lnTo>
                    <a:pt x="190499" y="2581274"/>
                  </a:lnTo>
                  <a:lnTo>
                    <a:pt x="171733" y="2580368"/>
                  </a:lnTo>
                  <a:lnTo>
                    <a:pt x="117598" y="2566773"/>
                  </a:lnTo>
                  <a:lnTo>
                    <a:pt x="69706" y="2538107"/>
                  </a:lnTo>
                  <a:lnTo>
                    <a:pt x="32075" y="2496630"/>
                  </a:lnTo>
                  <a:lnTo>
                    <a:pt x="8156" y="2445991"/>
                  </a:lnTo>
                  <a:lnTo>
                    <a:pt x="0" y="2390774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800349" y="0"/>
                  </a:lnTo>
                  <a:lnTo>
                    <a:pt x="2855566" y="8156"/>
                  </a:lnTo>
                  <a:lnTo>
                    <a:pt x="2882889" y="19049"/>
                  </a:lnTo>
                  <a:lnTo>
                    <a:pt x="190499" y="19049"/>
                  </a:lnTo>
                  <a:lnTo>
                    <a:pt x="182076" y="19255"/>
                  </a:lnTo>
                  <a:lnTo>
                    <a:pt x="140730" y="26430"/>
                  </a:lnTo>
                  <a:lnTo>
                    <a:pt x="102364" y="43435"/>
                  </a:lnTo>
                  <a:lnTo>
                    <a:pt x="69265" y="69266"/>
                  </a:lnTo>
                  <a:lnTo>
                    <a:pt x="43435" y="102364"/>
                  </a:lnTo>
                  <a:lnTo>
                    <a:pt x="26429" y="140729"/>
                  </a:lnTo>
                  <a:lnTo>
                    <a:pt x="19255" y="182076"/>
                  </a:lnTo>
                  <a:lnTo>
                    <a:pt x="19049" y="190499"/>
                  </a:lnTo>
                  <a:lnTo>
                    <a:pt x="19049" y="2390774"/>
                  </a:lnTo>
                  <a:lnTo>
                    <a:pt x="24188" y="2432443"/>
                  </a:lnTo>
                  <a:lnTo>
                    <a:pt x="39292" y="2471596"/>
                  </a:lnTo>
                  <a:lnTo>
                    <a:pt x="63455" y="2505906"/>
                  </a:lnTo>
                  <a:lnTo>
                    <a:pt x="95246" y="2533329"/>
                  </a:lnTo>
                  <a:lnTo>
                    <a:pt x="132748" y="2552206"/>
                  </a:lnTo>
                  <a:lnTo>
                    <a:pt x="173694" y="2561400"/>
                  </a:lnTo>
                  <a:lnTo>
                    <a:pt x="190499" y="2562224"/>
                  </a:lnTo>
                  <a:lnTo>
                    <a:pt x="2882889" y="2562224"/>
                  </a:lnTo>
                  <a:lnTo>
                    <a:pt x="2873250" y="2566773"/>
                  </a:lnTo>
                  <a:lnTo>
                    <a:pt x="2855566" y="2573117"/>
                  </a:lnTo>
                  <a:lnTo>
                    <a:pt x="2837521" y="2577649"/>
                  </a:lnTo>
                  <a:lnTo>
                    <a:pt x="2819115" y="2580368"/>
                  </a:lnTo>
                  <a:lnTo>
                    <a:pt x="2800349" y="2581274"/>
                  </a:lnTo>
                  <a:close/>
                </a:path>
                <a:path w="2990850" h="2581275">
                  <a:moveTo>
                    <a:pt x="2882889" y="2562224"/>
                  </a:moveTo>
                  <a:lnTo>
                    <a:pt x="2800349" y="2562224"/>
                  </a:lnTo>
                  <a:lnTo>
                    <a:pt x="2808772" y="2562018"/>
                  </a:lnTo>
                  <a:lnTo>
                    <a:pt x="2817154" y="2561400"/>
                  </a:lnTo>
                  <a:lnTo>
                    <a:pt x="2858099" y="2552206"/>
                  </a:lnTo>
                  <a:lnTo>
                    <a:pt x="2895601" y="2533329"/>
                  </a:lnTo>
                  <a:lnTo>
                    <a:pt x="2927392" y="2505906"/>
                  </a:lnTo>
                  <a:lnTo>
                    <a:pt x="2951555" y="2471596"/>
                  </a:lnTo>
                  <a:lnTo>
                    <a:pt x="2966659" y="2432443"/>
                  </a:lnTo>
                  <a:lnTo>
                    <a:pt x="2971799" y="2390774"/>
                  </a:lnTo>
                  <a:lnTo>
                    <a:pt x="2971799" y="190499"/>
                  </a:lnTo>
                  <a:lnTo>
                    <a:pt x="2966659" y="148830"/>
                  </a:lnTo>
                  <a:lnTo>
                    <a:pt x="2951555" y="109677"/>
                  </a:lnTo>
                  <a:lnTo>
                    <a:pt x="2927392" y="75367"/>
                  </a:lnTo>
                  <a:lnTo>
                    <a:pt x="2895601" y="47944"/>
                  </a:lnTo>
                  <a:lnTo>
                    <a:pt x="2858099" y="29067"/>
                  </a:lnTo>
                  <a:lnTo>
                    <a:pt x="2817154" y="19873"/>
                  </a:lnTo>
                  <a:lnTo>
                    <a:pt x="2800349" y="19049"/>
                  </a:lnTo>
                  <a:lnTo>
                    <a:pt x="2882889" y="19049"/>
                  </a:lnTo>
                  <a:lnTo>
                    <a:pt x="2921143" y="43167"/>
                  </a:lnTo>
                  <a:lnTo>
                    <a:pt x="2958774" y="84643"/>
                  </a:lnTo>
                  <a:lnTo>
                    <a:pt x="2982692" y="135283"/>
                  </a:lnTo>
                  <a:lnTo>
                    <a:pt x="2990849" y="190499"/>
                  </a:lnTo>
                  <a:lnTo>
                    <a:pt x="2990849" y="2390774"/>
                  </a:lnTo>
                  <a:lnTo>
                    <a:pt x="2990038" y="2407579"/>
                  </a:lnTo>
                  <a:lnTo>
                    <a:pt x="2982692" y="2445991"/>
                  </a:lnTo>
                  <a:lnTo>
                    <a:pt x="2958774" y="2496630"/>
                  </a:lnTo>
                  <a:lnTo>
                    <a:pt x="2921143" y="2538107"/>
                  </a:lnTo>
                  <a:lnTo>
                    <a:pt x="2890241" y="2558754"/>
                  </a:lnTo>
                  <a:lnTo>
                    <a:pt x="2882889" y="2562224"/>
                  </a:lnTo>
                  <a:close/>
                </a:path>
              </a:pathLst>
            </a:custGeom>
            <a:solidFill>
              <a:srgbClr val="FFFF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62624" y="3762374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0" y="656759"/>
                  </a:lnTo>
                  <a:lnTo>
                    <a:pt x="213396" y="644412"/>
                  </a:lnTo>
                  <a:lnTo>
                    <a:pt x="176222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8"/>
                  </a:lnTo>
                  <a:lnTo>
                    <a:pt x="56182" y="518588"/>
                  </a:lnTo>
                  <a:lnTo>
                    <a:pt x="35594" y="483262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4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4" y="134783"/>
                  </a:lnTo>
                  <a:lnTo>
                    <a:pt x="91926" y="103500"/>
                  </a:lnTo>
                  <a:lnTo>
                    <a:pt x="121883" y="75672"/>
                  </a:lnTo>
                  <a:lnTo>
                    <a:pt x="155021" y="51720"/>
                  </a:lnTo>
                  <a:lnTo>
                    <a:pt x="190838" y="32007"/>
                  </a:lnTo>
                  <a:lnTo>
                    <a:pt x="228797" y="16826"/>
                  </a:lnTo>
                  <a:lnTo>
                    <a:pt x="268335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7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6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3"/>
                  </a:lnTo>
                  <a:lnTo>
                    <a:pt x="615028" y="155021"/>
                  </a:lnTo>
                  <a:lnTo>
                    <a:pt x="634741" y="190838"/>
                  </a:lnTo>
                  <a:lnTo>
                    <a:pt x="649923" y="228798"/>
                  </a:lnTo>
                  <a:lnTo>
                    <a:pt x="660343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2" y="382291"/>
                  </a:lnTo>
                  <a:lnTo>
                    <a:pt x="654674" y="422287"/>
                  </a:lnTo>
                  <a:lnTo>
                    <a:pt x="641372" y="460951"/>
                  </a:lnTo>
                  <a:lnTo>
                    <a:pt x="623438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0" y="634742"/>
                  </a:lnTo>
                  <a:lnTo>
                    <a:pt x="437950" y="649923"/>
                  </a:lnTo>
                  <a:lnTo>
                    <a:pt x="398412" y="660343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4875" y="3949699"/>
              <a:ext cx="358775" cy="28892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416401" y="4604680"/>
            <a:ext cx="136017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120" dirty="0">
                <a:solidFill>
                  <a:srgbClr val="FFFFFF"/>
                </a:solidFill>
                <a:latin typeface="Arial"/>
                <a:cs typeface="Arial"/>
              </a:rPr>
              <a:t>РОДИТЕЛЯМ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10124" y="4991099"/>
            <a:ext cx="2571750" cy="742950"/>
            <a:chOff x="4810124" y="4991099"/>
            <a:chExt cx="2571750" cy="742950"/>
          </a:xfrm>
        </p:grpSpPr>
        <p:sp>
          <p:nvSpPr>
            <p:cNvPr id="26" name="object 26"/>
            <p:cNvSpPr/>
            <p:nvPr/>
          </p:nvSpPr>
          <p:spPr>
            <a:xfrm>
              <a:off x="4810124" y="4991099"/>
              <a:ext cx="2571750" cy="742950"/>
            </a:xfrm>
            <a:custGeom>
              <a:avLst/>
              <a:gdLst/>
              <a:ahLst/>
              <a:cxnLst/>
              <a:rect l="l" t="t" r="r" b="b"/>
              <a:pathLst>
                <a:path w="2571750" h="742950">
                  <a:moveTo>
                    <a:pt x="2476499" y="742949"/>
                  </a:moveTo>
                  <a:lnTo>
                    <a:pt x="95249" y="742949"/>
                  </a:lnTo>
                  <a:lnTo>
                    <a:pt x="85866" y="742496"/>
                  </a:lnTo>
                  <a:lnTo>
                    <a:pt x="42321" y="726912"/>
                  </a:lnTo>
                  <a:lnTo>
                    <a:pt x="11259" y="692645"/>
                  </a:lnTo>
                  <a:lnTo>
                    <a:pt x="0" y="6476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2476499" y="0"/>
                  </a:lnTo>
                  <a:lnTo>
                    <a:pt x="2521445" y="11259"/>
                  </a:lnTo>
                  <a:lnTo>
                    <a:pt x="2555711" y="42321"/>
                  </a:lnTo>
                  <a:lnTo>
                    <a:pt x="2571296" y="85866"/>
                  </a:lnTo>
                  <a:lnTo>
                    <a:pt x="2571749" y="95249"/>
                  </a:lnTo>
                  <a:lnTo>
                    <a:pt x="2571749" y="647699"/>
                  </a:lnTo>
                  <a:lnTo>
                    <a:pt x="2560489" y="692645"/>
                  </a:lnTo>
                  <a:lnTo>
                    <a:pt x="2529427" y="726912"/>
                  </a:lnTo>
                  <a:lnTo>
                    <a:pt x="2485882" y="742496"/>
                  </a:lnTo>
                  <a:lnTo>
                    <a:pt x="2476499" y="74294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10112" y="4991099"/>
              <a:ext cx="2571750" cy="742950"/>
            </a:xfrm>
            <a:custGeom>
              <a:avLst/>
              <a:gdLst/>
              <a:ahLst/>
              <a:cxnLst/>
              <a:rect l="l" t="t" r="r" b="b"/>
              <a:pathLst>
                <a:path w="2571750" h="742950">
                  <a:moveTo>
                    <a:pt x="19050" y="574814"/>
                  </a:moveTo>
                  <a:lnTo>
                    <a:pt x="0" y="574814"/>
                  </a:lnTo>
                  <a:lnTo>
                    <a:pt x="0" y="631964"/>
                  </a:lnTo>
                  <a:lnTo>
                    <a:pt x="19050" y="631964"/>
                  </a:lnTo>
                  <a:lnTo>
                    <a:pt x="19050" y="574814"/>
                  </a:lnTo>
                  <a:close/>
                </a:path>
                <a:path w="2571750" h="742950">
                  <a:moveTo>
                    <a:pt x="19050" y="479272"/>
                  </a:moveTo>
                  <a:lnTo>
                    <a:pt x="0" y="479272"/>
                  </a:lnTo>
                  <a:lnTo>
                    <a:pt x="0" y="536422"/>
                  </a:lnTo>
                  <a:lnTo>
                    <a:pt x="19050" y="536422"/>
                  </a:lnTo>
                  <a:lnTo>
                    <a:pt x="19050" y="479272"/>
                  </a:lnTo>
                  <a:close/>
                </a:path>
                <a:path w="2571750" h="742950">
                  <a:moveTo>
                    <a:pt x="19050" y="383743"/>
                  </a:moveTo>
                  <a:lnTo>
                    <a:pt x="0" y="383743"/>
                  </a:lnTo>
                  <a:lnTo>
                    <a:pt x="0" y="440893"/>
                  </a:lnTo>
                  <a:lnTo>
                    <a:pt x="19050" y="440893"/>
                  </a:lnTo>
                  <a:lnTo>
                    <a:pt x="19050" y="383743"/>
                  </a:lnTo>
                  <a:close/>
                </a:path>
                <a:path w="2571750" h="742950">
                  <a:moveTo>
                    <a:pt x="19050" y="288213"/>
                  </a:moveTo>
                  <a:lnTo>
                    <a:pt x="0" y="288213"/>
                  </a:lnTo>
                  <a:lnTo>
                    <a:pt x="0" y="345363"/>
                  </a:lnTo>
                  <a:lnTo>
                    <a:pt x="19050" y="345363"/>
                  </a:lnTo>
                  <a:lnTo>
                    <a:pt x="19050" y="288213"/>
                  </a:lnTo>
                  <a:close/>
                </a:path>
                <a:path w="2571750" h="742950">
                  <a:moveTo>
                    <a:pt x="19050" y="192671"/>
                  </a:moveTo>
                  <a:lnTo>
                    <a:pt x="0" y="192671"/>
                  </a:lnTo>
                  <a:lnTo>
                    <a:pt x="0" y="249821"/>
                  </a:lnTo>
                  <a:lnTo>
                    <a:pt x="19050" y="249821"/>
                  </a:lnTo>
                  <a:lnTo>
                    <a:pt x="19050" y="192671"/>
                  </a:lnTo>
                  <a:close/>
                </a:path>
                <a:path w="2571750" h="742950">
                  <a:moveTo>
                    <a:pt x="19050" y="97142"/>
                  </a:moveTo>
                  <a:lnTo>
                    <a:pt x="0" y="97142"/>
                  </a:lnTo>
                  <a:lnTo>
                    <a:pt x="0" y="154292"/>
                  </a:lnTo>
                  <a:lnTo>
                    <a:pt x="19050" y="154292"/>
                  </a:lnTo>
                  <a:lnTo>
                    <a:pt x="19050" y="97142"/>
                  </a:lnTo>
                  <a:close/>
                </a:path>
                <a:path w="2571750" h="742950">
                  <a:moveTo>
                    <a:pt x="50279" y="709117"/>
                  </a:moveTo>
                  <a:lnTo>
                    <a:pt x="24853" y="676871"/>
                  </a:lnTo>
                  <a:lnTo>
                    <a:pt x="21704" y="667372"/>
                  </a:lnTo>
                  <a:lnTo>
                    <a:pt x="3327" y="672287"/>
                  </a:lnTo>
                  <a:lnTo>
                    <a:pt x="21590" y="708101"/>
                  </a:lnTo>
                  <a:lnTo>
                    <a:pt x="39039" y="724471"/>
                  </a:lnTo>
                  <a:lnTo>
                    <a:pt x="50279" y="709117"/>
                  </a:lnTo>
                  <a:close/>
                </a:path>
                <a:path w="2571750" h="742950">
                  <a:moveTo>
                    <a:pt x="60820" y="27343"/>
                  </a:moveTo>
                  <a:lnTo>
                    <a:pt x="52209" y="10375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661" y="55829"/>
                  </a:lnTo>
                  <a:lnTo>
                    <a:pt x="25984" y="63715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0820" y="27343"/>
                  </a:lnTo>
                  <a:close/>
                </a:path>
                <a:path w="2571750" h="742950">
                  <a:moveTo>
                    <a:pt x="136791" y="723900"/>
                  </a:moveTo>
                  <a:lnTo>
                    <a:pt x="95250" y="723900"/>
                  </a:lnTo>
                  <a:lnTo>
                    <a:pt x="87744" y="723544"/>
                  </a:lnTo>
                  <a:lnTo>
                    <a:pt x="81788" y="722668"/>
                  </a:lnTo>
                  <a:lnTo>
                    <a:pt x="78422" y="741400"/>
                  </a:lnTo>
                  <a:lnTo>
                    <a:pt x="85877" y="742505"/>
                  </a:lnTo>
                  <a:lnTo>
                    <a:pt x="95250" y="742950"/>
                  </a:lnTo>
                  <a:lnTo>
                    <a:pt x="136791" y="742950"/>
                  </a:lnTo>
                  <a:lnTo>
                    <a:pt x="136791" y="723900"/>
                  </a:lnTo>
                  <a:close/>
                </a:path>
                <a:path w="2571750" h="742950">
                  <a:moveTo>
                    <a:pt x="152400" y="0"/>
                  </a:moveTo>
                  <a:lnTo>
                    <a:pt x="93395" y="0"/>
                  </a:lnTo>
                  <a:lnTo>
                    <a:pt x="93789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2571750" h="742950">
                  <a:moveTo>
                    <a:pt x="232321" y="723900"/>
                  </a:moveTo>
                  <a:lnTo>
                    <a:pt x="175171" y="723900"/>
                  </a:lnTo>
                  <a:lnTo>
                    <a:pt x="175171" y="742950"/>
                  </a:lnTo>
                  <a:lnTo>
                    <a:pt x="232321" y="742950"/>
                  </a:lnTo>
                  <a:lnTo>
                    <a:pt x="232321" y="723900"/>
                  </a:lnTo>
                  <a:close/>
                </a:path>
                <a:path w="2571750" h="742950">
                  <a:moveTo>
                    <a:pt x="247942" y="0"/>
                  </a:moveTo>
                  <a:lnTo>
                    <a:pt x="190792" y="0"/>
                  </a:lnTo>
                  <a:lnTo>
                    <a:pt x="190792" y="19050"/>
                  </a:lnTo>
                  <a:lnTo>
                    <a:pt x="247942" y="19050"/>
                  </a:lnTo>
                  <a:lnTo>
                    <a:pt x="247942" y="0"/>
                  </a:lnTo>
                  <a:close/>
                </a:path>
                <a:path w="2571750" h="742950">
                  <a:moveTo>
                    <a:pt x="327863" y="723900"/>
                  </a:moveTo>
                  <a:lnTo>
                    <a:pt x="270713" y="723900"/>
                  </a:lnTo>
                  <a:lnTo>
                    <a:pt x="270713" y="742950"/>
                  </a:lnTo>
                  <a:lnTo>
                    <a:pt x="327863" y="742950"/>
                  </a:lnTo>
                  <a:lnTo>
                    <a:pt x="327863" y="723900"/>
                  </a:lnTo>
                  <a:close/>
                </a:path>
                <a:path w="2571750" h="742950">
                  <a:moveTo>
                    <a:pt x="343471" y="0"/>
                  </a:moveTo>
                  <a:lnTo>
                    <a:pt x="286321" y="0"/>
                  </a:lnTo>
                  <a:lnTo>
                    <a:pt x="286321" y="19050"/>
                  </a:lnTo>
                  <a:lnTo>
                    <a:pt x="343471" y="19050"/>
                  </a:lnTo>
                  <a:lnTo>
                    <a:pt x="343471" y="0"/>
                  </a:lnTo>
                  <a:close/>
                </a:path>
                <a:path w="2571750" h="742950">
                  <a:moveTo>
                    <a:pt x="423392" y="723900"/>
                  </a:moveTo>
                  <a:lnTo>
                    <a:pt x="366242" y="723900"/>
                  </a:lnTo>
                  <a:lnTo>
                    <a:pt x="366242" y="742950"/>
                  </a:lnTo>
                  <a:lnTo>
                    <a:pt x="423392" y="742950"/>
                  </a:lnTo>
                  <a:lnTo>
                    <a:pt x="423392" y="723900"/>
                  </a:lnTo>
                  <a:close/>
                </a:path>
                <a:path w="2571750" h="742950">
                  <a:moveTo>
                    <a:pt x="439013" y="0"/>
                  </a:moveTo>
                  <a:lnTo>
                    <a:pt x="381863" y="0"/>
                  </a:lnTo>
                  <a:lnTo>
                    <a:pt x="381863" y="19050"/>
                  </a:lnTo>
                  <a:lnTo>
                    <a:pt x="439013" y="19050"/>
                  </a:lnTo>
                  <a:lnTo>
                    <a:pt x="439013" y="0"/>
                  </a:lnTo>
                  <a:close/>
                </a:path>
                <a:path w="2571750" h="742950">
                  <a:moveTo>
                    <a:pt x="518934" y="723900"/>
                  </a:moveTo>
                  <a:lnTo>
                    <a:pt x="461784" y="723900"/>
                  </a:lnTo>
                  <a:lnTo>
                    <a:pt x="461784" y="742950"/>
                  </a:lnTo>
                  <a:lnTo>
                    <a:pt x="518934" y="742950"/>
                  </a:lnTo>
                  <a:lnTo>
                    <a:pt x="518934" y="723900"/>
                  </a:lnTo>
                  <a:close/>
                </a:path>
                <a:path w="2571750" h="742950">
                  <a:moveTo>
                    <a:pt x="534543" y="0"/>
                  </a:moveTo>
                  <a:lnTo>
                    <a:pt x="477393" y="0"/>
                  </a:lnTo>
                  <a:lnTo>
                    <a:pt x="477393" y="19050"/>
                  </a:lnTo>
                  <a:lnTo>
                    <a:pt x="534543" y="19050"/>
                  </a:lnTo>
                  <a:lnTo>
                    <a:pt x="534543" y="0"/>
                  </a:lnTo>
                  <a:close/>
                </a:path>
                <a:path w="2571750" h="742950">
                  <a:moveTo>
                    <a:pt x="614464" y="723900"/>
                  </a:moveTo>
                  <a:lnTo>
                    <a:pt x="557314" y="723900"/>
                  </a:lnTo>
                  <a:lnTo>
                    <a:pt x="557314" y="742950"/>
                  </a:lnTo>
                  <a:lnTo>
                    <a:pt x="614464" y="742950"/>
                  </a:lnTo>
                  <a:lnTo>
                    <a:pt x="614464" y="723900"/>
                  </a:lnTo>
                  <a:close/>
                </a:path>
                <a:path w="2571750" h="742950">
                  <a:moveTo>
                    <a:pt x="630072" y="0"/>
                  </a:moveTo>
                  <a:lnTo>
                    <a:pt x="572922" y="0"/>
                  </a:lnTo>
                  <a:lnTo>
                    <a:pt x="572922" y="19050"/>
                  </a:lnTo>
                  <a:lnTo>
                    <a:pt x="630072" y="19050"/>
                  </a:lnTo>
                  <a:lnTo>
                    <a:pt x="630072" y="0"/>
                  </a:lnTo>
                  <a:close/>
                </a:path>
                <a:path w="2571750" h="742950">
                  <a:moveTo>
                    <a:pt x="709993" y="723900"/>
                  </a:moveTo>
                  <a:lnTo>
                    <a:pt x="652843" y="723900"/>
                  </a:lnTo>
                  <a:lnTo>
                    <a:pt x="652843" y="742950"/>
                  </a:lnTo>
                  <a:lnTo>
                    <a:pt x="709993" y="742950"/>
                  </a:lnTo>
                  <a:lnTo>
                    <a:pt x="709993" y="723900"/>
                  </a:lnTo>
                  <a:close/>
                </a:path>
                <a:path w="2571750" h="742950">
                  <a:moveTo>
                    <a:pt x="725614" y="0"/>
                  </a:moveTo>
                  <a:lnTo>
                    <a:pt x="668464" y="0"/>
                  </a:lnTo>
                  <a:lnTo>
                    <a:pt x="668464" y="19050"/>
                  </a:lnTo>
                  <a:lnTo>
                    <a:pt x="725614" y="19050"/>
                  </a:lnTo>
                  <a:lnTo>
                    <a:pt x="725614" y="0"/>
                  </a:lnTo>
                  <a:close/>
                </a:path>
                <a:path w="2571750" h="742950">
                  <a:moveTo>
                    <a:pt x="805535" y="723900"/>
                  </a:moveTo>
                  <a:lnTo>
                    <a:pt x="748385" y="723900"/>
                  </a:lnTo>
                  <a:lnTo>
                    <a:pt x="748385" y="742950"/>
                  </a:lnTo>
                  <a:lnTo>
                    <a:pt x="805535" y="742950"/>
                  </a:lnTo>
                  <a:lnTo>
                    <a:pt x="805535" y="723900"/>
                  </a:lnTo>
                  <a:close/>
                </a:path>
                <a:path w="2571750" h="742950">
                  <a:moveTo>
                    <a:pt x="821143" y="0"/>
                  </a:moveTo>
                  <a:lnTo>
                    <a:pt x="763993" y="0"/>
                  </a:lnTo>
                  <a:lnTo>
                    <a:pt x="763993" y="19050"/>
                  </a:lnTo>
                  <a:lnTo>
                    <a:pt x="821143" y="19050"/>
                  </a:lnTo>
                  <a:lnTo>
                    <a:pt x="821143" y="0"/>
                  </a:lnTo>
                  <a:close/>
                </a:path>
                <a:path w="2571750" h="742950">
                  <a:moveTo>
                    <a:pt x="901065" y="723900"/>
                  </a:moveTo>
                  <a:lnTo>
                    <a:pt x="843915" y="723900"/>
                  </a:lnTo>
                  <a:lnTo>
                    <a:pt x="843915" y="742950"/>
                  </a:lnTo>
                  <a:lnTo>
                    <a:pt x="901065" y="742950"/>
                  </a:lnTo>
                  <a:lnTo>
                    <a:pt x="901065" y="723900"/>
                  </a:lnTo>
                  <a:close/>
                </a:path>
                <a:path w="2571750" h="742950">
                  <a:moveTo>
                    <a:pt x="916686" y="0"/>
                  </a:moveTo>
                  <a:lnTo>
                    <a:pt x="859536" y="0"/>
                  </a:lnTo>
                  <a:lnTo>
                    <a:pt x="859536" y="19050"/>
                  </a:lnTo>
                  <a:lnTo>
                    <a:pt x="916686" y="19050"/>
                  </a:lnTo>
                  <a:lnTo>
                    <a:pt x="916686" y="0"/>
                  </a:lnTo>
                  <a:close/>
                </a:path>
                <a:path w="2571750" h="742950">
                  <a:moveTo>
                    <a:pt x="996607" y="723900"/>
                  </a:moveTo>
                  <a:lnTo>
                    <a:pt x="939457" y="723900"/>
                  </a:lnTo>
                  <a:lnTo>
                    <a:pt x="939457" y="742950"/>
                  </a:lnTo>
                  <a:lnTo>
                    <a:pt x="996607" y="742950"/>
                  </a:lnTo>
                  <a:lnTo>
                    <a:pt x="996607" y="723900"/>
                  </a:lnTo>
                  <a:close/>
                </a:path>
                <a:path w="2571750" h="742950">
                  <a:moveTo>
                    <a:pt x="1012215" y="0"/>
                  </a:moveTo>
                  <a:lnTo>
                    <a:pt x="955065" y="0"/>
                  </a:lnTo>
                  <a:lnTo>
                    <a:pt x="955065" y="19050"/>
                  </a:lnTo>
                  <a:lnTo>
                    <a:pt x="1012215" y="19050"/>
                  </a:lnTo>
                  <a:lnTo>
                    <a:pt x="1012215" y="0"/>
                  </a:lnTo>
                  <a:close/>
                </a:path>
                <a:path w="2571750" h="742950">
                  <a:moveTo>
                    <a:pt x="1092136" y="723900"/>
                  </a:moveTo>
                  <a:lnTo>
                    <a:pt x="1034986" y="723900"/>
                  </a:lnTo>
                  <a:lnTo>
                    <a:pt x="1034986" y="742950"/>
                  </a:lnTo>
                  <a:lnTo>
                    <a:pt x="1092136" y="742950"/>
                  </a:lnTo>
                  <a:lnTo>
                    <a:pt x="1092136" y="723900"/>
                  </a:lnTo>
                  <a:close/>
                </a:path>
                <a:path w="2571750" h="742950">
                  <a:moveTo>
                    <a:pt x="1107744" y="0"/>
                  </a:moveTo>
                  <a:lnTo>
                    <a:pt x="1050594" y="0"/>
                  </a:lnTo>
                  <a:lnTo>
                    <a:pt x="1050594" y="19050"/>
                  </a:lnTo>
                  <a:lnTo>
                    <a:pt x="1107744" y="19050"/>
                  </a:lnTo>
                  <a:lnTo>
                    <a:pt x="1107744" y="0"/>
                  </a:lnTo>
                  <a:close/>
                </a:path>
                <a:path w="2571750" h="742950">
                  <a:moveTo>
                    <a:pt x="1187665" y="723900"/>
                  </a:moveTo>
                  <a:lnTo>
                    <a:pt x="1130515" y="723900"/>
                  </a:lnTo>
                  <a:lnTo>
                    <a:pt x="1130515" y="742950"/>
                  </a:lnTo>
                  <a:lnTo>
                    <a:pt x="1187665" y="742950"/>
                  </a:lnTo>
                  <a:lnTo>
                    <a:pt x="1187665" y="723900"/>
                  </a:lnTo>
                  <a:close/>
                </a:path>
                <a:path w="2571750" h="742950">
                  <a:moveTo>
                    <a:pt x="1203286" y="0"/>
                  </a:moveTo>
                  <a:lnTo>
                    <a:pt x="1146136" y="0"/>
                  </a:lnTo>
                  <a:lnTo>
                    <a:pt x="1146136" y="19050"/>
                  </a:lnTo>
                  <a:lnTo>
                    <a:pt x="1203286" y="19050"/>
                  </a:lnTo>
                  <a:lnTo>
                    <a:pt x="1203286" y="0"/>
                  </a:lnTo>
                  <a:close/>
                </a:path>
                <a:path w="2571750" h="742950">
                  <a:moveTo>
                    <a:pt x="1283208" y="723900"/>
                  </a:moveTo>
                  <a:lnTo>
                    <a:pt x="1226058" y="723900"/>
                  </a:lnTo>
                  <a:lnTo>
                    <a:pt x="1226058" y="742950"/>
                  </a:lnTo>
                  <a:lnTo>
                    <a:pt x="1283208" y="742950"/>
                  </a:lnTo>
                  <a:lnTo>
                    <a:pt x="1283208" y="723900"/>
                  </a:lnTo>
                  <a:close/>
                </a:path>
                <a:path w="2571750" h="742950">
                  <a:moveTo>
                    <a:pt x="1298816" y="0"/>
                  </a:moveTo>
                  <a:lnTo>
                    <a:pt x="1241666" y="0"/>
                  </a:lnTo>
                  <a:lnTo>
                    <a:pt x="1241666" y="19050"/>
                  </a:lnTo>
                  <a:lnTo>
                    <a:pt x="1298816" y="19050"/>
                  </a:lnTo>
                  <a:lnTo>
                    <a:pt x="1298816" y="0"/>
                  </a:lnTo>
                  <a:close/>
                </a:path>
                <a:path w="2571750" h="742950">
                  <a:moveTo>
                    <a:pt x="1378737" y="723900"/>
                  </a:moveTo>
                  <a:lnTo>
                    <a:pt x="1321587" y="723900"/>
                  </a:lnTo>
                  <a:lnTo>
                    <a:pt x="1321587" y="742950"/>
                  </a:lnTo>
                  <a:lnTo>
                    <a:pt x="1378737" y="742950"/>
                  </a:lnTo>
                  <a:lnTo>
                    <a:pt x="1378737" y="723900"/>
                  </a:lnTo>
                  <a:close/>
                </a:path>
                <a:path w="2571750" h="742950">
                  <a:moveTo>
                    <a:pt x="1394358" y="0"/>
                  </a:moveTo>
                  <a:lnTo>
                    <a:pt x="1337208" y="0"/>
                  </a:lnTo>
                  <a:lnTo>
                    <a:pt x="1337208" y="19050"/>
                  </a:lnTo>
                  <a:lnTo>
                    <a:pt x="1394358" y="19050"/>
                  </a:lnTo>
                  <a:lnTo>
                    <a:pt x="1394358" y="0"/>
                  </a:lnTo>
                  <a:close/>
                </a:path>
                <a:path w="2571750" h="742950">
                  <a:moveTo>
                    <a:pt x="1474266" y="723900"/>
                  </a:moveTo>
                  <a:lnTo>
                    <a:pt x="1417116" y="723900"/>
                  </a:lnTo>
                  <a:lnTo>
                    <a:pt x="1417116" y="742950"/>
                  </a:lnTo>
                  <a:lnTo>
                    <a:pt x="1474266" y="742950"/>
                  </a:lnTo>
                  <a:lnTo>
                    <a:pt x="1474266" y="723900"/>
                  </a:lnTo>
                  <a:close/>
                </a:path>
                <a:path w="2571750" h="742950">
                  <a:moveTo>
                    <a:pt x="1489887" y="0"/>
                  </a:moveTo>
                  <a:lnTo>
                    <a:pt x="1432737" y="0"/>
                  </a:lnTo>
                  <a:lnTo>
                    <a:pt x="1432737" y="19050"/>
                  </a:lnTo>
                  <a:lnTo>
                    <a:pt x="1489887" y="19050"/>
                  </a:lnTo>
                  <a:lnTo>
                    <a:pt x="1489887" y="0"/>
                  </a:lnTo>
                  <a:close/>
                </a:path>
                <a:path w="2571750" h="742950">
                  <a:moveTo>
                    <a:pt x="1569808" y="723900"/>
                  </a:moveTo>
                  <a:lnTo>
                    <a:pt x="1512658" y="723900"/>
                  </a:lnTo>
                  <a:lnTo>
                    <a:pt x="1512658" y="742950"/>
                  </a:lnTo>
                  <a:lnTo>
                    <a:pt x="1569808" y="742950"/>
                  </a:lnTo>
                  <a:lnTo>
                    <a:pt x="1569808" y="723900"/>
                  </a:lnTo>
                  <a:close/>
                </a:path>
                <a:path w="2571750" h="742950">
                  <a:moveTo>
                    <a:pt x="1585417" y="0"/>
                  </a:moveTo>
                  <a:lnTo>
                    <a:pt x="1528267" y="0"/>
                  </a:lnTo>
                  <a:lnTo>
                    <a:pt x="1528267" y="19050"/>
                  </a:lnTo>
                  <a:lnTo>
                    <a:pt x="1585417" y="19050"/>
                  </a:lnTo>
                  <a:lnTo>
                    <a:pt x="1585417" y="0"/>
                  </a:lnTo>
                  <a:close/>
                </a:path>
                <a:path w="2571750" h="742950">
                  <a:moveTo>
                    <a:pt x="1665338" y="723900"/>
                  </a:moveTo>
                  <a:lnTo>
                    <a:pt x="1608188" y="723900"/>
                  </a:lnTo>
                  <a:lnTo>
                    <a:pt x="1608188" y="742950"/>
                  </a:lnTo>
                  <a:lnTo>
                    <a:pt x="1665338" y="742950"/>
                  </a:lnTo>
                  <a:lnTo>
                    <a:pt x="1665338" y="723900"/>
                  </a:lnTo>
                  <a:close/>
                </a:path>
                <a:path w="2571750" h="742950">
                  <a:moveTo>
                    <a:pt x="1680959" y="0"/>
                  </a:moveTo>
                  <a:lnTo>
                    <a:pt x="1623809" y="0"/>
                  </a:lnTo>
                  <a:lnTo>
                    <a:pt x="1623809" y="19050"/>
                  </a:lnTo>
                  <a:lnTo>
                    <a:pt x="1680959" y="19050"/>
                  </a:lnTo>
                  <a:lnTo>
                    <a:pt x="1680959" y="0"/>
                  </a:lnTo>
                  <a:close/>
                </a:path>
                <a:path w="2571750" h="742950">
                  <a:moveTo>
                    <a:pt x="1760880" y="723900"/>
                  </a:moveTo>
                  <a:lnTo>
                    <a:pt x="1703730" y="723900"/>
                  </a:lnTo>
                  <a:lnTo>
                    <a:pt x="1703730" y="742950"/>
                  </a:lnTo>
                  <a:lnTo>
                    <a:pt x="1760880" y="742950"/>
                  </a:lnTo>
                  <a:lnTo>
                    <a:pt x="1760880" y="723900"/>
                  </a:lnTo>
                  <a:close/>
                </a:path>
                <a:path w="2571750" h="742950">
                  <a:moveTo>
                    <a:pt x="1776488" y="0"/>
                  </a:moveTo>
                  <a:lnTo>
                    <a:pt x="1719338" y="0"/>
                  </a:lnTo>
                  <a:lnTo>
                    <a:pt x="1719338" y="19050"/>
                  </a:lnTo>
                  <a:lnTo>
                    <a:pt x="1776488" y="19050"/>
                  </a:lnTo>
                  <a:lnTo>
                    <a:pt x="1776488" y="0"/>
                  </a:lnTo>
                  <a:close/>
                </a:path>
                <a:path w="2571750" h="742950">
                  <a:moveTo>
                    <a:pt x="1856409" y="723900"/>
                  </a:moveTo>
                  <a:lnTo>
                    <a:pt x="1799259" y="723900"/>
                  </a:lnTo>
                  <a:lnTo>
                    <a:pt x="1799259" y="742950"/>
                  </a:lnTo>
                  <a:lnTo>
                    <a:pt x="1856409" y="742950"/>
                  </a:lnTo>
                  <a:lnTo>
                    <a:pt x="1856409" y="723900"/>
                  </a:lnTo>
                  <a:close/>
                </a:path>
                <a:path w="2571750" h="742950">
                  <a:moveTo>
                    <a:pt x="1872018" y="0"/>
                  </a:moveTo>
                  <a:lnTo>
                    <a:pt x="1814868" y="0"/>
                  </a:lnTo>
                  <a:lnTo>
                    <a:pt x="1814868" y="19050"/>
                  </a:lnTo>
                  <a:lnTo>
                    <a:pt x="1872018" y="19050"/>
                  </a:lnTo>
                  <a:lnTo>
                    <a:pt x="1872018" y="0"/>
                  </a:lnTo>
                  <a:close/>
                </a:path>
                <a:path w="2571750" h="742950">
                  <a:moveTo>
                    <a:pt x="1951939" y="723900"/>
                  </a:moveTo>
                  <a:lnTo>
                    <a:pt x="1894789" y="723900"/>
                  </a:lnTo>
                  <a:lnTo>
                    <a:pt x="1894789" y="742950"/>
                  </a:lnTo>
                  <a:lnTo>
                    <a:pt x="1951939" y="742950"/>
                  </a:lnTo>
                  <a:lnTo>
                    <a:pt x="1951939" y="723900"/>
                  </a:lnTo>
                  <a:close/>
                </a:path>
                <a:path w="2571750" h="742950">
                  <a:moveTo>
                    <a:pt x="1967560" y="0"/>
                  </a:moveTo>
                  <a:lnTo>
                    <a:pt x="1910410" y="0"/>
                  </a:lnTo>
                  <a:lnTo>
                    <a:pt x="1910410" y="19050"/>
                  </a:lnTo>
                  <a:lnTo>
                    <a:pt x="1967560" y="19050"/>
                  </a:lnTo>
                  <a:lnTo>
                    <a:pt x="1967560" y="0"/>
                  </a:lnTo>
                  <a:close/>
                </a:path>
                <a:path w="2571750" h="742950">
                  <a:moveTo>
                    <a:pt x="2047481" y="723900"/>
                  </a:moveTo>
                  <a:lnTo>
                    <a:pt x="1990331" y="723900"/>
                  </a:lnTo>
                  <a:lnTo>
                    <a:pt x="1990331" y="742950"/>
                  </a:lnTo>
                  <a:lnTo>
                    <a:pt x="2047481" y="742950"/>
                  </a:lnTo>
                  <a:lnTo>
                    <a:pt x="2047481" y="723900"/>
                  </a:lnTo>
                  <a:close/>
                </a:path>
                <a:path w="2571750" h="742950">
                  <a:moveTo>
                    <a:pt x="2063089" y="0"/>
                  </a:moveTo>
                  <a:lnTo>
                    <a:pt x="2005939" y="0"/>
                  </a:lnTo>
                  <a:lnTo>
                    <a:pt x="2005939" y="19050"/>
                  </a:lnTo>
                  <a:lnTo>
                    <a:pt x="2063089" y="19050"/>
                  </a:lnTo>
                  <a:lnTo>
                    <a:pt x="2063089" y="0"/>
                  </a:lnTo>
                  <a:close/>
                </a:path>
                <a:path w="2571750" h="742950">
                  <a:moveTo>
                    <a:pt x="2143010" y="723900"/>
                  </a:moveTo>
                  <a:lnTo>
                    <a:pt x="2085860" y="723900"/>
                  </a:lnTo>
                  <a:lnTo>
                    <a:pt x="2085860" y="742950"/>
                  </a:lnTo>
                  <a:lnTo>
                    <a:pt x="2143010" y="742950"/>
                  </a:lnTo>
                  <a:lnTo>
                    <a:pt x="2143010" y="723900"/>
                  </a:lnTo>
                  <a:close/>
                </a:path>
                <a:path w="2571750" h="742950">
                  <a:moveTo>
                    <a:pt x="2158631" y="0"/>
                  </a:moveTo>
                  <a:lnTo>
                    <a:pt x="2101481" y="0"/>
                  </a:lnTo>
                  <a:lnTo>
                    <a:pt x="2101481" y="19050"/>
                  </a:lnTo>
                  <a:lnTo>
                    <a:pt x="2158631" y="19050"/>
                  </a:lnTo>
                  <a:lnTo>
                    <a:pt x="2158631" y="0"/>
                  </a:lnTo>
                  <a:close/>
                </a:path>
                <a:path w="2571750" h="742950">
                  <a:moveTo>
                    <a:pt x="2238552" y="723900"/>
                  </a:moveTo>
                  <a:lnTo>
                    <a:pt x="2181402" y="723900"/>
                  </a:lnTo>
                  <a:lnTo>
                    <a:pt x="2181402" y="742950"/>
                  </a:lnTo>
                  <a:lnTo>
                    <a:pt x="2238552" y="742950"/>
                  </a:lnTo>
                  <a:lnTo>
                    <a:pt x="2238552" y="723900"/>
                  </a:lnTo>
                  <a:close/>
                </a:path>
                <a:path w="2571750" h="742950">
                  <a:moveTo>
                    <a:pt x="2254161" y="0"/>
                  </a:moveTo>
                  <a:lnTo>
                    <a:pt x="2197011" y="0"/>
                  </a:lnTo>
                  <a:lnTo>
                    <a:pt x="2197011" y="19050"/>
                  </a:lnTo>
                  <a:lnTo>
                    <a:pt x="2254161" y="19050"/>
                  </a:lnTo>
                  <a:lnTo>
                    <a:pt x="2254161" y="0"/>
                  </a:lnTo>
                  <a:close/>
                </a:path>
                <a:path w="2571750" h="742950">
                  <a:moveTo>
                    <a:pt x="2334082" y="723900"/>
                  </a:moveTo>
                  <a:lnTo>
                    <a:pt x="2276932" y="723900"/>
                  </a:lnTo>
                  <a:lnTo>
                    <a:pt x="2276932" y="742950"/>
                  </a:lnTo>
                  <a:lnTo>
                    <a:pt x="2334082" y="742950"/>
                  </a:lnTo>
                  <a:lnTo>
                    <a:pt x="2334082" y="723900"/>
                  </a:lnTo>
                  <a:close/>
                </a:path>
                <a:path w="2571750" h="742950">
                  <a:moveTo>
                    <a:pt x="2349690" y="0"/>
                  </a:moveTo>
                  <a:lnTo>
                    <a:pt x="2292540" y="0"/>
                  </a:lnTo>
                  <a:lnTo>
                    <a:pt x="2292540" y="19050"/>
                  </a:lnTo>
                  <a:lnTo>
                    <a:pt x="2349690" y="19050"/>
                  </a:lnTo>
                  <a:lnTo>
                    <a:pt x="2349690" y="0"/>
                  </a:lnTo>
                  <a:close/>
                </a:path>
                <a:path w="2571750" h="742950">
                  <a:moveTo>
                    <a:pt x="2429611" y="723900"/>
                  </a:moveTo>
                  <a:lnTo>
                    <a:pt x="2372461" y="723900"/>
                  </a:lnTo>
                  <a:lnTo>
                    <a:pt x="2372461" y="742950"/>
                  </a:lnTo>
                  <a:lnTo>
                    <a:pt x="2429611" y="742950"/>
                  </a:lnTo>
                  <a:lnTo>
                    <a:pt x="2429611" y="723900"/>
                  </a:lnTo>
                  <a:close/>
                </a:path>
                <a:path w="2571750" h="742950">
                  <a:moveTo>
                    <a:pt x="2445232" y="0"/>
                  </a:moveTo>
                  <a:lnTo>
                    <a:pt x="2388082" y="0"/>
                  </a:lnTo>
                  <a:lnTo>
                    <a:pt x="2388082" y="19050"/>
                  </a:lnTo>
                  <a:lnTo>
                    <a:pt x="2445232" y="19050"/>
                  </a:lnTo>
                  <a:lnTo>
                    <a:pt x="2445232" y="0"/>
                  </a:lnTo>
                  <a:close/>
                </a:path>
                <a:path w="2571750" h="742950">
                  <a:moveTo>
                    <a:pt x="2527782" y="727913"/>
                  </a:moveTo>
                  <a:lnTo>
                    <a:pt x="2517521" y="711873"/>
                  </a:lnTo>
                  <a:lnTo>
                    <a:pt x="2512466" y="714895"/>
                  </a:lnTo>
                  <a:lnTo>
                    <a:pt x="2505672" y="718108"/>
                  </a:lnTo>
                  <a:lnTo>
                    <a:pt x="2498598" y="720648"/>
                  </a:lnTo>
                  <a:lnTo>
                    <a:pt x="2491371" y="722452"/>
                  </a:lnTo>
                  <a:lnTo>
                    <a:pt x="2484018" y="723544"/>
                  </a:lnTo>
                  <a:lnTo>
                    <a:pt x="2476500" y="723900"/>
                  </a:lnTo>
                  <a:lnTo>
                    <a:pt x="2468003" y="723900"/>
                  </a:lnTo>
                  <a:lnTo>
                    <a:pt x="2468003" y="742950"/>
                  </a:lnTo>
                  <a:lnTo>
                    <a:pt x="2476500" y="742950"/>
                  </a:lnTo>
                  <a:lnTo>
                    <a:pt x="2485885" y="742505"/>
                  </a:lnTo>
                  <a:lnTo>
                    <a:pt x="2495092" y="741146"/>
                  </a:lnTo>
                  <a:lnTo>
                    <a:pt x="2504109" y="738873"/>
                  </a:lnTo>
                  <a:lnTo>
                    <a:pt x="2512961" y="735711"/>
                  </a:lnTo>
                  <a:lnTo>
                    <a:pt x="2521445" y="731697"/>
                  </a:lnTo>
                  <a:lnTo>
                    <a:pt x="2527782" y="727913"/>
                  </a:lnTo>
                  <a:close/>
                </a:path>
                <a:path w="2571750" h="742950">
                  <a:moveTo>
                    <a:pt x="2541638" y="25895"/>
                  </a:moveTo>
                  <a:lnTo>
                    <a:pt x="2504109" y="4089"/>
                  </a:lnTo>
                  <a:lnTo>
                    <a:pt x="2485288" y="368"/>
                  </a:lnTo>
                  <a:lnTo>
                    <a:pt x="2484056" y="368"/>
                  </a:lnTo>
                  <a:lnTo>
                    <a:pt x="2483942" y="1816"/>
                  </a:lnTo>
                  <a:lnTo>
                    <a:pt x="2482545" y="19342"/>
                  </a:lnTo>
                  <a:lnTo>
                    <a:pt x="2483535" y="19342"/>
                  </a:lnTo>
                  <a:lnTo>
                    <a:pt x="2491371" y="20510"/>
                  </a:lnTo>
                  <a:lnTo>
                    <a:pt x="2528620" y="39763"/>
                  </a:lnTo>
                  <a:lnTo>
                    <a:pt x="2541638" y="25895"/>
                  </a:lnTo>
                  <a:close/>
                </a:path>
                <a:path w="2571750" h="742950">
                  <a:moveTo>
                    <a:pt x="2571750" y="637311"/>
                  </a:moveTo>
                  <a:lnTo>
                    <a:pt x="2552700" y="637311"/>
                  </a:lnTo>
                  <a:lnTo>
                    <a:pt x="2552700" y="647700"/>
                  </a:lnTo>
                  <a:lnTo>
                    <a:pt x="2552344" y="655218"/>
                  </a:lnTo>
                  <a:lnTo>
                    <a:pt x="2541536" y="687273"/>
                  </a:lnTo>
                  <a:lnTo>
                    <a:pt x="2557792" y="697166"/>
                  </a:lnTo>
                  <a:lnTo>
                    <a:pt x="2571305" y="657085"/>
                  </a:lnTo>
                  <a:lnTo>
                    <a:pt x="2571750" y="647700"/>
                  </a:lnTo>
                  <a:lnTo>
                    <a:pt x="2571750" y="637311"/>
                  </a:lnTo>
                  <a:close/>
                </a:path>
                <a:path w="2571750" h="742950">
                  <a:moveTo>
                    <a:pt x="2571750" y="541782"/>
                  </a:moveTo>
                  <a:lnTo>
                    <a:pt x="2552700" y="541782"/>
                  </a:lnTo>
                  <a:lnTo>
                    <a:pt x="2552700" y="598932"/>
                  </a:lnTo>
                  <a:lnTo>
                    <a:pt x="2571750" y="598932"/>
                  </a:lnTo>
                  <a:lnTo>
                    <a:pt x="2571750" y="541782"/>
                  </a:lnTo>
                  <a:close/>
                </a:path>
                <a:path w="2571750" h="742950">
                  <a:moveTo>
                    <a:pt x="2571750" y="446252"/>
                  </a:moveTo>
                  <a:lnTo>
                    <a:pt x="2552700" y="446252"/>
                  </a:lnTo>
                  <a:lnTo>
                    <a:pt x="2552700" y="503402"/>
                  </a:lnTo>
                  <a:lnTo>
                    <a:pt x="2571750" y="503402"/>
                  </a:lnTo>
                  <a:lnTo>
                    <a:pt x="2571750" y="446252"/>
                  </a:lnTo>
                  <a:close/>
                </a:path>
                <a:path w="2571750" h="742950">
                  <a:moveTo>
                    <a:pt x="2571750" y="350710"/>
                  </a:moveTo>
                  <a:lnTo>
                    <a:pt x="2552700" y="350710"/>
                  </a:lnTo>
                  <a:lnTo>
                    <a:pt x="2552700" y="407860"/>
                  </a:lnTo>
                  <a:lnTo>
                    <a:pt x="2571750" y="407860"/>
                  </a:lnTo>
                  <a:lnTo>
                    <a:pt x="2571750" y="350710"/>
                  </a:lnTo>
                  <a:close/>
                </a:path>
                <a:path w="2571750" h="742950">
                  <a:moveTo>
                    <a:pt x="2571750" y="255181"/>
                  </a:moveTo>
                  <a:lnTo>
                    <a:pt x="2552700" y="255181"/>
                  </a:lnTo>
                  <a:lnTo>
                    <a:pt x="2552700" y="312331"/>
                  </a:lnTo>
                  <a:lnTo>
                    <a:pt x="2571750" y="312331"/>
                  </a:lnTo>
                  <a:lnTo>
                    <a:pt x="2571750" y="255181"/>
                  </a:lnTo>
                  <a:close/>
                </a:path>
                <a:path w="2571750" h="742950">
                  <a:moveTo>
                    <a:pt x="2571750" y="159639"/>
                  </a:moveTo>
                  <a:lnTo>
                    <a:pt x="2552700" y="159639"/>
                  </a:lnTo>
                  <a:lnTo>
                    <a:pt x="2552700" y="216789"/>
                  </a:lnTo>
                  <a:lnTo>
                    <a:pt x="2571750" y="216789"/>
                  </a:lnTo>
                  <a:lnTo>
                    <a:pt x="2571750" y="159639"/>
                  </a:lnTo>
                  <a:close/>
                </a:path>
                <a:path w="2571750" h="742950">
                  <a:moveTo>
                    <a:pt x="2571750" y="95250"/>
                  </a:moveTo>
                  <a:lnTo>
                    <a:pt x="2571305" y="85877"/>
                  </a:lnTo>
                  <a:lnTo>
                    <a:pt x="2569946" y="76669"/>
                  </a:lnTo>
                  <a:lnTo>
                    <a:pt x="2567673" y="67652"/>
                  </a:lnTo>
                  <a:lnTo>
                    <a:pt x="2565400" y="61302"/>
                  </a:lnTo>
                  <a:lnTo>
                    <a:pt x="2547620" y="68084"/>
                  </a:lnTo>
                  <a:lnTo>
                    <a:pt x="2549448" y="73164"/>
                  </a:lnTo>
                  <a:lnTo>
                    <a:pt x="2551252" y="80391"/>
                  </a:lnTo>
                  <a:lnTo>
                    <a:pt x="2552344" y="87744"/>
                  </a:lnTo>
                  <a:lnTo>
                    <a:pt x="2552700" y="95250"/>
                  </a:lnTo>
                  <a:lnTo>
                    <a:pt x="2552700" y="121259"/>
                  </a:lnTo>
                  <a:lnTo>
                    <a:pt x="2571750" y="121259"/>
                  </a:lnTo>
                  <a:lnTo>
                    <a:pt x="2571750" y="9525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211613" y="5124578"/>
            <a:ext cx="177038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7695" marR="5080" indent="-595630">
              <a:lnSpc>
                <a:spcPct val="110000"/>
              </a:lnSpc>
              <a:spcBef>
                <a:spcPts val="95"/>
              </a:spcBef>
            </a:pP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"</a:t>
            </a:r>
            <a:r>
              <a:rPr sz="1250" i="1" dirty="0">
                <a:solidFill>
                  <a:srgbClr val="545454"/>
                </a:solidFill>
                <a:latin typeface="Arial"/>
                <a:cs typeface="Arial"/>
              </a:rPr>
              <a:t>Спасибо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,</a:t>
            </a:r>
            <a:r>
              <a:rPr sz="1200" i="1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spc="-120" dirty="0">
                <a:solidFill>
                  <a:srgbClr val="545454"/>
                </a:solidFill>
                <a:latin typeface="Arial"/>
                <a:cs typeface="Arial"/>
              </a:rPr>
              <a:t>что</a:t>
            </a:r>
            <a:r>
              <a:rPr sz="1250" i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dirty="0">
                <a:solidFill>
                  <a:srgbClr val="545454"/>
                </a:solidFill>
                <a:latin typeface="Arial"/>
                <a:cs typeface="Arial"/>
              </a:rPr>
              <a:t>верили</a:t>
            </a:r>
            <a:r>
              <a:rPr sz="1250" i="1" spc="-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spc="-50" dirty="0">
                <a:solidFill>
                  <a:srgbClr val="545454"/>
                </a:solidFill>
                <a:latin typeface="Arial"/>
                <a:cs typeface="Arial"/>
              </a:rPr>
              <a:t>в </a:t>
            </a:r>
            <a:r>
              <a:rPr sz="1250" i="1" spc="-10" dirty="0">
                <a:solidFill>
                  <a:srgbClr val="545454"/>
                </a:solidFill>
                <a:latin typeface="Arial"/>
                <a:cs typeface="Arial"/>
              </a:rPr>
              <a:t>меня</a:t>
            </a:r>
            <a:r>
              <a:rPr sz="1200" i="1" spc="-10" dirty="0">
                <a:solidFill>
                  <a:srgbClr val="545454"/>
                </a:solidFill>
                <a:latin typeface="Arial"/>
                <a:cs typeface="Arial"/>
              </a:rPr>
              <a:t>..."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877174" y="3457574"/>
            <a:ext cx="2981325" cy="2581275"/>
            <a:chOff x="7877174" y="3457574"/>
            <a:chExt cx="2981325" cy="2581275"/>
          </a:xfrm>
        </p:grpSpPr>
        <p:sp>
          <p:nvSpPr>
            <p:cNvPr id="30" name="object 30"/>
            <p:cNvSpPr/>
            <p:nvPr/>
          </p:nvSpPr>
          <p:spPr>
            <a:xfrm>
              <a:off x="7877174" y="3457574"/>
              <a:ext cx="2981325" cy="2581275"/>
            </a:xfrm>
            <a:custGeom>
              <a:avLst/>
              <a:gdLst/>
              <a:ahLst/>
              <a:cxnLst/>
              <a:rect l="l" t="t" r="r" b="b"/>
              <a:pathLst>
                <a:path w="2981325" h="2581275">
                  <a:moveTo>
                    <a:pt x="2790824" y="2581274"/>
                  </a:moveTo>
                  <a:lnTo>
                    <a:pt x="190499" y="2581274"/>
                  </a:lnTo>
                  <a:lnTo>
                    <a:pt x="171733" y="2580368"/>
                  </a:lnTo>
                  <a:lnTo>
                    <a:pt x="117598" y="2566773"/>
                  </a:lnTo>
                  <a:lnTo>
                    <a:pt x="69706" y="2538107"/>
                  </a:lnTo>
                  <a:lnTo>
                    <a:pt x="32075" y="2496630"/>
                  </a:lnTo>
                  <a:lnTo>
                    <a:pt x="8156" y="2445991"/>
                  </a:lnTo>
                  <a:lnTo>
                    <a:pt x="0" y="2390774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790824" y="0"/>
                  </a:lnTo>
                  <a:lnTo>
                    <a:pt x="2846041" y="8156"/>
                  </a:lnTo>
                  <a:lnTo>
                    <a:pt x="2896680" y="32075"/>
                  </a:lnTo>
                  <a:lnTo>
                    <a:pt x="2938157" y="69706"/>
                  </a:lnTo>
                  <a:lnTo>
                    <a:pt x="2966823" y="117598"/>
                  </a:lnTo>
                  <a:lnTo>
                    <a:pt x="2980418" y="171733"/>
                  </a:lnTo>
                  <a:lnTo>
                    <a:pt x="2981324" y="190499"/>
                  </a:lnTo>
                  <a:lnTo>
                    <a:pt x="2981324" y="2390774"/>
                  </a:lnTo>
                  <a:lnTo>
                    <a:pt x="2973167" y="2445991"/>
                  </a:lnTo>
                  <a:lnTo>
                    <a:pt x="2949249" y="2496630"/>
                  </a:lnTo>
                  <a:lnTo>
                    <a:pt x="2911617" y="2538107"/>
                  </a:lnTo>
                  <a:lnTo>
                    <a:pt x="2863725" y="2566773"/>
                  </a:lnTo>
                  <a:lnTo>
                    <a:pt x="2809590" y="2580368"/>
                  </a:lnTo>
                  <a:lnTo>
                    <a:pt x="2790824" y="2581274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77174" y="3457574"/>
              <a:ext cx="2981325" cy="2581275"/>
            </a:xfrm>
            <a:custGeom>
              <a:avLst/>
              <a:gdLst/>
              <a:ahLst/>
              <a:cxnLst/>
              <a:rect l="l" t="t" r="r" b="b"/>
              <a:pathLst>
                <a:path w="2981325" h="2581275">
                  <a:moveTo>
                    <a:pt x="2790824" y="2581274"/>
                  </a:moveTo>
                  <a:lnTo>
                    <a:pt x="190499" y="2581274"/>
                  </a:lnTo>
                  <a:lnTo>
                    <a:pt x="171733" y="2580368"/>
                  </a:lnTo>
                  <a:lnTo>
                    <a:pt x="117598" y="2566773"/>
                  </a:lnTo>
                  <a:lnTo>
                    <a:pt x="69706" y="2538107"/>
                  </a:lnTo>
                  <a:lnTo>
                    <a:pt x="32075" y="2496630"/>
                  </a:lnTo>
                  <a:lnTo>
                    <a:pt x="8156" y="2445991"/>
                  </a:lnTo>
                  <a:lnTo>
                    <a:pt x="0" y="2390774"/>
                  </a:lnTo>
                  <a:lnTo>
                    <a:pt x="0" y="190499"/>
                  </a:lnTo>
                  <a:lnTo>
                    <a:pt x="8156" y="135283"/>
                  </a:lnTo>
                  <a:lnTo>
                    <a:pt x="32075" y="84643"/>
                  </a:lnTo>
                  <a:lnTo>
                    <a:pt x="69706" y="43167"/>
                  </a:lnTo>
                  <a:lnTo>
                    <a:pt x="117598" y="14500"/>
                  </a:lnTo>
                  <a:lnTo>
                    <a:pt x="171733" y="906"/>
                  </a:lnTo>
                  <a:lnTo>
                    <a:pt x="190499" y="0"/>
                  </a:lnTo>
                  <a:lnTo>
                    <a:pt x="2790824" y="0"/>
                  </a:lnTo>
                  <a:lnTo>
                    <a:pt x="2846041" y="8156"/>
                  </a:lnTo>
                  <a:lnTo>
                    <a:pt x="2873364" y="19049"/>
                  </a:lnTo>
                  <a:lnTo>
                    <a:pt x="190499" y="19049"/>
                  </a:lnTo>
                  <a:lnTo>
                    <a:pt x="182076" y="19255"/>
                  </a:lnTo>
                  <a:lnTo>
                    <a:pt x="140729" y="26430"/>
                  </a:lnTo>
                  <a:lnTo>
                    <a:pt x="102364" y="43435"/>
                  </a:lnTo>
                  <a:lnTo>
                    <a:pt x="69265" y="69266"/>
                  </a:lnTo>
                  <a:lnTo>
                    <a:pt x="43435" y="102364"/>
                  </a:lnTo>
                  <a:lnTo>
                    <a:pt x="26429" y="140729"/>
                  </a:lnTo>
                  <a:lnTo>
                    <a:pt x="19255" y="182076"/>
                  </a:lnTo>
                  <a:lnTo>
                    <a:pt x="19049" y="190499"/>
                  </a:lnTo>
                  <a:lnTo>
                    <a:pt x="19049" y="2390774"/>
                  </a:lnTo>
                  <a:lnTo>
                    <a:pt x="24189" y="2432443"/>
                  </a:lnTo>
                  <a:lnTo>
                    <a:pt x="39291" y="2471596"/>
                  </a:lnTo>
                  <a:lnTo>
                    <a:pt x="63455" y="2505906"/>
                  </a:lnTo>
                  <a:lnTo>
                    <a:pt x="95246" y="2533329"/>
                  </a:lnTo>
                  <a:lnTo>
                    <a:pt x="132748" y="2552206"/>
                  </a:lnTo>
                  <a:lnTo>
                    <a:pt x="173693" y="2561400"/>
                  </a:lnTo>
                  <a:lnTo>
                    <a:pt x="190499" y="2562224"/>
                  </a:lnTo>
                  <a:lnTo>
                    <a:pt x="2873364" y="2562224"/>
                  </a:lnTo>
                  <a:lnTo>
                    <a:pt x="2863725" y="2566773"/>
                  </a:lnTo>
                  <a:lnTo>
                    <a:pt x="2846041" y="2573117"/>
                  </a:lnTo>
                  <a:lnTo>
                    <a:pt x="2827996" y="2577649"/>
                  </a:lnTo>
                  <a:lnTo>
                    <a:pt x="2809590" y="2580368"/>
                  </a:lnTo>
                  <a:lnTo>
                    <a:pt x="2790824" y="2581274"/>
                  </a:lnTo>
                  <a:close/>
                </a:path>
                <a:path w="2981325" h="2581275">
                  <a:moveTo>
                    <a:pt x="2873364" y="2562224"/>
                  </a:moveTo>
                  <a:lnTo>
                    <a:pt x="2790824" y="2562224"/>
                  </a:lnTo>
                  <a:lnTo>
                    <a:pt x="2799247" y="2562018"/>
                  </a:lnTo>
                  <a:lnTo>
                    <a:pt x="2807629" y="2561400"/>
                  </a:lnTo>
                  <a:lnTo>
                    <a:pt x="2848573" y="2552206"/>
                  </a:lnTo>
                  <a:lnTo>
                    <a:pt x="2886075" y="2533329"/>
                  </a:lnTo>
                  <a:lnTo>
                    <a:pt x="2917866" y="2505906"/>
                  </a:lnTo>
                  <a:lnTo>
                    <a:pt x="2942030" y="2471596"/>
                  </a:lnTo>
                  <a:lnTo>
                    <a:pt x="2957133" y="2432443"/>
                  </a:lnTo>
                  <a:lnTo>
                    <a:pt x="2962274" y="2390774"/>
                  </a:lnTo>
                  <a:lnTo>
                    <a:pt x="2962274" y="190499"/>
                  </a:lnTo>
                  <a:lnTo>
                    <a:pt x="2957133" y="148830"/>
                  </a:lnTo>
                  <a:lnTo>
                    <a:pt x="2942030" y="109677"/>
                  </a:lnTo>
                  <a:lnTo>
                    <a:pt x="2917866" y="75367"/>
                  </a:lnTo>
                  <a:lnTo>
                    <a:pt x="2886075" y="47944"/>
                  </a:lnTo>
                  <a:lnTo>
                    <a:pt x="2848573" y="29067"/>
                  </a:lnTo>
                  <a:lnTo>
                    <a:pt x="2807629" y="19873"/>
                  </a:lnTo>
                  <a:lnTo>
                    <a:pt x="2790824" y="19049"/>
                  </a:lnTo>
                  <a:lnTo>
                    <a:pt x="2873364" y="19049"/>
                  </a:lnTo>
                  <a:lnTo>
                    <a:pt x="2911617" y="43167"/>
                  </a:lnTo>
                  <a:lnTo>
                    <a:pt x="2949249" y="84643"/>
                  </a:lnTo>
                  <a:lnTo>
                    <a:pt x="2973167" y="135283"/>
                  </a:lnTo>
                  <a:lnTo>
                    <a:pt x="2981324" y="190499"/>
                  </a:lnTo>
                  <a:lnTo>
                    <a:pt x="2981324" y="2390774"/>
                  </a:lnTo>
                  <a:lnTo>
                    <a:pt x="2980513" y="2407579"/>
                  </a:lnTo>
                  <a:lnTo>
                    <a:pt x="2973167" y="2445991"/>
                  </a:lnTo>
                  <a:lnTo>
                    <a:pt x="2949249" y="2496630"/>
                  </a:lnTo>
                  <a:lnTo>
                    <a:pt x="2911617" y="2538107"/>
                  </a:lnTo>
                  <a:lnTo>
                    <a:pt x="2880716" y="2558754"/>
                  </a:lnTo>
                  <a:lnTo>
                    <a:pt x="2873364" y="2562224"/>
                  </a:lnTo>
                  <a:close/>
                </a:path>
              </a:pathLst>
            </a:custGeom>
            <a:solidFill>
              <a:srgbClr val="FFFF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29699" y="3762374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4" y="664242"/>
                  </a:lnTo>
                  <a:lnTo>
                    <a:pt x="252370" y="656759"/>
                  </a:lnTo>
                  <a:lnTo>
                    <a:pt x="213395" y="644412"/>
                  </a:lnTo>
                  <a:lnTo>
                    <a:pt x="176221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8"/>
                  </a:lnTo>
                  <a:lnTo>
                    <a:pt x="56182" y="518588"/>
                  </a:lnTo>
                  <a:lnTo>
                    <a:pt x="35593" y="483262"/>
                  </a:lnTo>
                  <a:lnTo>
                    <a:pt x="19486" y="445685"/>
                  </a:lnTo>
                  <a:lnTo>
                    <a:pt x="8099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4" y="244461"/>
                  </a:lnTo>
                  <a:lnTo>
                    <a:pt x="25375" y="205797"/>
                  </a:lnTo>
                  <a:lnTo>
                    <a:pt x="43309" y="169052"/>
                  </a:lnTo>
                  <a:lnTo>
                    <a:pt x="65604" y="134783"/>
                  </a:lnTo>
                  <a:lnTo>
                    <a:pt x="91926" y="103500"/>
                  </a:lnTo>
                  <a:lnTo>
                    <a:pt x="121883" y="75672"/>
                  </a:lnTo>
                  <a:lnTo>
                    <a:pt x="155021" y="51720"/>
                  </a:lnTo>
                  <a:lnTo>
                    <a:pt x="190837" y="32007"/>
                  </a:lnTo>
                  <a:lnTo>
                    <a:pt x="228797" y="16826"/>
                  </a:lnTo>
                  <a:lnTo>
                    <a:pt x="268335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7"/>
                  </a:lnTo>
                  <a:lnTo>
                    <a:pt x="422288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6" y="121883"/>
                  </a:lnTo>
                  <a:lnTo>
                    <a:pt x="615028" y="155021"/>
                  </a:lnTo>
                  <a:lnTo>
                    <a:pt x="634741" y="190838"/>
                  </a:lnTo>
                  <a:lnTo>
                    <a:pt x="649922" y="228798"/>
                  </a:lnTo>
                  <a:lnTo>
                    <a:pt x="660343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3" y="422287"/>
                  </a:lnTo>
                  <a:lnTo>
                    <a:pt x="641371" y="460951"/>
                  </a:lnTo>
                  <a:lnTo>
                    <a:pt x="623438" y="497697"/>
                  </a:lnTo>
                  <a:lnTo>
                    <a:pt x="601143" y="531966"/>
                  </a:lnTo>
                  <a:lnTo>
                    <a:pt x="574822" y="563248"/>
                  </a:lnTo>
                  <a:lnTo>
                    <a:pt x="544864" y="591077"/>
                  </a:lnTo>
                  <a:lnTo>
                    <a:pt x="511727" y="615029"/>
                  </a:lnTo>
                  <a:lnTo>
                    <a:pt x="475910" y="634742"/>
                  </a:lnTo>
                  <a:lnTo>
                    <a:pt x="437950" y="649923"/>
                  </a:lnTo>
                  <a:lnTo>
                    <a:pt x="398412" y="660343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42226" y="3949699"/>
              <a:ext cx="250825" cy="28892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086651" y="4604680"/>
            <a:ext cx="56515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30" dirty="0">
                <a:solidFill>
                  <a:srgbClr val="FFFFFF"/>
                </a:solidFill>
                <a:latin typeface="Arial"/>
                <a:cs typeface="Arial"/>
              </a:rPr>
              <a:t>СЕБЕ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086724" y="4991099"/>
            <a:ext cx="2562225" cy="742950"/>
            <a:chOff x="8086724" y="4991099"/>
            <a:chExt cx="2562225" cy="742950"/>
          </a:xfrm>
        </p:grpSpPr>
        <p:sp>
          <p:nvSpPr>
            <p:cNvPr id="36" name="object 36"/>
            <p:cNvSpPr/>
            <p:nvPr/>
          </p:nvSpPr>
          <p:spPr>
            <a:xfrm>
              <a:off x="8086724" y="4991099"/>
              <a:ext cx="2562225" cy="742950"/>
            </a:xfrm>
            <a:custGeom>
              <a:avLst/>
              <a:gdLst/>
              <a:ahLst/>
              <a:cxnLst/>
              <a:rect l="l" t="t" r="r" b="b"/>
              <a:pathLst>
                <a:path w="2562225" h="742950">
                  <a:moveTo>
                    <a:pt x="2466974" y="742949"/>
                  </a:moveTo>
                  <a:lnTo>
                    <a:pt x="95249" y="742949"/>
                  </a:lnTo>
                  <a:lnTo>
                    <a:pt x="85866" y="742496"/>
                  </a:lnTo>
                  <a:lnTo>
                    <a:pt x="42321" y="726912"/>
                  </a:lnTo>
                  <a:lnTo>
                    <a:pt x="11259" y="692645"/>
                  </a:lnTo>
                  <a:lnTo>
                    <a:pt x="0" y="6476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2466974" y="0"/>
                  </a:lnTo>
                  <a:lnTo>
                    <a:pt x="2511920" y="11259"/>
                  </a:lnTo>
                  <a:lnTo>
                    <a:pt x="2546186" y="42321"/>
                  </a:lnTo>
                  <a:lnTo>
                    <a:pt x="2561771" y="85866"/>
                  </a:lnTo>
                  <a:lnTo>
                    <a:pt x="2562224" y="95249"/>
                  </a:lnTo>
                  <a:lnTo>
                    <a:pt x="2562224" y="647699"/>
                  </a:lnTo>
                  <a:lnTo>
                    <a:pt x="2550964" y="692645"/>
                  </a:lnTo>
                  <a:lnTo>
                    <a:pt x="2519902" y="726912"/>
                  </a:lnTo>
                  <a:lnTo>
                    <a:pt x="2476357" y="742496"/>
                  </a:lnTo>
                  <a:lnTo>
                    <a:pt x="2466974" y="74294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86712" y="4991099"/>
              <a:ext cx="2562225" cy="742950"/>
            </a:xfrm>
            <a:custGeom>
              <a:avLst/>
              <a:gdLst/>
              <a:ahLst/>
              <a:cxnLst/>
              <a:rect l="l" t="t" r="r" b="b"/>
              <a:pathLst>
                <a:path w="2562225" h="742950">
                  <a:moveTo>
                    <a:pt x="19050" y="572820"/>
                  </a:moveTo>
                  <a:lnTo>
                    <a:pt x="0" y="572820"/>
                  </a:lnTo>
                  <a:lnTo>
                    <a:pt x="0" y="629970"/>
                  </a:lnTo>
                  <a:lnTo>
                    <a:pt x="19050" y="629970"/>
                  </a:lnTo>
                  <a:lnTo>
                    <a:pt x="19050" y="572820"/>
                  </a:lnTo>
                  <a:close/>
                </a:path>
                <a:path w="2562225" h="742950">
                  <a:moveTo>
                    <a:pt x="19050" y="477570"/>
                  </a:moveTo>
                  <a:lnTo>
                    <a:pt x="0" y="477570"/>
                  </a:lnTo>
                  <a:lnTo>
                    <a:pt x="0" y="534720"/>
                  </a:lnTo>
                  <a:lnTo>
                    <a:pt x="19050" y="534720"/>
                  </a:lnTo>
                  <a:lnTo>
                    <a:pt x="19050" y="477570"/>
                  </a:lnTo>
                  <a:close/>
                </a:path>
                <a:path w="2562225" h="742950">
                  <a:moveTo>
                    <a:pt x="19050" y="382320"/>
                  </a:moveTo>
                  <a:lnTo>
                    <a:pt x="0" y="382320"/>
                  </a:lnTo>
                  <a:lnTo>
                    <a:pt x="0" y="439470"/>
                  </a:lnTo>
                  <a:lnTo>
                    <a:pt x="19050" y="439470"/>
                  </a:lnTo>
                  <a:lnTo>
                    <a:pt x="19050" y="382320"/>
                  </a:lnTo>
                  <a:close/>
                </a:path>
                <a:path w="2562225" h="742950">
                  <a:moveTo>
                    <a:pt x="19050" y="287070"/>
                  </a:moveTo>
                  <a:lnTo>
                    <a:pt x="0" y="287070"/>
                  </a:lnTo>
                  <a:lnTo>
                    <a:pt x="0" y="344220"/>
                  </a:lnTo>
                  <a:lnTo>
                    <a:pt x="19050" y="344220"/>
                  </a:lnTo>
                  <a:lnTo>
                    <a:pt x="19050" y="287070"/>
                  </a:lnTo>
                  <a:close/>
                </a:path>
                <a:path w="2562225" h="742950">
                  <a:moveTo>
                    <a:pt x="19050" y="191820"/>
                  </a:moveTo>
                  <a:lnTo>
                    <a:pt x="0" y="191820"/>
                  </a:lnTo>
                  <a:lnTo>
                    <a:pt x="0" y="248970"/>
                  </a:lnTo>
                  <a:lnTo>
                    <a:pt x="19050" y="248970"/>
                  </a:lnTo>
                  <a:lnTo>
                    <a:pt x="19050" y="191820"/>
                  </a:lnTo>
                  <a:close/>
                </a:path>
                <a:path w="2562225" h="742950">
                  <a:moveTo>
                    <a:pt x="19050" y="96570"/>
                  </a:moveTo>
                  <a:lnTo>
                    <a:pt x="0" y="96570"/>
                  </a:lnTo>
                  <a:lnTo>
                    <a:pt x="0" y="153720"/>
                  </a:lnTo>
                  <a:lnTo>
                    <a:pt x="19050" y="153720"/>
                  </a:lnTo>
                  <a:lnTo>
                    <a:pt x="19050" y="96570"/>
                  </a:lnTo>
                  <a:close/>
                </a:path>
                <a:path w="2562225" h="742950">
                  <a:moveTo>
                    <a:pt x="48628" y="707898"/>
                  </a:moveTo>
                  <a:lnTo>
                    <a:pt x="24853" y="676871"/>
                  </a:lnTo>
                  <a:lnTo>
                    <a:pt x="21209" y="665353"/>
                  </a:lnTo>
                  <a:lnTo>
                    <a:pt x="2692" y="669772"/>
                  </a:lnTo>
                  <a:lnTo>
                    <a:pt x="21590" y="708101"/>
                  </a:lnTo>
                  <a:lnTo>
                    <a:pt x="36982" y="722947"/>
                  </a:lnTo>
                  <a:lnTo>
                    <a:pt x="48628" y="707898"/>
                  </a:lnTo>
                  <a:close/>
                </a:path>
                <a:path w="2562225" h="742950">
                  <a:moveTo>
                    <a:pt x="61048" y="27241"/>
                  </a:moveTo>
                  <a:lnTo>
                    <a:pt x="52489" y="10236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788" y="55549"/>
                  </a:lnTo>
                  <a:lnTo>
                    <a:pt x="26085" y="63487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1048" y="27241"/>
                  </a:lnTo>
                  <a:close/>
                </a:path>
                <a:path w="2562225" h="742950">
                  <a:moveTo>
                    <a:pt x="134226" y="723900"/>
                  </a:moveTo>
                  <a:lnTo>
                    <a:pt x="95250" y="723900"/>
                  </a:lnTo>
                  <a:lnTo>
                    <a:pt x="87744" y="723544"/>
                  </a:lnTo>
                  <a:lnTo>
                    <a:pt x="80391" y="722452"/>
                  </a:lnTo>
                  <a:lnTo>
                    <a:pt x="79527" y="722236"/>
                  </a:lnTo>
                  <a:lnTo>
                    <a:pt x="79489" y="722452"/>
                  </a:lnTo>
                  <a:lnTo>
                    <a:pt x="75603" y="740879"/>
                  </a:lnTo>
                  <a:lnTo>
                    <a:pt x="76669" y="741146"/>
                  </a:lnTo>
                  <a:lnTo>
                    <a:pt x="85877" y="742505"/>
                  </a:lnTo>
                  <a:lnTo>
                    <a:pt x="95250" y="742950"/>
                  </a:lnTo>
                  <a:lnTo>
                    <a:pt x="134226" y="742950"/>
                  </a:lnTo>
                  <a:lnTo>
                    <a:pt x="134226" y="723900"/>
                  </a:lnTo>
                  <a:close/>
                </a:path>
                <a:path w="2562225" h="742950">
                  <a:moveTo>
                    <a:pt x="152400" y="0"/>
                  </a:moveTo>
                  <a:lnTo>
                    <a:pt x="93408" y="0"/>
                  </a:lnTo>
                  <a:lnTo>
                    <a:pt x="93776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2562225" h="742950">
                  <a:moveTo>
                    <a:pt x="229476" y="723900"/>
                  </a:moveTo>
                  <a:lnTo>
                    <a:pt x="172326" y="723900"/>
                  </a:lnTo>
                  <a:lnTo>
                    <a:pt x="172326" y="742950"/>
                  </a:lnTo>
                  <a:lnTo>
                    <a:pt x="229476" y="742950"/>
                  </a:lnTo>
                  <a:lnTo>
                    <a:pt x="229476" y="723900"/>
                  </a:lnTo>
                  <a:close/>
                </a:path>
                <a:path w="2562225" h="742950">
                  <a:moveTo>
                    <a:pt x="24765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247650" y="19050"/>
                  </a:lnTo>
                  <a:lnTo>
                    <a:pt x="247650" y="0"/>
                  </a:lnTo>
                  <a:close/>
                </a:path>
                <a:path w="2562225" h="742950">
                  <a:moveTo>
                    <a:pt x="324726" y="723900"/>
                  </a:moveTo>
                  <a:lnTo>
                    <a:pt x="267576" y="723900"/>
                  </a:lnTo>
                  <a:lnTo>
                    <a:pt x="267576" y="742950"/>
                  </a:lnTo>
                  <a:lnTo>
                    <a:pt x="324726" y="742950"/>
                  </a:lnTo>
                  <a:lnTo>
                    <a:pt x="324726" y="723900"/>
                  </a:lnTo>
                  <a:close/>
                </a:path>
                <a:path w="2562225" h="742950">
                  <a:moveTo>
                    <a:pt x="342900" y="0"/>
                  </a:moveTo>
                  <a:lnTo>
                    <a:pt x="285750" y="0"/>
                  </a:lnTo>
                  <a:lnTo>
                    <a:pt x="285750" y="19050"/>
                  </a:lnTo>
                  <a:lnTo>
                    <a:pt x="342900" y="19050"/>
                  </a:lnTo>
                  <a:lnTo>
                    <a:pt x="342900" y="0"/>
                  </a:lnTo>
                  <a:close/>
                </a:path>
                <a:path w="2562225" h="742950">
                  <a:moveTo>
                    <a:pt x="419976" y="723900"/>
                  </a:moveTo>
                  <a:lnTo>
                    <a:pt x="362826" y="723900"/>
                  </a:lnTo>
                  <a:lnTo>
                    <a:pt x="362826" y="742950"/>
                  </a:lnTo>
                  <a:lnTo>
                    <a:pt x="419976" y="742950"/>
                  </a:lnTo>
                  <a:lnTo>
                    <a:pt x="419976" y="723900"/>
                  </a:lnTo>
                  <a:close/>
                </a:path>
                <a:path w="2562225" h="742950">
                  <a:moveTo>
                    <a:pt x="438150" y="0"/>
                  </a:moveTo>
                  <a:lnTo>
                    <a:pt x="381000" y="0"/>
                  </a:lnTo>
                  <a:lnTo>
                    <a:pt x="381000" y="19050"/>
                  </a:lnTo>
                  <a:lnTo>
                    <a:pt x="438150" y="19050"/>
                  </a:lnTo>
                  <a:lnTo>
                    <a:pt x="438150" y="0"/>
                  </a:lnTo>
                  <a:close/>
                </a:path>
                <a:path w="2562225" h="742950">
                  <a:moveTo>
                    <a:pt x="515226" y="723900"/>
                  </a:moveTo>
                  <a:lnTo>
                    <a:pt x="458076" y="723900"/>
                  </a:lnTo>
                  <a:lnTo>
                    <a:pt x="458076" y="742950"/>
                  </a:lnTo>
                  <a:lnTo>
                    <a:pt x="515226" y="742950"/>
                  </a:lnTo>
                  <a:lnTo>
                    <a:pt x="515226" y="723900"/>
                  </a:lnTo>
                  <a:close/>
                </a:path>
                <a:path w="2562225" h="742950">
                  <a:moveTo>
                    <a:pt x="533400" y="0"/>
                  </a:moveTo>
                  <a:lnTo>
                    <a:pt x="476250" y="0"/>
                  </a:lnTo>
                  <a:lnTo>
                    <a:pt x="476250" y="19050"/>
                  </a:lnTo>
                  <a:lnTo>
                    <a:pt x="533400" y="19050"/>
                  </a:lnTo>
                  <a:lnTo>
                    <a:pt x="533400" y="0"/>
                  </a:lnTo>
                  <a:close/>
                </a:path>
                <a:path w="2562225" h="742950">
                  <a:moveTo>
                    <a:pt x="610476" y="723900"/>
                  </a:moveTo>
                  <a:lnTo>
                    <a:pt x="553326" y="723900"/>
                  </a:lnTo>
                  <a:lnTo>
                    <a:pt x="553326" y="742950"/>
                  </a:lnTo>
                  <a:lnTo>
                    <a:pt x="610476" y="742950"/>
                  </a:lnTo>
                  <a:lnTo>
                    <a:pt x="610476" y="723900"/>
                  </a:lnTo>
                  <a:close/>
                </a:path>
                <a:path w="2562225" h="742950">
                  <a:moveTo>
                    <a:pt x="62865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628650" y="19050"/>
                  </a:lnTo>
                  <a:lnTo>
                    <a:pt x="628650" y="0"/>
                  </a:lnTo>
                  <a:close/>
                </a:path>
                <a:path w="2562225" h="742950">
                  <a:moveTo>
                    <a:pt x="705726" y="723900"/>
                  </a:moveTo>
                  <a:lnTo>
                    <a:pt x="648576" y="723900"/>
                  </a:lnTo>
                  <a:lnTo>
                    <a:pt x="648576" y="742950"/>
                  </a:lnTo>
                  <a:lnTo>
                    <a:pt x="705726" y="742950"/>
                  </a:lnTo>
                  <a:lnTo>
                    <a:pt x="705726" y="723900"/>
                  </a:lnTo>
                  <a:close/>
                </a:path>
                <a:path w="2562225" h="742950">
                  <a:moveTo>
                    <a:pt x="723900" y="0"/>
                  </a:moveTo>
                  <a:lnTo>
                    <a:pt x="666750" y="0"/>
                  </a:lnTo>
                  <a:lnTo>
                    <a:pt x="666750" y="19050"/>
                  </a:lnTo>
                  <a:lnTo>
                    <a:pt x="723900" y="19050"/>
                  </a:lnTo>
                  <a:lnTo>
                    <a:pt x="723900" y="0"/>
                  </a:lnTo>
                  <a:close/>
                </a:path>
                <a:path w="2562225" h="742950">
                  <a:moveTo>
                    <a:pt x="800976" y="723900"/>
                  </a:moveTo>
                  <a:lnTo>
                    <a:pt x="743826" y="723900"/>
                  </a:lnTo>
                  <a:lnTo>
                    <a:pt x="743826" y="742950"/>
                  </a:lnTo>
                  <a:lnTo>
                    <a:pt x="800976" y="742950"/>
                  </a:lnTo>
                  <a:lnTo>
                    <a:pt x="800976" y="723900"/>
                  </a:lnTo>
                  <a:close/>
                </a:path>
                <a:path w="2562225" h="742950">
                  <a:moveTo>
                    <a:pt x="819150" y="0"/>
                  </a:moveTo>
                  <a:lnTo>
                    <a:pt x="762000" y="0"/>
                  </a:lnTo>
                  <a:lnTo>
                    <a:pt x="762000" y="19050"/>
                  </a:lnTo>
                  <a:lnTo>
                    <a:pt x="819150" y="19050"/>
                  </a:lnTo>
                  <a:lnTo>
                    <a:pt x="819150" y="0"/>
                  </a:lnTo>
                  <a:close/>
                </a:path>
                <a:path w="2562225" h="742950">
                  <a:moveTo>
                    <a:pt x="896226" y="723900"/>
                  </a:moveTo>
                  <a:lnTo>
                    <a:pt x="839076" y="723900"/>
                  </a:lnTo>
                  <a:lnTo>
                    <a:pt x="839076" y="742950"/>
                  </a:lnTo>
                  <a:lnTo>
                    <a:pt x="896226" y="742950"/>
                  </a:lnTo>
                  <a:lnTo>
                    <a:pt x="896226" y="723900"/>
                  </a:lnTo>
                  <a:close/>
                </a:path>
                <a:path w="2562225" h="742950">
                  <a:moveTo>
                    <a:pt x="914400" y="0"/>
                  </a:moveTo>
                  <a:lnTo>
                    <a:pt x="857250" y="0"/>
                  </a:lnTo>
                  <a:lnTo>
                    <a:pt x="857250" y="19050"/>
                  </a:lnTo>
                  <a:lnTo>
                    <a:pt x="914400" y="19050"/>
                  </a:lnTo>
                  <a:lnTo>
                    <a:pt x="914400" y="0"/>
                  </a:lnTo>
                  <a:close/>
                </a:path>
                <a:path w="2562225" h="742950">
                  <a:moveTo>
                    <a:pt x="991476" y="723900"/>
                  </a:moveTo>
                  <a:lnTo>
                    <a:pt x="934326" y="723900"/>
                  </a:lnTo>
                  <a:lnTo>
                    <a:pt x="934326" y="742950"/>
                  </a:lnTo>
                  <a:lnTo>
                    <a:pt x="991476" y="742950"/>
                  </a:lnTo>
                  <a:lnTo>
                    <a:pt x="991476" y="723900"/>
                  </a:lnTo>
                  <a:close/>
                </a:path>
                <a:path w="2562225" h="742950">
                  <a:moveTo>
                    <a:pt x="1009650" y="0"/>
                  </a:moveTo>
                  <a:lnTo>
                    <a:pt x="952500" y="0"/>
                  </a:lnTo>
                  <a:lnTo>
                    <a:pt x="952500" y="19050"/>
                  </a:lnTo>
                  <a:lnTo>
                    <a:pt x="1009650" y="19050"/>
                  </a:lnTo>
                  <a:lnTo>
                    <a:pt x="1009650" y="0"/>
                  </a:lnTo>
                  <a:close/>
                </a:path>
                <a:path w="2562225" h="742950">
                  <a:moveTo>
                    <a:pt x="1086726" y="723900"/>
                  </a:moveTo>
                  <a:lnTo>
                    <a:pt x="1029576" y="723900"/>
                  </a:lnTo>
                  <a:lnTo>
                    <a:pt x="1029576" y="742950"/>
                  </a:lnTo>
                  <a:lnTo>
                    <a:pt x="1086726" y="742950"/>
                  </a:lnTo>
                  <a:lnTo>
                    <a:pt x="1086726" y="723900"/>
                  </a:lnTo>
                  <a:close/>
                </a:path>
                <a:path w="2562225" h="742950">
                  <a:moveTo>
                    <a:pt x="1104900" y="0"/>
                  </a:moveTo>
                  <a:lnTo>
                    <a:pt x="1047750" y="0"/>
                  </a:lnTo>
                  <a:lnTo>
                    <a:pt x="1047750" y="19050"/>
                  </a:lnTo>
                  <a:lnTo>
                    <a:pt x="1104900" y="19050"/>
                  </a:lnTo>
                  <a:lnTo>
                    <a:pt x="1104900" y="0"/>
                  </a:lnTo>
                  <a:close/>
                </a:path>
                <a:path w="2562225" h="742950">
                  <a:moveTo>
                    <a:pt x="1181976" y="723900"/>
                  </a:moveTo>
                  <a:lnTo>
                    <a:pt x="1124826" y="723900"/>
                  </a:lnTo>
                  <a:lnTo>
                    <a:pt x="1124826" y="742950"/>
                  </a:lnTo>
                  <a:lnTo>
                    <a:pt x="1181976" y="742950"/>
                  </a:lnTo>
                  <a:lnTo>
                    <a:pt x="1181976" y="723900"/>
                  </a:lnTo>
                  <a:close/>
                </a:path>
                <a:path w="2562225" h="742950">
                  <a:moveTo>
                    <a:pt x="1200150" y="0"/>
                  </a:moveTo>
                  <a:lnTo>
                    <a:pt x="1143000" y="0"/>
                  </a:lnTo>
                  <a:lnTo>
                    <a:pt x="1143000" y="19050"/>
                  </a:lnTo>
                  <a:lnTo>
                    <a:pt x="1200150" y="19050"/>
                  </a:lnTo>
                  <a:lnTo>
                    <a:pt x="1200150" y="0"/>
                  </a:lnTo>
                  <a:close/>
                </a:path>
                <a:path w="2562225" h="742950">
                  <a:moveTo>
                    <a:pt x="1277226" y="723900"/>
                  </a:moveTo>
                  <a:lnTo>
                    <a:pt x="1220076" y="723900"/>
                  </a:lnTo>
                  <a:lnTo>
                    <a:pt x="1220076" y="742950"/>
                  </a:lnTo>
                  <a:lnTo>
                    <a:pt x="1277226" y="742950"/>
                  </a:lnTo>
                  <a:lnTo>
                    <a:pt x="1277226" y="723900"/>
                  </a:lnTo>
                  <a:close/>
                </a:path>
                <a:path w="2562225" h="742950">
                  <a:moveTo>
                    <a:pt x="1295400" y="0"/>
                  </a:moveTo>
                  <a:lnTo>
                    <a:pt x="1238250" y="0"/>
                  </a:lnTo>
                  <a:lnTo>
                    <a:pt x="1238250" y="19050"/>
                  </a:lnTo>
                  <a:lnTo>
                    <a:pt x="1295400" y="19050"/>
                  </a:lnTo>
                  <a:lnTo>
                    <a:pt x="1295400" y="0"/>
                  </a:lnTo>
                  <a:close/>
                </a:path>
                <a:path w="2562225" h="742950">
                  <a:moveTo>
                    <a:pt x="1372476" y="723900"/>
                  </a:moveTo>
                  <a:lnTo>
                    <a:pt x="1315326" y="723900"/>
                  </a:lnTo>
                  <a:lnTo>
                    <a:pt x="1315326" y="742950"/>
                  </a:lnTo>
                  <a:lnTo>
                    <a:pt x="1372476" y="742950"/>
                  </a:lnTo>
                  <a:lnTo>
                    <a:pt x="1372476" y="723900"/>
                  </a:lnTo>
                  <a:close/>
                </a:path>
                <a:path w="2562225" h="742950">
                  <a:moveTo>
                    <a:pt x="1390650" y="0"/>
                  </a:moveTo>
                  <a:lnTo>
                    <a:pt x="1333500" y="0"/>
                  </a:lnTo>
                  <a:lnTo>
                    <a:pt x="1333500" y="19050"/>
                  </a:lnTo>
                  <a:lnTo>
                    <a:pt x="1390650" y="19050"/>
                  </a:lnTo>
                  <a:lnTo>
                    <a:pt x="1390650" y="0"/>
                  </a:lnTo>
                  <a:close/>
                </a:path>
                <a:path w="2562225" h="742950">
                  <a:moveTo>
                    <a:pt x="1467726" y="723900"/>
                  </a:moveTo>
                  <a:lnTo>
                    <a:pt x="1410576" y="723900"/>
                  </a:lnTo>
                  <a:lnTo>
                    <a:pt x="1410576" y="742950"/>
                  </a:lnTo>
                  <a:lnTo>
                    <a:pt x="1467726" y="742950"/>
                  </a:lnTo>
                  <a:lnTo>
                    <a:pt x="1467726" y="723900"/>
                  </a:lnTo>
                  <a:close/>
                </a:path>
                <a:path w="2562225" h="742950">
                  <a:moveTo>
                    <a:pt x="1485900" y="0"/>
                  </a:moveTo>
                  <a:lnTo>
                    <a:pt x="1428750" y="0"/>
                  </a:lnTo>
                  <a:lnTo>
                    <a:pt x="1428750" y="19050"/>
                  </a:lnTo>
                  <a:lnTo>
                    <a:pt x="1485900" y="19050"/>
                  </a:lnTo>
                  <a:lnTo>
                    <a:pt x="1485900" y="0"/>
                  </a:lnTo>
                  <a:close/>
                </a:path>
                <a:path w="2562225" h="742950">
                  <a:moveTo>
                    <a:pt x="1562976" y="723900"/>
                  </a:moveTo>
                  <a:lnTo>
                    <a:pt x="1505826" y="723900"/>
                  </a:lnTo>
                  <a:lnTo>
                    <a:pt x="1505826" y="742950"/>
                  </a:lnTo>
                  <a:lnTo>
                    <a:pt x="1562976" y="742950"/>
                  </a:lnTo>
                  <a:lnTo>
                    <a:pt x="1562976" y="723900"/>
                  </a:lnTo>
                  <a:close/>
                </a:path>
                <a:path w="2562225" h="742950">
                  <a:moveTo>
                    <a:pt x="1581150" y="0"/>
                  </a:moveTo>
                  <a:lnTo>
                    <a:pt x="1524000" y="0"/>
                  </a:lnTo>
                  <a:lnTo>
                    <a:pt x="1524000" y="19050"/>
                  </a:lnTo>
                  <a:lnTo>
                    <a:pt x="1581150" y="19050"/>
                  </a:lnTo>
                  <a:lnTo>
                    <a:pt x="1581150" y="0"/>
                  </a:lnTo>
                  <a:close/>
                </a:path>
                <a:path w="2562225" h="742950">
                  <a:moveTo>
                    <a:pt x="1658226" y="723900"/>
                  </a:moveTo>
                  <a:lnTo>
                    <a:pt x="1601076" y="723900"/>
                  </a:lnTo>
                  <a:lnTo>
                    <a:pt x="1601076" y="742950"/>
                  </a:lnTo>
                  <a:lnTo>
                    <a:pt x="1658226" y="742950"/>
                  </a:lnTo>
                  <a:lnTo>
                    <a:pt x="1658226" y="723900"/>
                  </a:lnTo>
                  <a:close/>
                </a:path>
                <a:path w="2562225" h="742950">
                  <a:moveTo>
                    <a:pt x="1676400" y="0"/>
                  </a:moveTo>
                  <a:lnTo>
                    <a:pt x="1619250" y="0"/>
                  </a:lnTo>
                  <a:lnTo>
                    <a:pt x="1619250" y="19050"/>
                  </a:lnTo>
                  <a:lnTo>
                    <a:pt x="1676400" y="19050"/>
                  </a:lnTo>
                  <a:lnTo>
                    <a:pt x="1676400" y="0"/>
                  </a:lnTo>
                  <a:close/>
                </a:path>
                <a:path w="2562225" h="742950">
                  <a:moveTo>
                    <a:pt x="1753476" y="723900"/>
                  </a:moveTo>
                  <a:lnTo>
                    <a:pt x="1696326" y="723900"/>
                  </a:lnTo>
                  <a:lnTo>
                    <a:pt x="1696326" y="742950"/>
                  </a:lnTo>
                  <a:lnTo>
                    <a:pt x="1753476" y="742950"/>
                  </a:lnTo>
                  <a:lnTo>
                    <a:pt x="1753476" y="723900"/>
                  </a:lnTo>
                  <a:close/>
                </a:path>
                <a:path w="2562225" h="742950">
                  <a:moveTo>
                    <a:pt x="1771650" y="0"/>
                  </a:moveTo>
                  <a:lnTo>
                    <a:pt x="1714500" y="0"/>
                  </a:lnTo>
                  <a:lnTo>
                    <a:pt x="1714500" y="19050"/>
                  </a:lnTo>
                  <a:lnTo>
                    <a:pt x="1771650" y="19050"/>
                  </a:lnTo>
                  <a:lnTo>
                    <a:pt x="1771650" y="0"/>
                  </a:lnTo>
                  <a:close/>
                </a:path>
                <a:path w="2562225" h="742950">
                  <a:moveTo>
                    <a:pt x="1848726" y="723900"/>
                  </a:moveTo>
                  <a:lnTo>
                    <a:pt x="1791576" y="723900"/>
                  </a:lnTo>
                  <a:lnTo>
                    <a:pt x="1791576" y="742950"/>
                  </a:lnTo>
                  <a:lnTo>
                    <a:pt x="1848726" y="742950"/>
                  </a:lnTo>
                  <a:lnTo>
                    <a:pt x="1848726" y="723900"/>
                  </a:lnTo>
                  <a:close/>
                </a:path>
                <a:path w="2562225" h="742950">
                  <a:moveTo>
                    <a:pt x="1866900" y="0"/>
                  </a:moveTo>
                  <a:lnTo>
                    <a:pt x="1809750" y="0"/>
                  </a:lnTo>
                  <a:lnTo>
                    <a:pt x="1809750" y="19050"/>
                  </a:lnTo>
                  <a:lnTo>
                    <a:pt x="1866900" y="19050"/>
                  </a:lnTo>
                  <a:lnTo>
                    <a:pt x="1866900" y="0"/>
                  </a:lnTo>
                  <a:close/>
                </a:path>
                <a:path w="2562225" h="742950">
                  <a:moveTo>
                    <a:pt x="1943976" y="723900"/>
                  </a:moveTo>
                  <a:lnTo>
                    <a:pt x="1886826" y="723900"/>
                  </a:lnTo>
                  <a:lnTo>
                    <a:pt x="1886826" y="742950"/>
                  </a:lnTo>
                  <a:lnTo>
                    <a:pt x="1943976" y="742950"/>
                  </a:lnTo>
                  <a:lnTo>
                    <a:pt x="1943976" y="723900"/>
                  </a:lnTo>
                  <a:close/>
                </a:path>
                <a:path w="2562225" h="742950">
                  <a:moveTo>
                    <a:pt x="1962150" y="0"/>
                  </a:moveTo>
                  <a:lnTo>
                    <a:pt x="1905000" y="0"/>
                  </a:lnTo>
                  <a:lnTo>
                    <a:pt x="1905000" y="19050"/>
                  </a:lnTo>
                  <a:lnTo>
                    <a:pt x="1962150" y="19050"/>
                  </a:lnTo>
                  <a:lnTo>
                    <a:pt x="1962150" y="0"/>
                  </a:lnTo>
                  <a:close/>
                </a:path>
                <a:path w="2562225" h="742950">
                  <a:moveTo>
                    <a:pt x="2039226" y="723900"/>
                  </a:moveTo>
                  <a:lnTo>
                    <a:pt x="1982076" y="723900"/>
                  </a:lnTo>
                  <a:lnTo>
                    <a:pt x="1982076" y="742950"/>
                  </a:lnTo>
                  <a:lnTo>
                    <a:pt x="2039226" y="742950"/>
                  </a:lnTo>
                  <a:lnTo>
                    <a:pt x="2039226" y="723900"/>
                  </a:lnTo>
                  <a:close/>
                </a:path>
                <a:path w="2562225" h="742950">
                  <a:moveTo>
                    <a:pt x="2057400" y="0"/>
                  </a:moveTo>
                  <a:lnTo>
                    <a:pt x="2000250" y="0"/>
                  </a:lnTo>
                  <a:lnTo>
                    <a:pt x="2000250" y="19050"/>
                  </a:lnTo>
                  <a:lnTo>
                    <a:pt x="2057400" y="19050"/>
                  </a:lnTo>
                  <a:lnTo>
                    <a:pt x="2057400" y="0"/>
                  </a:lnTo>
                  <a:close/>
                </a:path>
                <a:path w="2562225" h="742950">
                  <a:moveTo>
                    <a:pt x="2134476" y="723900"/>
                  </a:moveTo>
                  <a:lnTo>
                    <a:pt x="2077326" y="723900"/>
                  </a:lnTo>
                  <a:lnTo>
                    <a:pt x="2077326" y="742950"/>
                  </a:lnTo>
                  <a:lnTo>
                    <a:pt x="2134476" y="742950"/>
                  </a:lnTo>
                  <a:lnTo>
                    <a:pt x="2134476" y="723900"/>
                  </a:lnTo>
                  <a:close/>
                </a:path>
                <a:path w="2562225" h="742950">
                  <a:moveTo>
                    <a:pt x="2152650" y="0"/>
                  </a:moveTo>
                  <a:lnTo>
                    <a:pt x="2095500" y="0"/>
                  </a:lnTo>
                  <a:lnTo>
                    <a:pt x="2095500" y="19050"/>
                  </a:lnTo>
                  <a:lnTo>
                    <a:pt x="2152650" y="19050"/>
                  </a:lnTo>
                  <a:lnTo>
                    <a:pt x="2152650" y="0"/>
                  </a:lnTo>
                  <a:close/>
                </a:path>
                <a:path w="2562225" h="742950">
                  <a:moveTo>
                    <a:pt x="2229726" y="723900"/>
                  </a:moveTo>
                  <a:lnTo>
                    <a:pt x="2172576" y="723900"/>
                  </a:lnTo>
                  <a:lnTo>
                    <a:pt x="2172576" y="742950"/>
                  </a:lnTo>
                  <a:lnTo>
                    <a:pt x="2229726" y="742950"/>
                  </a:lnTo>
                  <a:lnTo>
                    <a:pt x="2229726" y="723900"/>
                  </a:lnTo>
                  <a:close/>
                </a:path>
                <a:path w="2562225" h="742950">
                  <a:moveTo>
                    <a:pt x="2247900" y="0"/>
                  </a:moveTo>
                  <a:lnTo>
                    <a:pt x="2190750" y="0"/>
                  </a:lnTo>
                  <a:lnTo>
                    <a:pt x="2190750" y="19050"/>
                  </a:lnTo>
                  <a:lnTo>
                    <a:pt x="2247900" y="19050"/>
                  </a:lnTo>
                  <a:lnTo>
                    <a:pt x="2247900" y="0"/>
                  </a:lnTo>
                  <a:close/>
                </a:path>
                <a:path w="2562225" h="742950">
                  <a:moveTo>
                    <a:pt x="2324976" y="723900"/>
                  </a:moveTo>
                  <a:lnTo>
                    <a:pt x="2267826" y="723900"/>
                  </a:lnTo>
                  <a:lnTo>
                    <a:pt x="2267826" y="742950"/>
                  </a:lnTo>
                  <a:lnTo>
                    <a:pt x="2324976" y="742950"/>
                  </a:lnTo>
                  <a:lnTo>
                    <a:pt x="2324976" y="723900"/>
                  </a:lnTo>
                  <a:close/>
                </a:path>
                <a:path w="2562225" h="742950">
                  <a:moveTo>
                    <a:pt x="2343150" y="0"/>
                  </a:moveTo>
                  <a:lnTo>
                    <a:pt x="2286000" y="0"/>
                  </a:lnTo>
                  <a:lnTo>
                    <a:pt x="2286000" y="19050"/>
                  </a:lnTo>
                  <a:lnTo>
                    <a:pt x="2343150" y="19050"/>
                  </a:lnTo>
                  <a:lnTo>
                    <a:pt x="2343150" y="0"/>
                  </a:lnTo>
                  <a:close/>
                </a:path>
                <a:path w="2562225" h="742950">
                  <a:moveTo>
                    <a:pt x="2420226" y="723900"/>
                  </a:moveTo>
                  <a:lnTo>
                    <a:pt x="2363076" y="723900"/>
                  </a:lnTo>
                  <a:lnTo>
                    <a:pt x="2363076" y="742950"/>
                  </a:lnTo>
                  <a:lnTo>
                    <a:pt x="2420226" y="742950"/>
                  </a:lnTo>
                  <a:lnTo>
                    <a:pt x="2420226" y="723900"/>
                  </a:lnTo>
                  <a:close/>
                </a:path>
                <a:path w="2562225" h="742950">
                  <a:moveTo>
                    <a:pt x="2438400" y="0"/>
                  </a:moveTo>
                  <a:lnTo>
                    <a:pt x="2381250" y="0"/>
                  </a:lnTo>
                  <a:lnTo>
                    <a:pt x="2381250" y="19050"/>
                  </a:lnTo>
                  <a:lnTo>
                    <a:pt x="2438400" y="19050"/>
                  </a:lnTo>
                  <a:lnTo>
                    <a:pt x="2438400" y="0"/>
                  </a:lnTo>
                  <a:close/>
                </a:path>
                <a:path w="2562225" h="742950">
                  <a:moveTo>
                    <a:pt x="2518118" y="727989"/>
                  </a:moveTo>
                  <a:lnTo>
                    <a:pt x="2507894" y="711936"/>
                  </a:lnTo>
                  <a:lnTo>
                    <a:pt x="2502941" y="714895"/>
                  </a:lnTo>
                  <a:lnTo>
                    <a:pt x="2496147" y="718108"/>
                  </a:lnTo>
                  <a:lnTo>
                    <a:pt x="2489073" y="720648"/>
                  </a:lnTo>
                  <a:lnTo>
                    <a:pt x="2481846" y="722452"/>
                  </a:lnTo>
                  <a:lnTo>
                    <a:pt x="2474493" y="723544"/>
                  </a:lnTo>
                  <a:lnTo>
                    <a:pt x="2466975" y="723900"/>
                  </a:lnTo>
                  <a:lnTo>
                    <a:pt x="2458326" y="723900"/>
                  </a:lnTo>
                  <a:lnTo>
                    <a:pt x="2458326" y="742950"/>
                  </a:lnTo>
                  <a:lnTo>
                    <a:pt x="2466975" y="742950"/>
                  </a:lnTo>
                  <a:lnTo>
                    <a:pt x="2476360" y="742505"/>
                  </a:lnTo>
                  <a:lnTo>
                    <a:pt x="2485567" y="741146"/>
                  </a:lnTo>
                  <a:lnTo>
                    <a:pt x="2494584" y="738873"/>
                  </a:lnTo>
                  <a:lnTo>
                    <a:pt x="2503436" y="735711"/>
                  </a:lnTo>
                  <a:lnTo>
                    <a:pt x="2511920" y="731697"/>
                  </a:lnTo>
                  <a:lnTo>
                    <a:pt x="2518118" y="727989"/>
                  </a:lnTo>
                  <a:close/>
                </a:path>
                <a:path w="2562225" h="742950">
                  <a:moveTo>
                    <a:pt x="2534145" y="27736"/>
                  </a:moveTo>
                  <a:lnTo>
                    <a:pt x="2494584" y="4089"/>
                  </a:lnTo>
                  <a:lnTo>
                    <a:pt x="2477160" y="571"/>
                  </a:lnTo>
                  <a:lnTo>
                    <a:pt x="2475115" y="19507"/>
                  </a:lnTo>
                  <a:lnTo>
                    <a:pt x="2481846" y="20510"/>
                  </a:lnTo>
                  <a:lnTo>
                    <a:pt x="2489073" y="22313"/>
                  </a:lnTo>
                  <a:lnTo>
                    <a:pt x="2520708" y="41236"/>
                  </a:lnTo>
                  <a:lnTo>
                    <a:pt x="2534145" y="27736"/>
                  </a:lnTo>
                  <a:close/>
                </a:path>
                <a:path w="2562225" h="742950">
                  <a:moveTo>
                    <a:pt x="2562225" y="637743"/>
                  </a:moveTo>
                  <a:lnTo>
                    <a:pt x="2543175" y="637743"/>
                  </a:lnTo>
                  <a:lnTo>
                    <a:pt x="2543175" y="647700"/>
                  </a:lnTo>
                  <a:lnTo>
                    <a:pt x="2542819" y="655218"/>
                  </a:lnTo>
                  <a:lnTo>
                    <a:pt x="2531808" y="687603"/>
                  </a:lnTo>
                  <a:lnTo>
                    <a:pt x="2548026" y="697585"/>
                  </a:lnTo>
                  <a:lnTo>
                    <a:pt x="2561780" y="657085"/>
                  </a:lnTo>
                  <a:lnTo>
                    <a:pt x="2562225" y="647700"/>
                  </a:lnTo>
                  <a:lnTo>
                    <a:pt x="2562225" y="637743"/>
                  </a:lnTo>
                  <a:close/>
                </a:path>
                <a:path w="2562225" h="742950">
                  <a:moveTo>
                    <a:pt x="2562225" y="542493"/>
                  </a:moveTo>
                  <a:lnTo>
                    <a:pt x="2543175" y="542493"/>
                  </a:lnTo>
                  <a:lnTo>
                    <a:pt x="2543175" y="599643"/>
                  </a:lnTo>
                  <a:lnTo>
                    <a:pt x="2562225" y="599643"/>
                  </a:lnTo>
                  <a:lnTo>
                    <a:pt x="2562225" y="542493"/>
                  </a:lnTo>
                  <a:close/>
                </a:path>
                <a:path w="2562225" h="742950">
                  <a:moveTo>
                    <a:pt x="2562225" y="447243"/>
                  </a:moveTo>
                  <a:lnTo>
                    <a:pt x="2543175" y="447243"/>
                  </a:lnTo>
                  <a:lnTo>
                    <a:pt x="2543175" y="504393"/>
                  </a:lnTo>
                  <a:lnTo>
                    <a:pt x="2562225" y="504393"/>
                  </a:lnTo>
                  <a:lnTo>
                    <a:pt x="2562225" y="447243"/>
                  </a:lnTo>
                  <a:close/>
                </a:path>
                <a:path w="2562225" h="742950">
                  <a:moveTo>
                    <a:pt x="2562225" y="351993"/>
                  </a:moveTo>
                  <a:lnTo>
                    <a:pt x="2543175" y="351993"/>
                  </a:lnTo>
                  <a:lnTo>
                    <a:pt x="2543175" y="409143"/>
                  </a:lnTo>
                  <a:lnTo>
                    <a:pt x="2562225" y="409143"/>
                  </a:lnTo>
                  <a:lnTo>
                    <a:pt x="2562225" y="351993"/>
                  </a:lnTo>
                  <a:close/>
                </a:path>
                <a:path w="2562225" h="742950">
                  <a:moveTo>
                    <a:pt x="2562225" y="256743"/>
                  </a:moveTo>
                  <a:lnTo>
                    <a:pt x="2543175" y="256743"/>
                  </a:lnTo>
                  <a:lnTo>
                    <a:pt x="2543175" y="313893"/>
                  </a:lnTo>
                  <a:lnTo>
                    <a:pt x="2562225" y="313893"/>
                  </a:lnTo>
                  <a:lnTo>
                    <a:pt x="2562225" y="256743"/>
                  </a:lnTo>
                  <a:close/>
                </a:path>
                <a:path w="2562225" h="742950">
                  <a:moveTo>
                    <a:pt x="2562225" y="161493"/>
                  </a:moveTo>
                  <a:lnTo>
                    <a:pt x="2543175" y="161493"/>
                  </a:lnTo>
                  <a:lnTo>
                    <a:pt x="2543175" y="218643"/>
                  </a:lnTo>
                  <a:lnTo>
                    <a:pt x="2562225" y="218643"/>
                  </a:lnTo>
                  <a:lnTo>
                    <a:pt x="2562225" y="161493"/>
                  </a:lnTo>
                  <a:close/>
                </a:path>
                <a:path w="2562225" h="742950">
                  <a:moveTo>
                    <a:pt x="2562225" y="95250"/>
                  </a:moveTo>
                  <a:lnTo>
                    <a:pt x="2561780" y="85877"/>
                  </a:lnTo>
                  <a:lnTo>
                    <a:pt x="2560421" y="76669"/>
                  </a:lnTo>
                  <a:lnTo>
                    <a:pt x="2558148" y="67652"/>
                  </a:lnTo>
                  <a:lnTo>
                    <a:pt x="2556713" y="63652"/>
                  </a:lnTo>
                  <a:lnTo>
                    <a:pt x="2538768" y="69964"/>
                  </a:lnTo>
                  <a:lnTo>
                    <a:pt x="2539923" y="73164"/>
                  </a:lnTo>
                  <a:lnTo>
                    <a:pt x="2541727" y="80391"/>
                  </a:lnTo>
                  <a:lnTo>
                    <a:pt x="2542819" y="87744"/>
                  </a:lnTo>
                  <a:lnTo>
                    <a:pt x="2543175" y="95250"/>
                  </a:lnTo>
                  <a:lnTo>
                    <a:pt x="2543175" y="123393"/>
                  </a:lnTo>
                  <a:lnTo>
                    <a:pt x="2562225" y="123393"/>
                  </a:lnTo>
                  <a:lnTo>
                    <a:pt x="2562225" y="9525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353226" y="5124578"/>
            <a:ext cx="2025014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9450" marR="5080" indent="-666750">
              <a:lnSpc>
                <a:spcPct val="110000"/>
              </a:lnSpc>
              <a:spcBef>
                <a:spcPts val="95"/>
              </a:spcBef>
            </a:pPr>
            <a:r>
              <a:rPr sz="1200" i="1" spc="-50" dirty="0">
                <a:solidFill>
                  <a:srgbClr val="545454"/>
                </a:solidFill>
                <a:latin typeface="Arial"/>
                <a:cs typeface="Arial"/>
              </a:rPr>
              <a:t>"</a:t>
            </a:r>
            <a:r>
              <a:rPr sz="1250" i="1" spc="-50" dirty="0">
                <a:solidFill>
                  <a:srgbClr val="545454"/>
                </a:solidFill>
                <a:latin typeface="Arial"/>
                <a:cs typeface="Arial"/>
              </a:rPr>
              <a:t>Я</a:t>
            </a:r>
            <a:r>
              <a:rPr sz="1250" i="1" dirty="0">
                <a:solidFill>
                  <a:srgbClr val="545454"/>
                </a:solidFill>
                <a:latin typeface="Arial"/>
                <a:cs typeface="Arial"/>
              </a:rPr>
              <a:t> молодец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,</a:t>
            </a:r>
            <a:r>
              <a:rPr sz="1200" i="1" spc="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spc="-45" dirty="0">
                <a:solidFill>
                  <a:srgbClr val="545454"/>
                </a:solidFill>
                <a:latin typeface="Arial"/>
                <a:cs typeface="Arial"/>
              </a:rPr>
              <a:t>потому</a:t>
            </a:r>
            <a:r>
              <a:rPr sz="1250" i="1" spc="-10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spc="-120" dirty="0">
                <a:solidFill>
                  <a:srgbClr val="545454"/>
                </a:solidFill>
                <a:latin typeface="Arial"/>
                <a:cs typeface="Arial"/>
              </a:rPr>
              <a:t>что</a:t>
            </a:r>
            <a:r>
              <a:rPr sz="1250" i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i="1" spc="-25" dirty="0">
                <a:solidFill>
                  <a:srgbClr val="545454"/>
                </a:solidFill>
                <a:latin typeface="Arial"/>
                <a:cs typeface="Arial"/>
              </a:rPr>
              <a:t>не </a:t>
            </a:r>
            <a:r>
              <a:rPr sz="1250" i="1" spc="-10" dirty="0">
                <a:solidFill>
                  <a:srgbClr val="545454"/>
                </a:solidFill>
                <a:latin typeface="Arial"/>
                <a:cs typeface="Arial"/>
              </a:rPr>
              <a:t>сдался</a:t>
            </a:r>
            <a:r>
              <a:rPr sz="1200" i="1" spc="-10" dirty="0">
                <a:solidFill>
                  <a:srgbClr val="545454"/>
                </a:solidFill>
                <a:latin typeface="Arial"/>
                <a:cs typeface="Arial"/>
              </a:rPr>
              <a:t>..."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505</Words>
  <Application>Microsoft Office PowerPoint</Application>
  <PresentationFormat>Широкоэкранный</PresentationFormat>
  <Paragraphs>78</Paragraphs>
  <Slides>9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Calibri</vt:lpstr>
      <vt:lpstr>Cambria</vt:lpstr>
      <vt:lpstr>Candara</vt:lpstr>
      <vt:lpstr>Lucida Sans Unicode</vt:lpstr>
      <vt:lpstr>Roboto Lt</vt:lpstr>
      <vt:lpstr>Tahoma</vt:lpstr>
      <vt:lpstr>Office Theme</vt:lpstr>
      <vt:lpstr>The Infinite War</vt:lpstr>
      <vt:lpstr>Цель и Задачи</vt:lpstr>
      <vt:lpstr>Мои Инструменты</vt:lpstr>
      <vt:lpstr>О Проекте</vt:lpstr>
      <vt:lpstr>Демонстрация</vt:lpstr>
      <vt:lpstr>Заключение</vt:lpstr>
      <vt:lpstr>Что Дальше?</vt:lpstr>
      <vt:lpstr>Мои Инсайты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МОЙ ПРОЕКТ</dc:title>
  <dc:creator>user6</dc:creator>
  <cp:keywords>Защита</cp:keywords>
  <cp:lastModifiedBy>Natalia Shamray</cp:lastModifiedBy>
  <cp:revision>16</cp:revision>
  <dcterms:created xsi:type="dcterms:W3CDTF">2026-04-14T08:25:53Z</dcterms:created>
  <dcterms:modified xsi:type="dcterms:W3CDTF">2026-05-10T11:09:19Z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2026-04-14T00:00:00Z</vt:filetime>
  </property>
  <property fmtid="{D5CDD505-2E9C-101B-9397-08002B2CF9AE}" pid="5" name="Producer">
    <vt:lpwstr>pdf-lib (https://github.com/Hopding/pdf-lib)</vt:lpwstr>
  </property>
</Properties>
</file>